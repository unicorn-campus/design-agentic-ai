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e73813ca7841fa" /><Relationship Type="http://schemas.openxmlformats.org/officeDocument/2006/relationships/extended-properties" Target="/docProps/app.xml" Id="Rb7ed5d7ac66e43c7" /><Relationship Type="http://schemas.openxmlformats.org/officeDocument/2006/relationships/officeDocument" Target="/ppt/presentation.xml" Id="R7e95af14878a4e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b5c086002046be"/>
  </p:sldMasterIdLst>
  <p:notesMasterIdLst>
    <p:notesMasterId xmlns:r="http://schemas.openxmlformats.org/officeDocument/2006/relationships" r:id="R31674c60ea1845ac"/>
  </p:notesMasterIdLst>
  <p:sldIdLst>
    <p:sldId xmlns:r="http://schemas.openxmlformats.org/officeDocument/2006/relationships" id="256" r:id="R6ff59e9938fa42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4cd19a9494249" /><Relationship Type="http://schemas.openxmlformats.org/officeDocument/2006/relationships/slideMaster" Target="/ppt/slideMasters/slideMaster1.xml" Id="R0cb5c086002046be" /><Relationship Type="http://schemas.openxmlformats.org/officeDocument/2006/relationships/notesMaster" Target="/ppt/notesMasters/notesMaster1.xml" Id="R31674c60ea1845ac" /><Relationship Type="http://schemas.openxmlformats.org/officeDocument/2006/relationships/presProps" Target="/ppt/presProps.xml" Id="Rf2d03aea3873464b" /><Relationship Type="http://schemas.openxmlformats.org/officeDocument/2006/relationships/tableStyles" Target="/ppt/tableStyles.xml" Id="R55ea9b33846642a0" /><Relationship Type="http://schemas.openxmlformats.org/officeDocument/2006/relationships/slide" Target="/ppt/slides/slide1.xml" Id="R6ff59e9938fa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e7cd03518a4d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6de548c744154" /><Relationship Type="http://schemas.openxmlformats.org/officeDocument/2006/relationships/notesMaster" Target="/ppt/notesMasters/notesMaster1.xml" Id="R65c56e1c914a48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S-04 질문 관련 문단 검색 Slice를 유저스토리와 구체적인 Specification by Example 시나리오로 정리함. 예시 ID와 값은 교육용 합성 데이터임.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d0742133f48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11a463d2a24a38" /><Relationship Type="http://schemas.openxmlformats.org/officeDocument/2006/relationships/slideLayout" Target="/ppt/slideLayouts/slideLayout1.xml" Id="Rd058cac19cc743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58cac19cc743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11906f62e4492" /><Relationship Type="http://schemas.openxmlformats.org/officeDocument/2006/relationships/notesSlide" Target="/ppt/notesSlides/notesSlide1.xml" Id="Rb93c0f4cb17046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rumb">
            <a:extLst xmlns:a="http://schemas.openxmlformats.org/drawingml/2006/main">
              <a:ext uri="{FF2B5EF4-FFF2-40B4-BE49-F238E27FC236}">
                <a16:creationId xmlns:a16="http://schemas.microsoft.com/office/drawing/2014/main" id="{ABC127C8-117E-4927-858E-DF4E9B4B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7단계 시나리오 구체화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3A856F-D5B0-407A-9B78-99027503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S-04 질문 관련 문단 검색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FAD2E9-B1FD-450E-838B-053FF012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20496F9-D44B-4C69-A4B5-06F0F3D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ory-label">
            <a:extLst xmlns:a="http://schemas.openxmlformats.org/drawingml/2006/main">
              <a:ext uri="{FF2B5EF4-FFF2-40B4-BE49-F238E27FC236}">
                <a16:creationId xmlns:a16="http://schemas.microsoft.com/office/drawing/2014/main" id="{2960EA47-3C13-4BF2-8DB4-8D98D9F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12858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유저스토리</a:t>
            </a:r>
          </a:p>
        </p:txBody>
      </p:sp>
      <p:sp>
        <p:nvSpPr>
          <p:cNvPr id="6" name="story">
            <a:extLst xmlns:a="http://schemas.openxmlformats.org/drawingml/2006/main">
              <a:ext uri="{FF2B5EF4-FFF2-40B4-BE49-F238E27FC236}">
                <a16:creationId xmlns:a16="http://schemas.microsoft.com/office/drawing/2014/main" id="{A0EC372E-2F14-4EDF-A42B-35D3C882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200150"/>
            <a:ext cx="98774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133350" tIns="57150" rIns="1333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상담사로서 고객 질문과 의미상 관련된 문단과 원문 위치를 확인하고 싶음. 이를 통해 상담 제안에 사용할 근거를 신속하게 확보할 수 있음.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23850" y="1943100"/>
          <a:ext xmlns:a="http://schemas.openxmlformats.org/drawingml/2006/main" cx="11239500" cy="4400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2047875"/>
                <a:gridCol w="3000375"/>
                <a:gridCol w="2286000"/>
                <a:gridCol w="3000375"/>
              </a:tblGrid>
              <a:tr h="4381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슬라이스 ID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시나리오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Given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When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Then</a:t>
                      </a:r>
                    </a:p>
                  </a:txBody>
                  <a:tcPr marL="66675" marR="66675" marT="47625" marB="47625" anchor="ctr">
                    <a:solidFill>
                      <a:srgbClr val="E2EEF9"/>
                    </a:solidFill>
                  </a:tcPr>
                </a:tc>
              </a:tr>
              <a:tr h="13144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S-04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질문과 관련된 문단을 검색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Q-1001은 ‘M카드의 공항 라운지 혜택은?’이고, 회원 M-1001의 접근 범위는 상담사임. 벡터 색인 BENEFIT-2026.09, 관련도 기준 0.75, 최대 결과 수 3개가 준비되어 있음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Q-1001과 접근 범위로 C-4 질문 관련 문단 검색을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E-4가 발생함. DOC-203 v2026.08 14쪽 3번째 문단이 rank=1, similarity=0.87로 기록되고 원문 위치와 색인 버전이 포함됨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  <a:tr h="13144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S-04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관련도 기준을 충족하는 문단이 없음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Q-1002는 ‘해외 렌터카 보험 혜택은?’이고, BENEFIT-2026.09 색인의 최고 유사도는 0.62이며 관련도 기준은 0.75임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Q-1002와 최대 결과 수 3개로 C-4 질문 관련 문단 검색을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E-4가 발생함. 결과 목록은 비어 있고 resultCount=0, maxSimilarity=0.62, threshold=0.75, 색인 버전 BENEFIT-2026.09가 기록됨</a:t>
                      </a:r>
                    </a:p>
                  </a:txBody>
                  <a:tcPr marL="76200" marR="76200" marT="57150" marB="57150" anchor="ctr">
                    <a:solidFill>
                      <a:srgbClr val="F5F8FC"/>
                    </a:solidFill>
                  </a:tcPr>
                </a:tc>
              </a:tr>
              <a:tr h="13144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S-04</a:t>
                      </a:r>
                    </a:p>
                  </a:txBody>
                  <a:tcPr marL="76200" marR="76200" marT="57150" marB="57150" anchor="ctr"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벡터 색인을 사용할 수 없어 검색 보류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벡터 색인 BENEFIT-2026.09가 unavailable 상태이고 검색 제한시간은 3초, 최대 재시도 횟수는 2회임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Q-1003으로 C-4 질문 관련 문단 검색을 요청함</a:t>
                      </a:r>
                    </a:p>
                  </a:txBody>
                  <a:tcPr marL="76200" marR="76200" marT="57150" marB="57150" anchor="ctr">
                    <a:solidFill>
                      <a:srgbClr val="F7FAF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E-4는 발생하지 않음. ‘질문 관련 문단 검색이 보류되었음’이 발생하고 reasonCode=VECTOR_INDEX_UNAVAILABLE, 시도 횟수 2, 재시도 가능 시각이 기록됨</a:t>
                      </a: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A4EFB01-C41A-445A-9E83-7670134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B4D05D2-CAD3-420E-BF7F-F27701C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837A300-DCE4-40F4-8BB1-797C9BAD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1</a:t>
            </a:r>
          </a:p>
        </p:txBody>
      </p:sp>
    </p:spTree>
    <p:extLst>
      <p:ext uri="{BB962C8B-B14F-4D97-AF65-F5344CB8AC3E}">
        <p14:creationId xmlns:p14="http://schemas.microsoft.com/office/powerpoint/2010/main" val="748017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2026-09-24T03:04:00.1910000Z</dcterms:created>
  <dcterms:modified xsi:type="dcterms:W3CDTF">2026-09-24T03:04:00.1910000Z</dcterms:modified>
</coreProperties>
</file>