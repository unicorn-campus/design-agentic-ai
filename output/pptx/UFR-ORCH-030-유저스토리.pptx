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362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P-1 상담 오케스트레이션  ›  유저스토리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362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제안용 정보 구성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43584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36245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7500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P-1 상담 오케스트레이션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ID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UFR-ORCH-030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Epic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제안 작성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Epic 설명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질문과 고객 상황에 맞는 제안을 만들기 위해 검색·예측 결과를 출처와 함께 취합합니다.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유저스토리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상담사로서, 질문과 고객 상황에 맞는 제안을 받기 위해 검색·예측 결과 중 사용할 정보가 출처와 함께 선별되기를 원합니다.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Biz중요도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  ·  상담 제안 품질의 선행 단계 (작성자 판단)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수용기준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73152" marB="73152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  정보 확보 업무가 취합 시작 조건을 충족하고 AT-6이 시작되면, 규칙 기반 코드가 결과를 취합해 사용할 정보와 제외할 정보를 구분합니다.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• E-2에서 선택된 경로만 기다립니다. 선택된 필수 경로는 완료되어야 하며, 예측 경로는 완료 또는 보류 상태를 허용합니다.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• 선택하지 않은 경로는 대기하지 않고 실행·완료로 기록하지 않습니다.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• 고객 현황, 질문 관련 문단, 보유 카드 문서·상담 근거, 고객 요청과 제약을 입력으로 확인합니다.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• 사용할 정보에는 출처를, 제외 정보에는 제외 이유를 남깁니다. 예측 보류 상태는 결과값과 구분합니다.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• 결과에는 상담 제안 정보 ID, 선별 정보, 예측 결과 또는 보류 상태, 제외 정보·이유, 출처, 주의사항이 포함됩니다.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※ 비필수 경로의 대기시간, 예측 보류 조건, 구체적인 선별 기준은 추후 정의합니다.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64592" marR="164592" marT="128016" marB="109728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7918704"/>
            <a:ext cx="1362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hybrid-ai-lab/specs/userstory.md  ·  Epic 설명과 Biz중요도는 원문을 바탕으로 보완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제안용 정보 구성</dc:title>
  <dc:subject>UFR-ORCH-030 유저스토리</dc:subject>
  <dc:creator>design-agentic-ai</dc:creator>
  <cp:lastModifiedBy>design-agentic-ai</cp:lastModifiedBy>
  <cp:revision>1</cp:revision>
  <dcterms:created xsi:type="dcterms:W3CDTF">2026-09-27T09:39:53Z</dcterms:created>
  <dcterms:modified xsi:type="dcterms:W3CDTF">2026-09-27T09:39:53Z</dcterms:modified>
</cp:coreProperties>
</file>