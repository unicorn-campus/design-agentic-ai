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192024"/>
            <a:ext cx="13807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고정쿼리와 NL2SQL의 선택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93192" y="905256"/>
            <a:ext cx="13844016" cy="0"/>
          </a:xfrm>
          <a:prstGeom prst="line">
            <a:avLst/>
          </a:prstGeom>
          <a:noFill/>
          <a:ln w="19050">
            <a:solidFill>
              <a:srgbClr val="D9E0EC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" y="1536192"/>
          <a:ext cx="13844016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5888736"/>
                <a:gridCol w="5486400"/>
              </a:tblGrid>
              <a:tr h="886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판단 질문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8016" marR="128016" marT="91440" marB="91440" anchor="ctr">
                    <a:lnL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고정쿼리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8016" marR="128016" marT="91440" marB="91440" anchor="ctr">
                    <a:lnL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NL2SQL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8016" marR="128016" marT="91440" marB="91440" anchor="ctr">
                    <a:lnL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질문 형태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8016" marR="128016" marT="91440" marB="91440" anchor="ctr">
                    <a:lnL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반복되는 정해진 질문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8016" marR="128016" marT="91440" marB="91440" anchor="ctr">
                    <a:lnL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예상하기 어려운 탐색 질문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8016" marR="128016" marT="91440" marB="91440" anchor="ctr">
                    <a:lnL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SQL 작성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8016" marR="128016" marT="91440" marB="91440" anchor="ctr">
                    <a:lnL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개발자가 검토하고 배포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8016" marR="128016" marT="91440" marB="91440" anchor="ctr">
                    <a:lnL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모델이 요청 때 생성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8016" marR="128016" marT="91440" marB="91440" anchor="ctr">
                    <a:lnL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장점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8016" marR="128016" marT="91440" marB="91440" anchor="ctr">
                    <a:lnL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LLM 호출 없이 빠르게 조회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SQL을 사전에 검증 가능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8016" marR="128016" marT="91440" marB="91440" anchor="ctr">
                    <a:lnL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새 집계·필터·정렬 질문에 유연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쿼리 추가 개발 부담 감소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8016" marR="128016" marT="91440" marB="91440" anchor="ctr">
                    <a:lnL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단점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8016" marR="128016" marT="91440" marB="91440" anchor="ctr">
                    <a:lnL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정해진 결과만 조회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새 질문 유형은 개발·배포 필요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8016" marR="128016" marT="91440" marB="91440" anchor="ctr">
                    <a:lnL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생성 SQL의 정확도·안전성 검증 필요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LLM 호출에 따른 지연·비용 발생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8016" marR="128016" marT="91440" marB="91440" anchor="ctr">
                    <a:lnL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예시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8016" marR="128016" marT="91440" marB="91440" anchor="ctr">
                    <a:lnL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보유 카드 조회, 사용 추이 조회,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연체 조회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8016" marR="128016" marT="91440" marB="91440" anchor="ctr">
                    <a:lnL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월별 승인 사용액 합계, 연회비 상위 3개,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브랜드별 활성 카드 수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8016" marR="128016" marT="91440" marB="91440" anchor="ctr">
                    <a:lnL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개발 로직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8016" marR="128016" marT="91440" marB="91440" anchor="ctr">
                    <a:lnL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SQL 사전 작성·등록 → 검증·배포 → 실행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8016" marR="128016" marT="91440" marB="91440" anchor="ctr">
                    <a:lnL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자연어 질문 → SQL 생성 → 안전 검증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→ 읽기 전용 DB 조회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8016" marR="128016" marT="91440" marB="91440" anchor="ctr">
                    <a:lnL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고정쿼리와 NL2SQL의 선택</dc:title>
  <dc:subject>고정쿼리와 NL2SQL 비교표</dc:subject>
  <dc:creator>Codex</dc:creator>
  <cp:lastModifiedBy>Codex</cp:lastModifiedBy>
  <cp:revision>1</cp:revision>
  <dcterms:created xsi:type="dcterms:W3CDTF">2026-09-28T02:18:12Z</dcterms:created>
  <dcterms:modified xsi:type="dcterms:W3CDTF">2026-09-28T02:18:12Z</dcterms:modified>
</cp:coreProperties>
</file>