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6.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91563964654a4a" /><Relationship Type="http://schemas.openxmlformats.org/officeDocument/2006/relationships/extended-properties" Target="/docProps/app.xml" Id="R48708e5db46c4251" /><Relationship Type="http://schemas.openxmlformats.org/officeDocument/2006/relationships/officeDocument" Target="/ppt/presentation.xml" Id="Rccd39d9116e342e5"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4fb2585c5c1d4e86"/>
    <p:sldMasterId xmlns:r="http://schemas.openxmlformats.org/officeDocument/2006/relationships" id="2147483653" r:id="Rffe85cc4a5ab4c9f"/>
    <p:sldMasterId xmlns:r="http://schemas.openxmlformats.org/officeDocument/2006/relationships" id="2147483656" r:id="R3fb83850a57540a8"/>
    <p:sldMasterId xmlns:r="http://schemas.openxmlformats.org/officeDocument/2006/relationships" id="2147483658" r:id="Rdfcd9ed0f92a4755"/>
  </p:sldMasterIdLst>
  <p:notesMasterIdLst>
    <p:notesMasterId xmlns:r="http://schemas.openxmlformats.org/officeDocument/2006/relationships" r:id="Rd1f8948fc2094a2b"/>
  </p:notesMasterIdLst>
  <p:sldIdLst>
    <p:sldId xmlns:r="http://schemas.openxmlformats.org/officeDocument/2006/relationships" id="256" r:id="Rbd852937f80345a5"/>
    <p:sldId xmlns:r="http://schemas.openxmlformats.org/officeDocument/2006/relationships" id="257" r:id="R51c4b929f23b4c10"/>
    <p:sldId xmlns:r="http://schemas.openxmlformats.org/officeDocument/2006/relationships" id="258" r:id="R8dc4626d1b944026"/>
    <p:sldId xmlns:r="http://schemas.openxmlformats.org/officeDocument/2006/relationships" id="259" r:id="R25a99be1e6574961"/>
    <p:sldId xmlns:r="http://schemas.openxmlformats.org/officeDocument/2006/relationships" id="260" r:id="R3a4a29a35b894147"/>
    <p:sldId xmlns:r="http://schemas.openxmlformats.org/officeDocument/2006/relationships" id="261" r:id="R63df5d3a4e554be7"/>
    <p:sldId xmlns:r="http://schemas.openxmlformats.org/officeDocument/2006/relationships" id="262" r:id="R37816d9180ca4518"/>
    <p:sldId xmlns:r="http://schemas.openxmlformats.org/officeDocument/2006/relationships" id="263" r:id="R4fd9a8976dbb4be2"/>
    <p:sldId xmlns:r="http://schemas.openxmlformats.org/officeDocument/2006/relationships" id="264" r:id="R38b6cf0d2dcd4ee8"/>
    <p:sldId xmlns:r="http://schemas.openxmlformats.org/officeDocument/2006/relationships" id="265" r:id="R8bba4390a339475e"/>
    <p:sldId xmlns:r="http://schemas.openxmlformats.org/officeDocument/2006/relationships" id="266" r:id="R35db75e6a59d47be"/>
    <p:sldId xmlns:r="http://schemas.openxmlformats.org/officeDocument/2006/relationships" id="267" r:id="R9e8f9d6ac82646dd"/>
    <p:sldId xmlns:r="http://schemas.openxmlformats.org/officeDocument/2006/relationships" id="268" r:id="R3d613747254f465e"/>
    <p:sldId xmlns:r="http://schemas.openxmlformats.org/officeDocument/2006/relationships" id="269" r:id="R483f0fc8d1b74062"/>
    <p:sldId xmlns:r="http://schemas.openxmlformats.org/officeDocument/2006/relationships" id="270" r:id="R3aa4973e43a741de"/>
    <p:sldId xmlns:r="http://schemas.openxmlformats.org/officeDocument/2006/relationships" id="271" r:id="Re8855db0c8144f89"/>
    <p:sldId xmlns:r="http://schemas.openxmlformats.org/officeDocument/2006/relationships" id="272" r:id="R5efa60296d064a00"/>
    <p:sldId xmlns:r="http://schemas.openxmlformats.org/officeDocument/2006/relationships" id="273" r:id="R3ebc6e086bae4e08"/>
    <p:sldId xmlns:r="http://schemas.openxmlformats.org/officeDocument/2006/relationships" id="274" r:id="Rc611f1c70b7345e4"/>
    <p:sldId xmlns:r="http://schemas.openxmlformats.org/officeDocument/2006/relationships" id="275" r:id="R9950a3963f3d421d"/>
    <p:sldId xmlns:r="http://schemas.openxmlformats.org/officeDocument/2006/relationships" id="276" r:id="R5c4da6bdae8d468d"/>
    <p:sldId xmlns:r="http://schemas.openxmlformats.org/officeDocument/2006/relationships" id="277" r:id="Re144dba1006e449e"/>
    <p:sldId xmlns:r="http://schemas.openxmlformats.org/officeDocument/2006/relationships" id="278" r:id="R1cd5c48010c44130"/>
    <p:sldId xmlns:r="http://schemas.openxmlformats.org/officeDocument/2006/relationships" id="279" r:id="Rb7e44fb29bf64ddb"/>
    <p:sldId xmlns:r="http://schemas.openxmlformats.org/officeDocument/2006/relationships" id="280" r:id="R89e02d5036534e8a"/>
    <p:sldId xmlns:r="http://schemas.openxmlformats.org/officeDocument/2006/relationships" id="281" r:id="R8cc4bcc87ad14f97"/>
    <p:sldId xmlns:r="http://schemas.openxmlformats.org/officeDocument/2006/relationships" id="282" r:id="Ra9daeea0b1e64d95"/>
    <p:sldId xmlns:r="http://schemas.openxmlformats.org/officeDocument/2006/relationships" id="283" r:id="Rceceefbc91f24b5f"/>
    <p:sldId xmlns:r="http://schemas.openxmlformats.org/officeDocument/2006/relationships" id="284" r:id="R965a818a05914048"/>
    <p:sldId xmlns:r="http://schemas.openxmlformats.org/officeDocument/2006/relationships" id="285" r:id="R7ca53961377e4b8e"/>
  </p:sldIdLst>
  <p:sldSz cx="14630400" cy="8229600"/>
  <p:notesSz cx="6858000" cy="9144000"/>
  <p:embeddedFontLst>
    <p:embeddedFont>
      <p:font typeface="Chilgok Gwon Anja"/>
      <p:regular xmlns:r="http://schemas.openxmlformats.org/officeDocument/2006/relationships" r:id="Rfcf6196dd0194bb5"/>
    </p:embeddedFont>
    <p:embeddedFont>
      <p:font typeface="Pretendard"/>
      <p:regular xmlns:r="http://schemas.openxmlformats.org/officeDocument/2006/relationships" r:id="Rd150ada40960430a"/>
      <p:bold xmlns:r="http://schemas.openxmlformats.org/officeDocument/2006/relationships" r:id="R72203f2e86534229"/>
    </p:embeddedFont>
    <p:embeddedFont>
      <p:font typeface="Pretendard Medium"/>
      <p:regular xmlns:r="http://schemas.openxmlformats.org/officeDocument/2006/relationships" r:id="R999007401be74545"/>
    </p:embeddedFont>
    <p:embeddedFont>
      <p:font typeface="Pretendard SemiBold"/>
      <p:bold xmlns:r="http://schemas.openxmlformats.org/officeDocument/2006/relationships" r:id="R691ff2c794524a4d"/>
    </p:embeddedFont>
    <p:embeddedFont>
      <p:font typeface="맑은 고딕"/>
      <p:regular xmlns:r="http://schemas.openxmlformats.org/officeDocument/2006/relationships" r:id="Ra3567df862e44ad0"/>
      <p:bold xmlns:r="http://schemas.openxmlformats.org/officeDocument/2006/relationships" r:id="R623718e170fa44f8"/>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3561ff2a9c9461f" /><Relationship Type="http://schemas.openxmlformats.org/officeDocument/2006/relationships/slideMaster" Target="/ppt/slideMasters/slideMaster1.xml" Id="R4fb2585c5c1d4e86" /><Relationship Type="http://schemas.openxmlformats.org/officeDocument/2006/relationships/slideMaster" Target="/ppt/slideMasters/slideMaster2.xml" Id="Rffe85cc4a5ab4c9f" /><Relationship Type="http://schemas.openxmlformats.org/officeDocument/2006/relationships/slideMaster" Target="/ppt/slideMasters/slideMaster3.xml" Id="R3fb83850a57540a8" /><Relationship Type="http://schemas.openxmlformats.org/officeDocument/2006/relationships/slideMaster" Target="/ppt/slideMasters/slideMaster4.xml" Id="Rdfcd9ed0f92a4755" /><Relationship Type="http://schemas.openxmlformats.org/officeDocument/2006/relationships/notesMaster" Target="/ppt/notesMasters/notesMaster1.xml" Id="Rd1f8948fc2094a2b" /><Relationship Type="http://schemas.openxmlformats.org/officeDocument/2006/relationships/presProps" Target="/ppt/presProps.xml" Id="R5e2a6a68a77f4d97" /><Relationship Type="http://schemas.openxmlformats.org/officeDocument/2006/relationships/viewProps" Target="/ppt/viewProps.xml" Id="R1f97eb510b6647f5" /><Relationship Type="http://schemas.openxmlformats.org/officeDocument/2006/relationships/tableStyles" Target="/ppt/tableStyles.xml" Id="Rd0cf803d60f742e3" /><Relationship Type="http://schemas.openxmlformats.org/officeDocument/2006/relationships/font" Target="/ppt/fonts/font.dat" Id="Rfcf6196dd0194bb5" /><Relationship Type="http://schemas.openxmlformats.org/officeDocument/2006/relationships/font" Target="/ppt/fonts/font2.dat" Id="Rd150ada40960430a" /><Relationship Type="http://schemas.openxmlformats.org/officeDocument/2006/relationships/font" Target="/ppt/fonts/font3.dat" Id="R72203f2e86534229" /><Relationship Type="http://schemas.openxmlformats.org/officeDocument/2006/relationships/font" Target="/ppt/fonts/font4.dat" Id="R999007401be74545" /><Relationship Type="http://schemas.openxmlformats.org/officeDocument/2006/relationships/font" Target="/ppt/fonts/font5.dat" Id="R691ff2c794524a4d" /><Relationship Type="http://schemas.openxmlformats.org/officeDocument/2006/relationships/font" Target="/ppt/fonts/font6.dat" Id="Ra3567df862e44ad0" /><Relationship Type="http://schemas.openxmlformats.org/officeDocument/2006/relationships/font" Target="/ppt/fonts/font7.dat" Id="R623718e170fa44f8" /><Relationship Type="http://schemas.openxmlformats.org/officeDocument/2006/relationships/slide" Target="/ppt/slides/slide1.xml" Id="Rbd852937f80345a5" /><Relationship Type="http://schemas.openxmlformats.org/officeDocument/2006/relationships/slide" Target="/ppt/slides/slide2.xml" Id="R51c4b929f23b4c10" /><Relationship Type="http://schemas.openxmlformats.org/officeDocument/2006/relationships/slide" Target="/ppt/slides/slide3.xml" Id="R8dc4626d1b944026" /><Relationship Type="http://schemas.openxmlformats.org/officeDocument/2006/relationships/slide" Target="/ppt/slides/slide4.xml" Id="R25a99be1e6574961" /><Relationship Type="http://schemas.openxmlformats.org/officeDocument/2006/relationships/slide" Target="/ppt/slides/slide5.xml" Id="R3a4a29a35b894147" /><Relationship Type="http://schemas.openxmlformats.org/officeDocument/2006/relationships/slide" Target="/ppt/slides/slide6.xml" Id="R63df5d3a4e554be7" /><Relationship Type="http://schemas.openxmlformats.org/officeDocument/2006/relationships/slide" Target="/ppt/slides/slide7.xml" Id="R37816d9180ca4518" /><Relationship Type="http://schemas.openxmlformats.org/officeDocument/2006/relationships/slide" Target="/ppt/slides/slide8.xml" Id="R4fd9a8976dbb4be2" /><Relationship Type="http://schemas.openxmlformats.org/officeDocument/2006/relationships/slide" Target="/ppt/slides/slide9.xml" Id="R38b6cf0d2dcd4ee8" /><Relationship Type="http://schemas.openxmlformats.org/officeDocument/2006/relationships/slide" Target="/ppt/slides/slide10.xml" Id="R8bba4390a339475e" /><Relationship Type="http://schemas.openxmlformats.org/officeDocument/2006/relationships/slide" Target="/ppt/slides/slide11.xml" Id="R35db75e6a59d47be" /><Relationship Type="http://schemas.openxmlformats.org/officeDocument/2006/relationships/slide" Target="/ppt/slides/slide12.xml" Id="R9e8f9d6ac82646dd" /><Relationship Type="http://schemas.openxmlformats.org/officeDocument/2006/relationships/slide" Target="/ppt/slides/slide13.xml" Id="R3d613747254f465e" /><Relationship Type="http://schemas.openxmlformats.org/officeDocument/2006/relationships/slide" Target="/ppt/slides/slide14.xml" Id="R483f0fc8d1b74062" /><Relationship Type="http://schemas.openxmlformats.org/officeDocument/2006/relationships/slide" Target="/ppt/slides/slide15.xml" Id="R3aa4973e43a741de" /><Relationship Type="http://schemas.openxmlformats.org/officeDocument/2006/relationships/slide" Target="/ppt/slides/slide16.xml" Id="Re8855db0c8144f89" /><Relationship Type="http://schemas.openxmlformats.org/officeDocument/2006/relationships/slide" Target="/ppt/slides/slide17.xml" Id="R5efa60296d064a00" /><Relationship Type="http://schemas.openxmlformats.org/officeDocument/2006/relationships/slide" Target="/ppt/slides/slide18.xml" Id="R3ebc6e086bae4e08" /><Relationship Type="http://schemas.openxmlformats.org/officeDocument/2006/relationships/slide" Target="/ppt/slides/slide19.xml" Id="Rc611f1c70b7345e4" /><Relationship Type="http://schemas.openxmlformats.org/officeDocument/2006/relationships/slide" Target="/ppt/slides/slide20.xml" Id="R9950a3963f3d421d" /><Relationship Type="http://schemas.openxmlformats.org/officeDocument/2006/relationships/slide" Target="/ppt/slides/slide21.xml" Id="R5c4da6bdae8d468d" /><Relationship Type="http://schemas.openxmlformats.org/officeDocument/2006/relationships/slide" Target="/ppt/slides/slide22.xml" Id="Re144dba1006e449e" /><Relationship Type="http://schemas.openxmlformats.org/officeDocument/2006/relationships/slide" Target="/ppt/slides/slide23.xml" Id="R1cd5c48010c44130" /><Relationship Type="http://schemas.openxmlformats.org/officeDocument/2006/relationships/slide" Target="/ppt/slides/slide24.xml" Id="Rb7e44fb29bf64ddb" /><Relationship Type="http://schemas.openxmlformats.org/officeDocument/2006/relationships/slide" Target="/ppt/slides/slide25.xml" Id="R89e02d5036534e8a" /><Relationship Type="http://schemas.openxmlformats.org/officeDocument/2006/relationships/slide" Target="/ppt/slides/slide26.xml" Id="R8cc4bcc87ad14f97" /><Relationship Type="http://schemas.openxmlformats.org/officeDocument/2006/relationships/slide" Target="/ppt/slides/slide27.xml" Id="Ra9daeea0b1e64d95" /><Relationship Type="http://schemas.openxmlformats.org/officeDocument/2006/relationships/slide" Target="/ppt/slides/slide28.xml" Id="Rceceefbc91f24b5f" /><Relationship Type="http://schemas.openxmlformats.org/officeDocument/2006/relationships/slide" Target="/ppt/slides/slide29.xml" Id="R965a818a05914048" /><Relationship Type="http://schemas.openxmlformats.org/officeDocument/2006/relationships/slide" Target="/ppt/slides/slide30.xml" Id="R7ca53961377e4b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6.xml" Id="R30aa65147a7d4a6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필수] 레슨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150428b9fd4d7b" /><Relationship Type="http://schemas.openxmlformats.org/officeDocument/2006/relationships/notesMaster" Target="/ppt/notesMasters/notesMaster1.xml" Id="Rd4d99541d74f42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83eac7422940db" /><Relationship Type="http://schemas.openxmlformats.org/officeDocument/2006/relationships/notesMaster" Target="/ppt/notesMasters/notesMaster1.xml" Id="R860e323f407c4d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8ab7d0c1094230" /><Relationship Type="http://schemas.openxmlformats.org/officeDocument/2006/relationships/notesMaster" Target="/ppt/notesMasters/notesMaster1.xml" Id="R18d711fb2a9d42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23b2e53f5346ca" /><Relationship Type="http://schemas.openxmlformats.org/officeDocument/2006/relationships/notesMaster" Target="/ppt/notesMasters/notesMaster1.xml" Id="Rf6e0edd02e294d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d66c0ee1f54f13" /><Relationship Type="http://schemas.openxmlformats.org/officeDocument/2006/relationships/notesMaster" Target="/ppt/notesMasters/notesMaster1.xml" Id="R79e3f4e2b8834d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2f9c2531264910" /><Relationship Type="http://schemas.openxmlformats.org/officeDocument/2006/relationships/notesMaster" Target="/ppt/notesMasters/notesMaster1.xml" Id="Reee04d1f731e4a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0d981e050c4486" /><Relationship Type="http://schemas.openxmlformats.org/officeDocument/2006/relationships/notesMaster" Target="/ppt/notesMasters/notesMaster1.xml" Id="R54f42a5f65364f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36cd0043554dc2" /><Relationship Type="http://schemas.openxmlformats.org/officeDocument/2006/relationships/notesMaster" Target="/ppt/notesMasters/notesMaster1.xml" Id="R2af0d35e4fe046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cbaa17808f34f65" /><Relationship Type="http://schemas.openxmlformats.org/officeDocument/2006/relationships/notesMaster" Target="/ppt/notesMasters/notesMaster1.xml" Id="R02c2f9a9c10740e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2f2e08a2d5849f4" /><Relationship Type="http://schemas.openxmlformats.org/officeDocument/2006/relationships/notesMaster" Target="/ppt/notesMasters/notesMaster1.xml" Id="R02695983f2644a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a991eff61449b8" /><Relationship Type="http://schemas.openxmlformats.org/officeDocument/2006/relationships/notesMaster" Target="/ppt/notesMasters/notesMaster1.xml" Id="Rf4c5d6dc11794a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c2106a96bf2451f" /><Relationship Type="http://schemas.openxmlformats.org/officeDocument/2006/relationships/notesMaster" Target="/ppt/notesMasters/notesMaster1.xml" Id="R7b5dfe5095134b6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12db7bbe534d7c" /><Relationship Type="http://schemas.openxmlformats.org/officeDocument/2006/relationships/notesMaster" Target="/ppt/notesMasters/notesMaster1.xml" Id="R2e9bfce819b844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c80c5cda604abf" /><Relationship Type="http://schemas.openxmlformats.org/officeDocument/2006/relationships/notesMaster" Target="/ppt/notesMasters/notesMaster1.xml" Id="Rbe03045e49f94d2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12f6c2d0c1d4fc7" /><Relationship Type="http://schemas.openxmlformats.org/officeDocument/2006/relationships/notesMaster" Target="/ppt/notesMasters/notesMaster1.xml" Id="R2b5c546d3122489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2e5800b7d34819" /><Relationship Type="http://schemas.openxmlformats.org/officeDocument/2006/relationships/notesMaster" Target="/ppt/notesMasters/notesMaster1.xml" Id="R38b47d8cac944e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33f8e6a318a4376" /><Relationship Type="http://schemas.openxmlformats.org/officeDocument/2006/relationships/notesMaster" Target="/ppt/notesMasters/notesMaster1.xml" Id="R9abb4fa33e7842f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5ac3f43df4485b" /><Relationship Type="http://schemas.openxmlformats.org/officeDocument/2006/relationships/notesMaster" Target="/ppt/notesMasters/notesMaster1.xml" Id="R70bb01ee68684ff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08e0827895c4f0c" /><Relationship Type="http://schemas.openxmlformats.org/officeDocument/2006/relationships/notesMaster" Target="/ppt/notesMasters/notesMaster1.xml" Id="Rba615f0d688549b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14178e50fdd4d15" /><Relationship Type="http://schemas.openxmlformats.org/officeDocument/2006/relationships/notesMaster" Target="/ppt/notesMasters/notesMaster1.xml" Id="R2487f01964234c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73007a04d84b17" /><Relationship Type="http://schemas.openxmlformats.org/officeDocument/2006/relationships/notesMaster" Target="/ppt/notesMasters/notesMaster1.xml" Id="Rd9b2340d97c4443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cb8ac0bbad14388" /><Relationship Type="http://schemas.openxmlformats.org/officeDocument/2006/relationships/notesMaster" Target="/ppt/notesMasters/notesMaster1.xml" Id="Rd18c507a6932403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db911bac462422d" /><Relationship Type="http://schemas.openxmlformats.org/officeDocument/2006/relationships/notesMaster" Target="/ppt/notesMasters/notesMaster1.xml" Id="Rb0e2adf77f3a467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26560652d4a4e53" /><Relationship Type="http://schemas.openxmlformats.org/officeDocument/2006/relationships/notesMaster" Target="/ppt/notesMasters/notesMaster1.xml" Id="R53084b241cda4f7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478633b2d6d444f" /><Relationship Type="http://schemas.openxmlformats.org/officeDocument/2006/relationships/notesMaster" Target="/ppt/notesMasters/notesMaster1.xml" Id="R0be2864457c74fb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8890fa2bb8f498c" /><Relationship Type="http://schemas.openxmlformats.org/officeDocument/2006/relationships/notesMaster" Target="/ppt/notesMasters/notesMaster1.xml" Id="Reb6ca82060a8419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fa0a388c68646e3" /><Relationship Type="http://schemas.openxmlformats.org/officeDocument/2006/relationships/notesMaster" Target="/ppt/notesMasters/notesMaster1.xml" Id="R8869069ec58a4a5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88e3e25a4014f86" /><Relationship Type="http://schemas.openxmlformats.org/officeDocument/2006/relationships/notesMaster" Target="/ppt/notesMasters/notesMaster1.xml" Id="R7bf71116b77043d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8091779fd8b4f97" /><Relationship Type="http://schemas.openxmlformats.org/officeDocument/2006/relationships/notesMaster" Target="/ppt/notesMasters/notesMaster1.xml" Id="R4595d40d8d71421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ccef44a0ba44624" /><Relationship Type="http://schemas.openxmlformats.org/officeDocument/2006/relationships/notesMaster" Target="/ppt/notesMasters/notesMaster1.xml" Id="Rb428955398274d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Indexer는 파일을 바로 벡터 DB에 넣지 않습니다. 먼저 원문을 고르고, 내용을 추출하고, 메타데이터와 개인정보를 검사한 뒤 청크와 임베딩을 만듭니다. 마지막에는 벡터 저장 건수와 BM25 색인 발행 결과까지 확인합니다.</a:t>
            </a:r>
          </a:p>
          <a:p xmlns:a="http://schemas.openxmlformats.org/drawingml/2006/main">
            <a:r>
              <a:t/>
            </a:r>
          </a:p>
          <a:p xmlns:a="http://schemas.openxmlformats.org/drawingml/2006/main">
            <a:r>
              <a:t>소스 근거: hybrid-ai-lab/vector/indexer/app/application/graph.py:222-258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입력은 약관 PDF인 D1, 혜택 PDF인 D2, 상담 텍스트인 D3로 서로 다릅니다. 추출 단계가 각 형식을 읽은 뒤 본문은 `page_content`, 검색과 추적에 필요한 정보는 `metadata`에 담습니다. 이후 단계는 원래 파일 형식 대신 같은 Document 계약만 다루면 됩니다.</a:t>
            </a:r>
          </a:p>
          <a:p xmlns:a="http://schemas.openxmlformats.org/drawingml/2006/main">
            <a:r>
              <a:t/>
            </a:r>
          </a:p>
          <a:p xmlns:a="http://schemas.openxmlformats.org/drawingml/2006/main">
            <a:r>
              <a:t>소스 근거: hybrid-ai-lab/vector/indexer/app/application/graph.py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`apply_profile`은 파일별 관리 규칙을 찾아 담당 부서와 공개 등급 같은 값을 적용합니다. 이어서 `validate_metadata`가 공통 필수값, 문서 유형별 필수값, 허용값, 본문 존재 여부, 상담 가명화 상태를 검사합니다. 오류가 있으면 색인으로 넘어가지 않고 종료합니다.</a:t>
            </a:r>
          </a:p>
          <a:p xmlns:a="http://schemas.openxmlformats.org/drawingml/2006/main">
            <a:r>
              <a:t/>
            </a:r>
          </a:p>
          <a:p xmlns:a="http://schemas.openxmlformats.org/drawingml/2006/main">
            <a:r>
              <a:t>소스 근거: hybrid-ai-lab/vector/indexer/app/application/graph.py; indexer/app/domain/validation.py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PDF의 한 줄마다 글자와 사각형 좌표를 함께 수집합니다. 페이지 높이의 상단 5.5%와 하단 5% 영역에서 두 페이지 이상 반복되는 문구나 페이지 번호를 제거합니다. 시행일·버전·작성일 같은 정보는 메타데이터로 남깁니다.</a:t>
            </a:r>
          </a:p>
          <a:p xmlns:a="http://schemas.openxmlformats.org/drawingml/2006/main">
            <a:r>
              <a:t/>
            </a:r>
          </a:p>
          <a:p xmlns:a="http://schemas.openxmlformats.org/drawingml/2006/main">
            <a:r>
              <a:t>소스 근거: hybrid-ai-lab/vector/indexer/app/infrastructure/pdf_reader.py:96-153,277-365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표가 감지되면 행과 열을 마크다운 표로 바꾸고, 같은 영역의 일반 텍스트는 본문에서 제거합니다. 원문 글자와 추출한 표의 글자가 맞지 않으면 변환을 강행하지 않고 위치 기반 텍스트를 유지합니다. 마지막에는 본문과 표를 페이지의 읽기 순서에 맞게 다시 합칩니다.</a:t>
            </a:r>
          </a:p>
          <a:p xmlns:a="http://schemas.openxmlformats.org/drawingml/2006/main">
            <a:r>
              <a:t/>
            </a:r>
          </a:p>
          <a:p xmlns:a="http://schemas.openxmlformats.org/drawingml/2006/main">
            <a:r>
              <a:t>소스 근거: hybrid-ai-lab/vector/indexer/app/infrastructure/pdf_reader.py:201-268,381-412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`[상담ID]` 머리글을 기준으로 상담 한 건씩 나눕니다. 고객명·상담사명·전화·이메일·카드번호는 제거하고, 회원번호와 상담사는 해시 기반 가명 ID로 바꾸며 나이는 연령대로 일반화합니다. 처리 후에도 원본 회원 ID나 연락처 패턴이 남아 있으면 전체 레코드를 오류로 중단합니다.</a:t>
            </a:r>
          </a:p>
          <a:p xmlns:a="http://schemas.openxmlformats.org/drawingml/2006/main">
            <a:r>
              <a:t/>
            </a:r>
          </a:p>
          <a:p xmlns:a="http://schemas.openxmlformats.org/drawingml/2006/main">
            <a:r>
              <a:t>소스 근거: hybrid-ai-lab/vector/indexer/app/domain/consultations.py:52-190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D1 약관은 조항 단위, D2 혜택은 카드·혜택 단위, D3 상담은 대화 턴 단위로 먼저 묶습니다. 길이가 큰 D1·D2는 문장이나 표의 행 경계를 따라 나누고, D3는 기본 4개 대화 턴씩 나누며 1턴을 겹칩니다. 이 방식은 검색 결과만 보고도 조항·혜택·상담 흐름을 이해하기 쉽게 만듭니다.</a:t>
            </a:r>
          </a:p>
          <a:p xmlns:a="http://schemas.openxmlformats.org/drawingml/2006/main">
            <a:r>
              <a:t/>
            </a:r>
          </a:p>
          <a:p xmlns:a="http://schemas.openxmlformats.org/drawingml/2006/main">
            <a:r>
              <a:t>소스 근거: hybrid-ai-lab/vector/indexer/app/domain/chunking.py:93-519; indexer/app/application/graph.py:455-540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청크별로 본문 SHA-256과 메타데이터 SHA-256을 이전 manifest와 비교합니다. 둘 다 같으면 임베딩을 건너뛰고, 하나라도 달라지면 새 벡터를 만듭니다. 메타데이터 변경도 권한 필터 결과에 영향을 주므로 재임베딩 대상입니다. 임베딩은 정규화된 벡터로 만들고 Chroma에 본문·메타데이터와 함께 upsert합니다.</a:t>
            </a:r>
          </a:p>
          <a:p xmlns:a="http://schemas.openxmlformats.org/drawingml/2006/main">
            <a:r>
              <a:t/>
            </a:r>
          </a:p>
          <a:p xmlns:a="http://schemas.openxmlformats.org/drawingml/2006/main">
            <a:r>
              <a:t>소스 근거: hybrid-ai-lab/vector/indexer/app/application/graph.py:556-639; indexer/app/infrastructure/embedder.py:39-160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검증된 전체 청크를 Kiwi로 토큰화하고 BM25S 역색인을 새 세대 폴더에 만듭니다. D2 메타데이터의 카드명은 자동 사전에 추가하지만, OOV 후보는 검토 파일에만 저장하고 자동 등록하지 않습니다. 모든 파일 저장이 끝난 뒤 `active_index.json`을 마지막에 바꿔 새 세대를 활성화합니다.</a:t>
            </a:r>
          </a:p>
          <a:p xmlns:a="http://schemas.openxmlformats.org/drawingml/2006/main">
            <a:r>
              <a:t/>
            </a:r>
          </a:p>
          <a:p xmlns:a="http://schemas.openxmlformats.org/drawingml/2006/main">
            <a:r>
              <a:t>소스 근거: hybrid-ai-lab/vector/indexer/app/application/graph.py:754-839; indexer/app/infrastructure/lexical_index.py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입력과 색인을 확인하고 원 질문 벡터 검색을 정확히 한 번 실행합니다. 그 점수로 질문 변환 검토 여부를 판단한 다음, 원 질문 결과를 완성하고 변환 질문이 있으면 별도로 검색합니다. 마지막 정리는 RRF 또는 리랭커가 맡습니다.</a:t>
            </a:r>
          </a:p>
          <a:p xmlns:a="http://schemas.openxmlformats.org/drawingml/2006/main">
            <a:r>
              <a:t/>
            </a:r>
          </a:p>
          <a:p xmlns:a="http://schemas.openxmlformats.org/drawingml/2006/main">
            <a:r>
              <a:t>소스 근거: hybrid-ai-lab/vector/retriever/app/application/graph.py:455-563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검색 1위의 원 벡터 점수가 0.62보다 낮거나 없으면 `needs_check`로 종료합니다. 통과하면 검색 근거를 XML 데이터로 감싼 프롬프트를 만들고 구조화 답변을 생성합니다. 인용 검증에 실패하면 수정 지침을 넣어 다시 생성하며, 허용 횟수를 넘으면 멈춥니다.</a:t>
            </a:r>
          </a:p>
          <a:p xmlns:a="http://schemas.openxmlformats.org/drawingml/2006/main">
            <a:r>
              <a:t/>
            </a:r>
          </a:p>
          <a:p xmlns:a="http://schemas.openxmlformats.org/drawingml/2006/main">
            <a:r>
              <a:t>소스 근거: hybrid-ai-lab/vector/retriever/app/application/graph.py:181-214,319-330,669-709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`vector`는 의미 유사도만, `vector_rerank`는 의미 후보를 리랭커가 다시 정렬합니다. `hybrid`는 벡터와 BM25 점수를 합치고, `hybrid_rerank`는 그 후보를 다시 정렬합니다. 기본 `top_k=5`일 때 일반 모드는 원시 후보 20개에서 최종 5개를, 리랭크 모드는 원시 후보 40개에서 질문별 10개를 유지한 뒤 최종 5개를 만듭니다.</a:t>
            </a:r>
          </a:p>
          <a:p xmlns:a="http://schemas.openxmlformats.org/drawingml/2006/main">
            <a:r>
              <a:t/>
            </a:r>
          </a:p>
          <a:p xmlns:a="http://schemas.openxmlformats.org/drawingml/2006/main">
            <a:r>
              <a:t>소스 근거: hybrid-ai-lab/vector/retriever/app/application/graph.py:579-598,818-833,917-1023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변환 기본값은 `off`이므로 평소에는 이 관문을 사용하지 않습니다. `auto`일 때 원 질문 벡터 검색의 최고 점수가 0.86 이상이면 그대로 진행하고, 0.86 미만이거나 결과가 없으면 라우터에게 판단을 요청합니다. 낮은 점수는 변환 확정이 아니라 `keep`, `clarify`, `transform` 중 무엇이 나은지 검토하는 조건입니다.</a:t>
            </a:r>
          </a:p>
          <a:p xmlns:a="http://schemas.openxmlformats.org/drawingml/2006/main">
            <a:r>
              <a:t/>
            </a:r>
          </a:p>
          <a:p xmlns:a="http://schemas.openxmlformats.org/drawingml/2006/main">
            <a:r>
              <a:t>소스 근거: hybrid-ai-lab/vector/retriever/app/application/graph.py:838-911; retriever/app/settings.py:177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`rewrite`는 검색하기 좋은 한 문장으로 다듬고, `multi`는 같은 의도를 다른 표현 3개로 만듭니다. `hyde`는 문서에 나올 법한 표현을 만들며, `stepback`은 너무 구체적인 질문을 상위 원칙으로 넓힙니다. `decomposition`은 비교 대상이나 조건을 2 ~ 4개의 독립 질문으로 나눕니다.</a:t>
            </a:r>
          </a:p>
          <a:p xmlns:a="http://schemas.openxmlformats.org/drawingml/2006/main">
            <a:r>
              <a:t/>
            </a:r>
          </a:p>
          <a:p xmlns:a="http://schemas.openxmlformats.org/drawingml/2006/main">
            <a:r>
              <a:t>소스 근거: hybrid-ai-lab/vector/retriever/app/domain/query_transform.py:10-176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벡터 후보와 BM25 상위 후보를 청크 ID로 합쳐 전체 후보 집합을 만듭니다. 한쪽 검색에 없는 후보는 그쪽 원점수를 0으로 넣은 뒤, 양쪽 점수를 각각 최소-최대 정규화합니다. 최종 점수는 `0.6 × vector_norm + 0.4 × bm25_norm`입니다.</a:t>
            </a:r>
          </a:p>
          <a:p xmlns:a="http://schemas.openxmlformats.org/drawingml/2006/main">
            <a:r>
              <a:t/>
            </a:r>
          </a:p>
          <a:p xmlns:a="http://schemas.openxmlformats.org/drawingml/2006/main">
            <a:r>
              <a:t>소스 근거: hybrid-ai-lab/vector/retriever/app/domain/scoring.py:11-95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 질문 결과는 `baseline_hits`로 보존합니다. 변환 질문은 각각 vector 계열이면 벡터만, hybrid 계열이면 벡터와 BM25를 합친 후보군을 따로 만듭니다. 이 그룹들은 일반 모드에서는 RRF의 입력이 되고, 리랭크 모드에서는 각 질문과 해당 후보를 짝지어 재평가하는 입력이 됩니다.</a:t>
            </a:r>
          </a:p>
          <a:p xmlns:a="http://schemas.openxmlformats.org/drawingml/2006/main">
            <a:r>
              <a:t/>
            </a:r>
          </a:p>
          <a:p xmlns:a="http://schemas.openxmlformats.org/drawingml/2006/main">
            <a:r>
              <a:t>소스 근거: hybrid-ai-lab/vector/retriever/app/application/graph.py:990-1070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벡터 점수와 질문별 검색 점수는 크기를 직접 비교하기 어렵습니다. 그래서 각 후보가 원 질문과 변환 질문에서 몇 위였는지를 사용하고, `가중치 ÷ (60 + 순위)`를 모두 더합니다. 일반 변환에서는 원 질문 가중치가 0.5이고, 나머지 0.5를 변환 질문 수로 나눕니다.</a:t>
            </a:r>
          </a:p>
          <a:p xmlns:a="http://schemas.openxmlformats.org/drawingml/2006/main">
            <a:r>
              <a:t/>
            </a:r>
          </a:p>
          <a:p xmlns:a="http://schemas.openxmlformats.org/drawingml/2006/main">
            <a:r>
              <a:t>소스 근거: hybrid-ai-lab/vector/retriever/app/domain/query_transform.py:182-294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변환이 없으면 원 질문 후보만 Cross-Encoder로 점수화하고 상위 결과를 고릅니다. 변환 질문이 있으면 원 질문과 각 변환 질문의 후보군을 따로 리랭킹합니다. 일반 변환 기법은 각 그룹 안의 새 순위를 가중 RRF로 합치며, 리랭커 점수 자체를 서로 더하지 않습니다.</a:t>
            </a:r>
          </a:p>
          <a:p xmlns:a="http://schemas.openxmlformats.org/drawingml/2006/main">
            <a:r>
              <a:t/>
            </a:r>
          </a:p>
          <a:p xmlns:a="http://schemas.openxmlformats.org/drawingml/2006/main">
            <a:r>
              <a:t>소스 근거: hybrid-ai-lab/vector/retriever/app/application/graph.py:1075-1164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하위 질문에서 리랭킹 상위 3개를 후보로 가져오고, 같은 청크가 여러 하위 질문에 있으면 가장 높은 점수를 사용합니다. 최종 점수는 `0.9 × 최고 하위 질문 점수 + 0.1 × 원 질문 점수`입니다. 원 질문에만 있던 후보는 `0.1 × 원 질문 점수`로 남아 복합 질문의 각 부분과 전체 맥락을 함께 반영합니다.</a:t>
            </a:r>
          </a:p>
          <a:p xmlns:a="http://schemas.openxmlformats.org/drawingml/2006/main">
            <a:r>
              <a:t/>
            </a:r>
          </a:p>
          <a:p xmlns:a="http://schemas.openxmlformats.org/drawingml/2006/main">
            <a:r>
              <a:t>소스 근거: hybrid-ai-lab/vector/retriever/app/domain/query_transform.py:297-427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메시지: 자동화의 목적은 '사람 대체'가 아니라 '사람이 더 중요한 일에 집중'.
[발표] 골든서클 WHY. 청중에게 '내 업무 중 매번 반복하는 일'을 떠올리게 함(2주 과제 복선). 자동화는 일자리 위협이 아니라 단순 반복에서 벗어나 판단·창의에 집중하는 도구. 보안 IC 기업 특성상 '사람 최종 승인'이 기본 전제임을 미리 암시. 출처: https://platform.claude.com/docs/en/build-with-claude/prompt-engineering/claude-prompting-best-practices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Transform gate는 원 질문의 첫 벡터 검색 Top1만 보고 질문 변환 검토 여부를 정합니다. Answer gate는 RRF나 리랭킹까지 끝난 최종 1위의 원 `vector_score`를 보고 답변 생성 가능 여부를 정합니다. BM25에만 잡힌 후보처럼 원 벡터 점수가 없으면 답변 관문을 통과하지 못합니다.</a:t>
            </a:r>
          </a:p>
          <a:p xmlns:a="http://schemas.openxmlformats.org/drawingml/2006/main">
            <a:r>
              <a:t/>
            </a:r>
          </a:p>
          <a:p xmlns:a="http://schemas.openxmlformats.org/drawingml/2006/main">
            <a:r>
              <a:t>소스 근거: hybrid-ai-lab/vector/retriever/app/application/graph.py:181-214,838-911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검색 결과마다 순번·청크 ID·문서 유형·원문 문서·위치·본문을 XML 블록에 넣습니다. 사용자 질문과 수정 지침도 별도 태그로 감싸 지시문과 검색 데이터가 섞이지 않게 합니다. LLM은 자유로운 문장이 아니라 `conclusion`, `caution`, `evidence[{ref, quote}]` 구조로 답변합니다.</a:t>
            </a:r>
          </a:p>
          <a:p xmlns:a="http://schemas.openxmlformats.org/drawingml/2006/main">
            <a:r>
              <a:t/>
            </a:r>
          </a:p>
          <a:p xmlns:a="http://schemas.openxmlformats.org/drawingml/2006/main">
            <a:r>
              <a:t>소스 근거: hybrid-ai-lab/vector/retriever/app/application/graph.py:1169-1250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`ref`가 검색 결과 범위 안인지 먼저 확인합니다. 인용문은 공백과 따옴표 차이만 정규화한 뒤 해당 청크 본문에 연속된 원문으로 존재하는지 검사합니다. 위치 정보가 비어 있지 않은지도 확인하고, 실패 원인별 수정 지침을 만듭니다. 의미가 올바른지는 별도 사람 검토가 필요하다는 표시를 남깁니다.</a:t>
            </a:r>
          </a:p>
          <a:p xmlns:a="http://schemas.openxmlformats.org/drawingml/2006/main">
            <a:r>
              <a:t/>
            </a:r>
          </a:p>
          <a:p xmlns:a="http://schemas.openxmlformats.org/drawingml/2006/main">
            <a:r>
              <a:t>소스 근거: hybrid-ai-lab/vector/retriever/app/domain/scoring.py:117-245; retriever/app/domain/location.py:8-26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 실패 사유를 `&lt;수정지침&gt;`으로 넣어 `build_prompt`부터 다시 실행합니다. `MAX_REPAIRS=2`이므로 근거 검증 실패 후 답변을 다시 만드는 횟수는 최대 2회입니다. LLM 호출 예산은 API 요청당 기본 2회, CLI 실행당 기본 8회이며, 어느 제한이 먼저 닿든 `halted_by_limit`로 멈춥니다.</a:t>
            </a:r>
          </a:p>
          <a:p xmlns:a="http://schemas.openxmlformats.org/drawingml/2006/main">
            <a:r>
              <a:t/>
            </a:r>
          </a:p>
          <a:p xmlns:a="http://schemas.openxmlformats.org/drawingml/2006/main">
            <a:r>
              <a:t>소스 근거: hybrid-ai-lab/vector/retriever/app/application/graph.py:188-192,343-382,561-563; retriever/app/settings.py:159-191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메시지: 자동화의 목적은 '사람 대체'가 아니라 '사람이 더 중요한 일에 집중'.
[발표] 골든서클 WHY. 청중에게 '내 업무 중 매번 반복하는 일'을 떠올리게 함(2주 과제 복선). 자동화는 일자리 위협이 아니라 단순 반복에서 벗어나 판단·창의에 집중하는 도구. 보안 IC 기업 특성상 '사람 최종 승인'이 기본 전제임을 미리 암시. 출처: https://platform.claude.com/docs/en/build-with-claude/prompt-engineering/claude-prompting-best-practices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'에이전틱(agentic) = 스스로 파일을 찾고 작업을 단계별로 수행'을 한 줄로 풀어준다. 비개발자가 겁먹지 않도록 '코드를 몰라도 자연어로 시키면 된다' + '검은 명령창이 아니라 친숙한 GUI'를 반복 강조. 데스크톱 앱은 별도 빌드가 아니라 Claude 앱(Chat·Cowork·Code)의 Code 탭이며 CLI와 동일 엔진·설정(CLAUDE.md·MCP·skills) 공유. 출처: https://code.claude.com/docs/en/overview, https://code.claude.com/docs/en/desktop-quickstart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latin typeface="Chilgok Gwon Anja"/>
              <a:ea typeface="Chilgok Gwon Anja"/>
              <a:cs typeface="Chilgok Gwon Anja"/>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6950f9fef74d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138233369d245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02b2e076424c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f8d38949eba4b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ee7d7ece1ed84bb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2.xml" Id="Red3ecac49c204d4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3.xml" Id="Rcdb2339dc0ce43f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4.xml" Id="R3df0d3532e0c468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4.xml" Id="Rd4e01822a275419e" /></Relationships>
</file>

<file path=ppt/slideLayouts/slideLayout1.xml><?xml version="1.0" encoding="utf-8"?>
<p:sldLayout xmlns:p="http://schemas.openxmlformats.org/presentationml/2006/main" preserve="1" userDrawn="1">
  <p:cSld name="레슨명">
    <p:spTree>
      <p:nvGrpSpPr>
        <p:cNvPr id="1" name=""/>
        <p:cNvGrpSpPr/>
        <p:nvPr/>
      </p:nvGrpSpPr>
      <p:grpSpPr>
        <a:xfrm xmlns:a="http://schemas.openxmlformats.org/drawingml/2006/main"/>
      </p:grpSpPr>
      <p:sp>
        <p:nvSpPr>
          <p:cNvPr id="6" name="텍스트 개체 틀 5">
            <a:extLst xmlns:a="http://schemas.openxmlformats.org/drawingml/2006/main">
              <a:ext uri="{FF2B5EF4-FFF2-40B4-BE49-F238E27FC236}">
                <a16:creationId xmlns:a16="http://schemas.microsoft.com/office/drawing/2014/main" id="{C53F5F21-2B28-AE43-9DA2-A7B0FC6B0A24}"/>
              </a:ext>
            </a:extLst>
          </p:cNvPr>
          <p:cNvSpPr>
            <a:spLocks xmlns:a="http://schemas.openxmlformats.org/drawingml/2006/main" noGrp="1"/>
          </p:cNvSpPr>
          <p:nvPr>
            <p:ph type="body" idx="11" hasCustomPrompt="1"/>
          </p:nvPr>
        </p:nvSpPr>
        <p:spPr>
          <a:xfrm xmlns:a="http://schemas.openxmlformats.org/drawingml/2006/main">
            <a:off x="1611630" y="3782402"/>
            <a:ext cx="11407140" cy="664797"/>
          </a:xfrm>
          <a:prstGeom xmlns:a="http://schemas.openxmlformats.org/drawingml/2006/main" prst="rect">
            <a:avLst/>
          </a:prstGeom>
        </p:spPr>
        <p:txBody>
          <a:bodyPr xmlns:a="http://schemas.openxmlformats.org/drawingml/2006/main" lIns="0" tIns="0" rIns="0" bIns="0" anchor="ctr">
            <a:spAutoFit/>
          </a:bodyPr>
          <a:lstStyle xmlns:a="http://schemas.openxmlformats.org/drawingml/2006/main">
            <a:lvl1pPr marL="0" indent="0">
              <a:buNone/>
              <a:defRPr sz="4320" b="1" i="0">
                <a:solidFill>
                  <a:srgbClr val="00BBFF"/>
                </a:solidFill>
                <a:latin typeface="Pretendard"/>
                <a:ea typeface="Pretendard"/>
                <a:cs typeface="Pretendard"/>
              </a:defRPr>
            </a:lvl1pPr>
          </a:lstStyle>
          <a:p xmlns:a="http://schemas.openxmlformats.org/drawingml/2006/main">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레슨 명</a:t>
            </a:r>
            <a:endParaRPr sz="4320" b="1" i="0" u="none" kern="1200" cap="none" spc="0" baseline="0">
              <a:ln>
                <a:noFill/>
              </a:ln>
              <a:solidFill>
                <a:prstClr val="black"/>
              </a:solidFill>
              <a:latin typeface="Pretendard SemiBold"/>
              <a:ea typeface="Pretendard SemiBold"/>
              <a:cs typeface="Pretendard SemiBold"/>
            </a:endParaRPr>
          </a:p>
        </p:txBody>
      </p:sp>
      <p:sp>
        <p:nvSpPr>
          <p:cNvPr id="3" name="텍스트 개체 틀 2">
            <a:extLst xmlns:a="http://schemas.openxmlformats.org/drawingml/2006/main">
              <a:ext uri="{FF2B5EF4-FFF2-40B4-BE49-F238E27FC236}">
                <a16:creationId xmlns:a16="http://schemas.microsoft.com/office/drawing/2014/main" id="{6B1DDAFE-F754-ED4C-B038-38E623E81867}"/>
              </a:ext>
            </a:extLst>
          </p:cNvPr>
          <p:cNvSpPr>
            <a:spLocks xmlns:a="http://schemas.openxmlformats.org/drawingml/2006/main" noGrp="1"/>
          </p:cNvSpPr>
          <p:nvPr>
            <p:ph type="body" idx="12" hasCustomPrompt="1"/>
          </p:nvPr>
        </p:nvSpPr>
        <p:spPr>
          <a:xfrm xmlns:a="http://schemas.openxmlformats.org/drawingml/2006/main">
            <a:off x="445772" y="444907"/>
            <a:ext cx="4406264" cy="258532"/>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marL="0" indent="0">
              <a:buNone/>
              <a:defRPr sz="1680" b="0" i="0">
                <a:latin typeface="Pretendard"/>
                <a:ea typeface="Pretendard"/>
                <a:cs typeface="Pretendard"/>
              </a:defRPr>
            </a:lvl1pPr>
          </a:lstStyle>
          <a:p xmlns:a="http://schemas.openxmlformats.org/drawingml/2006/main">
            <a:pPr marL="0" marR="0" lvl="0" indent="0" algn="l" defTabSz="1097280">
              <a:lnSpc>
                <a:spcPct val="100000"/>
              </a:lnSpc>
              <a:spcBef>
                <a:spcPts val="0"/>
              </a:spcBef>
              <a:spcAft>
                <a:spcPts val="0"/>
              </a:spcAft>
              <a:buClrTx/>
              <a:buSzTx/>
              <a:buFontTx/>
              <a:buNone/>
            </a:pPr>
            <a:r>
              <a:rPr sz="1680" b="0" i="0" u="none" cap="none" spc="0">
                <a:ln>
                  <a:noFill/>
                </a:ln>
                <a:solidFill>
                  <a:prstClr val="black">
                    <a:lumMod val="85000"/>
                    <a:lumOff val="15000"/>
                  </a:prstClr>
                </a:solidFill>
                <a:latin typeface="Pretendard Medium"/>
                <a:ea typeface="Pretendard Medium"/>
                <a:cs typeface="Pretendard Medium"/>
              </a:rPr>
              <a:t>강의명</a:t>
            </a:r>
          </a:p>
        </p:txBody>
      </p:sp>
      <p:sp>
        <p:nvSpPr>
          <p:cNvPr id="10" name="텍스트 개체 틀 2">
            <a:extLst xmlns:a="http://schemas.openxmlformats.org/drawingml/2006/main">
              <a:ext uri="{FF2B5EF4-FFF2-40B4-BE49-F238E27FC236}">
                <a16:creationId xmlns:a16="http://schemas.microsoft.com/office/drawing/2014/main" id="{B2EE320A-D5D4-304E-92E5-242A401C379F}"/>
              </a:ext>
            </a:extLst>
          </p:cNvPr>
          <p:cNvSpPr>
            <a:spLocks xmlns:a="http://schemas.openxmlformats.org/drawingml/2006/main" noGrp="1"/>
          </p:cNvSpPr>
          <p:nvPr>
            <p:ph type="body" idx="13" hasCustomPrompt="1"/>
          </p:nvPr>
        </p:nvSpPr>
        <p:spPr>
          <a:xfrm xmlns:a="http://schemas.openxmlformats.org/drawingml/2006/main">
            <a:off x="5113022" y="444907"/>
            <a:ext cx="9071608" cy="258532"/>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marL="0" indent="0">
              <a:buNone/>
              <a:defRPr sz="1680" b="0" i="0">
                <a:latin typeface="Pretendard"/>
                <a:ea typeface="Pretendard"/>
                <a:cs typeface="Pretendard"/>
              </a:defRPr>
            </a:lvl1pPr>
          </a:lstStyle>
          <a:p xmlns:a="http://schemas.openxmlformats.org/drawingml/2006/main">
            <a:pPr marL="0" marR="0" lvl="0" indent="0" algn="l" defTabSz="1097280">
              <a:lnSpc>
                <a:spcPct val="100000"/>
              </a:lnSpc>
              <a:spcBef>
                <a:spcPts val="0"/>
              </a:spcBef>
              <a:spcAft>
                <a:spcPts val="0"/>
              </a:spcAft>
              <a:buClrTx/>
              <a:buSzTx/>
              <a:buFontTx/>
              <a:buNone/>
            </a:pPr>
            <a:r>
              <a:rPr sz="1680" b="0" i="0" u="none" cap="none" spc="0">
                <a:ln>
                  <a:noFill/>
                </a:ln>
                <a:solidFill>
                  <a:prstClr val="black">
                    <a:lumMod val="85000"/>
                    <a:lumOff val="15000"/>
                  </a:prstClr>
                </a:solidFill>
                <a:latin typeface="Pretendard Medium"/>
                <a:ea typeface="Pretendard Medium"/>
                <a:cs typeface="Pretendard Medium"/>
              </a:rPr>
              <a:t>SECTION </a:t>
            </a:r>
            <a:r>
              <a:rPr sz="1680" b="0" i="0" u="none" cap="none" spc="0">
                <a:ln>
                  <a:noFill/>
                </a:ln>
                <a:solidFill>
                  <a:prstClr val="black">
                    <a:lumMod val="85000"/>
                    <a:lumOff val="15000"/>
                  </a:prstClr>
                </a:solidFill>
                <a:latin typeface="Pretendard Medium"/>
                <a:ea typeface="Pretendard Medium"/>
                <a:cs typeface="Pretendard Medium"/>
              </a:rPr>
              <a:t>명</a:t>
            </a:r>
          </a:p>
        </p:txBody>
      </p:sp>
    </p:spTree>
  </p:cSld>
</p:sldLayout>
</file>

<file path=ppt/slideLayouts/slideLayout2.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userDrawn="1">
  <p:cSld name="타이틀(한 줄 입력)">
    <p:spTree>
      <p:nvGrpSpPr>
        <p:cNvPr id="1" name=""/>
        <p:cNvGrpSpPr/>
        <p:nvPr/>
      </p:nvGrpSpPr>
      <p:grpSpPr>
        <a:xfrm xmlns:a="http://schemas.openxmlformats.org/drawingml/2006/main"/>
      </p:grpSpPr>
      <p:sp>
        <p:nvSpPr>
          <p:cNvPr id="6" name="텍스트 개체 틀 5">
            <a:extLst xmlns:a="http://schemas.openxmlformats.org/drawingml/2006/main">
              <a:ext uri="{FF2B5EF4-FFF2-40B4-BE49-F238E27FC236}">
                <a16:creationId xmlns:a16="http://schemas.microsoft.com/office/drawing/2014/main" id="{56CB18B5-34B9-004A-8998-8E830A33D43A}"/>
              </a:ext>
            </a:extLst>
          </p:cNvPr>
          <p:cNvSpPr>
            <a:spLocks xmlns:a="http://schemas.openxmlformats.org/drawingml/2006/main" noGrp="1"/>
          </p:cNvSpPr>
          <p:nvPr>
            <p:ph type="body" idx="11" hasCustomPrompt="1"/>
          </p:nvPr>
        </p:nvSpPr>
        <p:spPr>
          <a:xfrm xmlns:a="http://schemas.openxmlformats.org/drawingml/2006/main">
            <a:off x="1611630" y="3524406"/>
            <a:ext cx="11407140" cy="1097280"/>
          </a:xfrm>
          <a:prstGeom xmlns:a="http://schemas.openxmlformats.org/drawingml/2006/main" prst="rect">
            <a:avLst/>
          </a:prstGeom>
        </p:spPr>
        <p:txBody>
          <a:bodyPr xmlns:a="http://schemas.openxmlformats.org/drawingml/2006/main" lIns="0" tIns="0" rIns="0" bIns="288000"/>
          <a:lstStyle xmlns:a="http://schemas.openxmlformats.org/drawingml/2006/main">
            <a:lvl1pPr marL="0" indent="0">
              <a:buNone/>
              <a:defRPr sz="4320" b="1" i="0">
                <a:latin typeface="Pretendard"/>
                <a:ea typeface="Pretendard"/>
                <a:cs typeface="Pretendard"/>
              </a:defRPr>
            </a:lvl1pPr>
          </a:lstStyle>
          <a:p xmlns:a="http://schemas.openxmlformats.org/drawingml/2006/main">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a:t>
            </a:r>
            <a:r>
              <a:rPr sz="4320" b="1" i="0" u="none" cap="none" spc="0">
                <a:ln>
                  <a:noFill/>
                </a:ln>
                <a:solidFill>
                  <a:prstClr val="black"/>
                </a:solidFill>
                <a:latin typeface="Pretendard SemiBold"/>
                <a:ea typeface="Pretendard SemiBold"/>
                <a:cs typeface="Pretendard SemiBold"/>
              </a:rPr>
              <a:t> </a:t>
            </a:r>
            <a:r>
              <a:rPr sz="4320" b="1" i="0" u="none" cap="none" spc="0">
                <a:ln>
                  <a:noFill/>
                </a:ln>
                <a:solidFill>
                  <a:prstClr val="black"/>
                </a:solidFill>
                <a:latin typeface="Pretendard SemiBold"/>
                <a:ea typeface="Pretendard SemiBold"/>
                <a:cs typeface="Pretendard SemiBold"/>
              </a:rPr>
              <a:t>(</a:t>
            </a:r>
            <a:r>
              <a:rPr sz="4320" b="1" i="0" u="none" cap="none" spc="0">
                <a:ln>
                  <a:noFill/>
                </a:ln>
                <a:solidFill>
                  <a:prstClr val="black"/>
                </a:solidFill>
                <a:latin typeface="Pretendard SemiBold"/>
                <a:ea typeface="Pretendard SemiBold"/>
                <a:cs typeface="Pretendard SemiBold"/>
              </a:rPr>
              <a:t>한 줄 입력</a:t>
            </a:r>
            <a:r>
              <a:rPr sz="4320" b="1" i="0" u="none" cap="none" spc="0">
                <a:ln>
                  <a:noFill/>
                </a:ln>
                <a:solidFill>
                  <a:prstClr val="black"/>
                </a:solidFill>
                <a:latin typeface="Pretendard SemiBold"/>
                <a:ea typeface="Pretendard SemiBold"/>
                <a:cs typeface="Pretendard SemiBold"/>
              </a:rPr>
              <a:t>)</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xmlns:a="http://schemas.openxmlformats.org/drawingml/2006/main">
              <a:ext uri="{FF2B5EF4-FFF2-40B4-BE49-F238E27FC236}">
                <a16:creationId xmlns:a16="http://schemas.microsoft.com/office/drawing/2014/main" id="{D1A66BF0-CFDB-6C4A-B293-18338A2FFF66}"/>
              </a:ext>
            </a:extLst>
          </p:cNvPr>
          <p:cNvSpPr>
            <a:spLocks xmlns:a="http://schemas.openxmlformats.org/drawingml/2006/main" noGrp="1"/>
          </p:cNvSpPr>
          <p:nvPr>
            <p:ph type="body" idx="12" hasCustomPrompt="1"/>
          </p:nvPr>
        </p:nvSpPr>
        <p:spPr>
          <a:xfrm xmlns:a="http://schemas.openxmlformats.org/drawingml/2006/main">
            <a:off x="1611629" y="4621686"/>
            <a:ext cx="11407140" cy="369332"/>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marL="0" indent="0">
              <a:buNone/>
              <a:defRPr sz="2400" b="0" i="0">
                <a:latin typeface="Pretendard"/>
                <a:ea typeface="Pretendard"/>
                <a:cs typeface="Pretendard"/>
              </a:defRPr>
            </a:lvl1pPr>
          </a:lstStyle>
          <a:p xmlns:a="http://schemas.openxmlformats.org/drawingml/2006/main">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
        <p:nvSpPr>
          <p:cNvPr id="20" name="Slide Number Placeholder 20">
            <a:extLst xmlns:a="http://schemas.openxmlformats.org/drawingml/2006/main">
              <a:ext uri="{FF2B5EF4-FFF2-40B4-BE49-F238E27FC236}">
                <a16:creationId xmlns:a16="http://schemas.microsoft.com/office/drawing/2014/main" id="{3657F255-A3BA-4D25-8054-23D915EB3526}"/>
              </a:ext>
            </a:extLst>
          </p:cNvPr>
          <p:cNvSpPr>
            <a:spLocks xmlns:a="http://schemas.openxmlformats.org/drawingml/2006/main" noGrp="1"/>
          </p:cNvSpPr>
          <p:nvPr>
            <p:ph type="sldNum" idx="4"/>
          </p:nvPr>
        </p:nvSpPr>
        <p:spPr>
          <a:xfrm xmlns:a="http://schemas.openxmlformats.org/drawingml/2006/main">
            <a:off x="6045200" y="7775887"/>
            <a:ext cx="2540000" cy="251795"/>
          </a:xfrm>
          <a:prstGeom xmlns:a="http://schemas.openxmlformats.org/drawingml/2006/main" prst="rect">
            <a:avLst/>
          </a:prstGeom>
        </p:spPr>
        <p:txBody>
          <a:bodyPr xmlns:a="http://schemas.openxmlformats.org/drawingml/2006/main" vert="horz" lIns="0" tIns="36000" rIns="0" bIns="0" anchor="ctr">
            <a:spAutoFit/>
          </a:bodyPr>
          <a:lstStyle xmlns:a="http://schemas.openxmlformats.org/drawingml/2006/main">
            <a:lvl1pPr algn="ctr">
              <a:buNone/>
              <a:defRPr sz="1400" b="0" i="0">
                <a:solidFill>
                  <a:schemeClr val="bg2">
                    <a:lumMod val="75000"/>
                  </a:schemeClr>
                </a:solidFill>
                <a:latin typeface="Pretendard"/>
                <a:ea typeface="Pretendard"/>
                <a:cs typeface="Pretendard"/>
              </a:defRPr>
            </a:lvl1pPr>
          </a:lstStyle>
          <a:p xmlns:a="http://schemas.openxmlformats.org/drawingml/2006/main">
            <a:fld id="{6D069905-AE10-E849-B625-D412908E376F}" type="slidenum">
              <a:t>‹#›</a:t>
            </a:fld>
            <a:endParaRPr>
              <a:latin typeface="Pretendard"/>
              <a:ea typeface="Pretendard"/>
              <a:cs typeface="Pretendard"/>
            </a:endParaRPr>
          </a:p>
        </p:txBody>
      </p:sp>
    </p:spTree>
  </p:cSld>
</p:sldLayout>
</file>

<file path=ppt/slideLayouts/slideLayout4.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5.xml><?xml version="1.0" encoding="utf-8"?>
<p:sldLayout xmlns:p="http://schemas.openxmlformats.org/presentationml/2006/main" preserve="1" userDrawn="1">
  <p:cSld name="내용_단쪽">
    <p:spTree>
      <p:nvGrpSpPr>
        <p:cNvPr id="1" name=""/>
        <p:cNvGrpSpPr/>
        <p:nvPr/>
      </p:nvGrpSpPr>
      <p:grpSpPr>
        <a:xfrm xmlns:a="http://schemas.openxmlformats.org/drawingml/2006/main"/>
      </p:grpSpPr>
      <p:sp>
        <p:nvSpPr>
          <p:cNvPr id="7" name="제목 6">
            <a:extLst xmlns:a="http://schemas.openxmlformats.org/drawingml/2006/main">
              <a:ext uri="{FF2B5EF4-FFF2-40B4-BE49-F238E27FC236}">
                <a16:creationId xmlns:a16="http://schemas.microsoft.com/office/drawing/2014/main" id="{1F567C2C-E8FD-074C-9A88-0B27279F61F3}"/>
              </a:ext>
            </a:extLst>
          </p:cNvPr>
          <p:cNvSpPr>
            <a:spLocks xmlns:a="http://schemas.openxmlformats.org/drawingml/2006/main" noGrp="1"/>
          </p:cNvSpPr>
          <p:nvPr>
            <p:ph type="title" idx="0" hasCustomPrompt="1"/>
          </p:nvPr>
        </p:nvSpPr>
        <p:spPr>
          <a:xfrm xmlns:a="http://schemas.openxmlformats.org/drawingml/2006/main">
            <a:off x="509567" y="99294"/>
            <a:ext cx="13738860" cy="828899"/>
          </a:xfrm>
          <a:prstGeom xmlns:a="http://schemas.openxmlformats.org/drawingml/2006/main" prst="rect">
            <a:avLst/>
          </a:prstGeom>
        </p:spPr>
        <p:txBody>
          <a:bodyPr xmlns:a="http://schemas.openxmlformats.org/drawingml/2006/main" wrap="square" lIns="0" tIns="180000" rIns="0" bIns="180000">
            <a:spAutoFit/>
          </a:bodyPr>
          <a:lstStyle xmlns:a="http://schemas.openxmlformats.org/drawingml/2006/main">
            <a:lvl1pPr>
              <a:buNone/>
              <a:defRPr sz="3200" b="1" i="0" baseline="0">
                <a:latin typeface="Pretendard"/>
                <a:ea typeface="Pretendard"/>
                <a:cs typeface="Pretendard"/>
              </a:defRPr>
            </a:lvl1pPr>
          </a:lstStyle>
          <a:p xmlns:a="http://schemas.openxmlformats.org/drawingml/2006/main">
            <a:r>
              <a:t>파트별</a:t>
            </a:r>
            <a:r>
              <a:t> 소제목</a:t>
            </a:r>
            <a:endParaRPr/>
          </a:p>
        </p:txBody>
      </p:sp>
      <p:sp>
        <p:nvSpPr>
          <p:cNvPr id="2" name="슬라이드 번호 개체 틀 5">
            <a:extLst xmlns:a="http://schemas.openxmlformats.org/drawingml/2006/main">
              <a:ext uri="{FF2B5EF4-FFF2-40B4-BE49-F238E27FC236}">
                <a16:creationId xmlns:a16="http://schemas.microsoft.com/office/drawing/2014/main" id="{3DDA118C-05D5-6480-770D-EAA836890B0F}"/>
              </a:ext>
            </a:extLst>
          </p:cNvPr>
          <p:cNvSpPr>
            <a:spLocks xmlns:a="http://schemas.openxmlformats.org/drawingml/2006/main" noGrp="1"/>
          </p:cNvSpPr>
          <p:nvPr>
            <p:ph type="sldNum" idx="4"/>
          </p:nvPr>
        </p:nvSpPr>
        <p:spPr>
          <a:xfrm xmlns:a="http://schemas.openxmlformats.org/drawingml/2006/main">
            <a:off x="10892790" y="7787640"/>
            <a:ext cx="3291840" cy="228288"/>
          </a:xfrm>
          <a:prstGeom xmlns:a="http://schemas.openxmlformats.org/drawingml/2006/main" prst="rect">
            <a:avLst/>
          </a:prstGeom>
        </p:spPr>
        <p:txBody>
          <a:bodyPr xmlns:a="http://schemas.openxmlformats.org/drawingml/2006/main" vert="horz" lIns="0" tIns="36000" rIns="0" bIns="0" anchor="ctr">
            <a:spAutoFit/>
          </a:bodyPr>
          <a:lstStyle xmlns:a="http://schemas.openxmlformats.org/drawingml/2006/main">
            <a:lvl1pPr algn="r">
              <a:buNone/>
              <a:defRPr sz="1200" b="0" i="0">
                <a:solidFill>
                  <a:schemeClr val="bg2">
                    <a:lumMod val="75000"/>
                  </a:schemeClr>
                </a:solidFill>
                <a:latin typeface="Pretendard"/>
                <a:ea typeface="Pretendard"/>
                <a:cs typeface="Pretendard"/>
              </a:defRPr>
            </a:lvl1pPr>
          </a:lstStyle>
          <a:p xmlns:a="http://schemas.openxmlformats.org/drawingml/2006/main">
            <a:fld id="{5D069905-AE10-E849-B625-D412908E376F}" type="slidenum">
              <a:t>‹#›</a:t>
            </a:fld>
            <a:endParaRPr>
              <a:latin typeface="Pretendard"/>
              <a:ea typeface="Pretendard"/>
              <a:cs typeface="Pretendard"/>
            </a:endParaRPr>
          </a:p>
        </p:txBody>
      </p:sp>
      <p:sp>
        <p:nvSpPr>
          <p:cNvPr id="3" name="Shape 2">
            <a:extLst xmlns:a="http://schemas.openxmlformats.org/drawingml/2006/main">
              <a:ext uri="{FF2B5EF4-FFF2-40B4-BE49-F238E27FC236}">
                <a16:creationId xmlns:a16="http://schemas.microsoft.com/office/drawing/2014/main" id="{407103BA-706F-CD5E-5D8C-CDBB2EFB70F6}"/>
              </a:ext>
            </a:extLst>
          </p:cNvPr>
          <p:cNvSpPr>
            <a:spLocks xmlns:a="http://schemas.openxmlformats.org/drawingml/2006/main" noGrp="1"/>
          </p:cNvSpPr>
          <p:nvPr/>
        </p:nvSpPr>
        <p:spPr>
          <a:xfrm xmlns:a="http://schemas.openxmlformats.org/drawingml/2006/main">
            <a:off x="508406" y="868680"/>
            <a:ext cx="13613587" cy="0"/>
          </a:xfrm>
          <a:prstGeom xmlns:a="http://schemas.openxmlformats.org/drawingml/2006/main" prst="line">
            <a:avLst/>
          </a:prstGeom>
          <a:noFill xmlns:a="http://schemas.openxmlformats.org/drawingml/2006/main"/>
          <a:ln xmlns:a="http://schemas.openxmlformats.org/drawingml/2006/main" w="19050">
            <a:solidFill>
              <a:srgbClr val="E2E8F0"/>
            </a:solidFill>
            <a:prstDash val="solid"/>
          </a:ln>
        </p:spPr>
        <p:txBody>
          <a:bodyPr xmlns:a="http://schemas.openxmlformats.org/drawingml/2006/main"/>
          <a:lstStyle xmlns:a="http://schemas.openxmlformats.org/drawingml/2006/main"/>
          <a:p xmlns:a="http://schemas.openxmlformats.org/drawingml/2006/main">
            <a:endParaRPr>
              <a:latin typeface="Pretendard"/>
              <a:ea typeface="Pretendard"/>
              <a:cs typeface="Pretendard"/>
            </a:endParaRPr>
          </a:p>
        </p:txBody>
      </p:sp>
    </p:spTree>
  </p:cSld>
</p:sldLayout>
</file>

<file path=ppt/slideLayouts/slideLayout6.xml><?xml version="1.0" encoding="utf-8"?>
<p:sldLayout xmlns:p="http://schemas.openxmlformats.org/presentationml/2006/main">
  <p:cSld name="MASTER">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1ED4A93-0D89-4E28-8827-B02569270AA5}"/>
              </a:ext>
            </a:extLst>
          </p:cNvPr>
          <p:cNvSpPr>
            <a:spLocks xmlns:a="http://schemas.openxmlformats.org/drawingml/2006/main" noGrp="1"/>
          </p:cNvSpPr>
          <p:nvPr/>
        </p:nvSpPr>
        <p:spPr>
          <a:xfrm xmlns:a="http://schemas.openxmlformats.org/drawingml/2006/main">
            <a:off x="457200" y="7818120"/>
            <a:ext cx="1371600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0F5A5A82-7C19-497E-A045-EBDBC8FA86EF}"/>
              </a:ext>
            </a:extLst>
          </p:cNvPr>
          <p:cNvSpPr>
            <a:spLocks xmlns:a="http://schemas.openxmlformats.org/drawingml/2006/main" noGrp="1"/>
          </p:cNvSpPr>
          <p:nvPr/>
        </p:nvSpPr>
        <p:spPr>
          <a:xfrm xmlns:a="http://schemas.openxmlformats.org/drawingml/2006/main">
            <a:off x="457200" y="7863840"/>
            <a:ext cx="9601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600">
                <a:solidFill>
                  <a:srgbClr val="6B6B7B"/>
                </a:solidFill>
                <a:latin typeface="Pretendard"/>
                <a:ea typeface="Pretendard"/>
                <a:cs typeface="Pretendard"/>
              </a:rPr>
              <a:t>ⓒ Unicorn — Claude Code 업무 자동화 부트캠프 1회차 · 무단전재 및 배포 금지</a:t>
            </a:r>
            <a:endParaRPr sz="1600"/>
          </a:p>
        </p:txBody>
      </p:sp>
      <p:sp>
        <p:nvSpPr>
          <p:cNvPr id="25" name="Slide Number Placeholder 0">
            <a:extLst xmlns:a="http://schemas.openxmlformats.org/drawingml/2006/main">
              <a:ext uri="{FF2B5EF4-FFF2-40B4-BE49-F238E27FC236}">
                <a16:creationId xmlns:a16="http://schemas.microsoft.com/office/drawing/2014/main" id="{801FEADE-E86B-4819-899B-1ECDC4D9AB57}"/>
              </a:ext>
            </a:extLst>
          </p:cNvPr>
          <p:cNvSpPr>
            <a:spLocks xmlns:a="http://schemas.openxmlformats.org/drawingml/2006/main" noGrp="1"/>
          </p:cNvSpPr>
          <p:nvPr>
            <p:ph type="sldNum" idx="4294967295"/>
          </p:nvPr>
        </p:nvSpPr>
        <p:spPr>
          <a:xfrm xmlns:a="http://schemas.openxmlformats.org/drawingml/2006/main">
            <a:off x="13624560" y="7863840"/>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600">
                <a:solidFill>
                  <a:srgbClr val="6B6B7B"/>
                </a:solidFill>
                <a:latin typeface="Pretendard"/>
                <a:ea typeface="Pretendard"/>
                <a:cs typeface="Pretendard"/>
              </a:defRPr>
            </a:lvl1pPr>
          </a:lstStyle>
          <a:p xmlns:a="http://schemas.openxmlformats.org/drawingml/2006/main">
            <a:pPr algn="r">
              <a:buNone/>
            </a:pPr>
            <a:fld id="{F7021451-1387-4CA6-816F-3879F97B5CBC}" type="slidenum">
              <a:rPr b="0"/>
              <a:t>‹#›</a:t>
            </a:fld>
            <a:endParaRPr/>
          </a:p>
        </p:txBody>
      </p:sp>
    </p:spTree>
  </p:cSld>
</p:sldLayout>
</file>

<file path=ppt/slideLayouts/slideLayout7.xml><?xml version="1.0" encoding="utf-8"?>
<p:sldLayout xmlns:p="http://schemas.openxmlformats.org/presentationml/2006/main" preserve="1" userDrawn="1">
  <p:cSld name="Section명_한 줄 입력">
    <p:spTree>
      <p:nvGrpSpPr>
        <p:cNvPr id="1" name=""/>
        <p:cNvGrpSpPr/>
        <p:nvPr/>
      </p:nvGrpSpPr>
      <p:grpSpPr>
        <a:xfrm xmlns:a="http://schemas.openxmlformats.org/drawingml/2006/main"/>
      </p:grpSpPr>
      <p:sp>
        <p:nvSpPr>
          <p:cNvPr id="6" name="텍스트 개체 틀 5">
            <a:extLst xmlns:a="http://schemas.openxmlformats.org/drawingml/2006/main">
              <a:ext uri="{FF2B5EF4-FFF2-40B4-BE49-F238E27FC236}">
                <a16:creationId xmlns:a16="http://schemas.microsoft.com/office/drawing/2014/main" id="{56CB18B5-34B9-004A-8998-8E830A33D43A}"/>
              </a:ext>
            </a:extLst>
          </p:cNvPr>
          <p:cNvSpPr>
            <a:spLocks xmlns:a="http://schemas.openxmlformats.org/drawingml/2006/main" noGrp="1"/>
          </p:cNvSpPr>
          <p:nvPr>
            <p:ph type="body" idx="11" hasCustomPrompt="1"/>
          </p:nvPr>
        </p:nvSpPr>
        <p:spPr>
          <a:xfrm xmlns:a="http://schemas.openxmlformats.org/drawingml/2006/main">
            <a:off x="1604010" y="3657770"/>
            <a:ext cx="11414760" cy="810204"/>
          </a:xfrm>
          <a:prstGeom xmlns:a="http://schemas.openxmlformats.org/drawingml/2006/main" prst="rect">
            <a:avLst/>
          </a:prstGeom>
        </p:spPr>
        <p:txBody>
          <a:bodyPr xmlns:a="http://schemas.openxmlformats.org/drawingml/2006/main" lIns="0" tIns="144000" rIns="0" bIns="0">
            <a:spAutoFit/>
          </a:bodyPr>
          <a:lstStyle xmlns:a="http://schemas.openxmlformats.org/drawingml/2006/main">
            <a:lvl1pPr marL="0" indent="0">
              <a:buNone/>
              <a:defRPr sz="4320" b="1" i="0">
                <a:solidFill>
                  <a:schemeClr val="bg2">
                    <a:lumMod val="10000"/>
                  </a:schemeClr>
                </a:solidFill>
                <a:latin typeface="Pretendard"/>
                <a:ea typeface="Pretendard"/>
                <a:cs typeface="Pretendard"/>
              </a:defRPr>
            </a:lvl1pPr>
          </a:lstStyle>
          <a:p xmlns:a="http://schemas.openxmlformats.org/drawingml/2006/main">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SECTION</a:t>
            </a:r>
            <a:r>
              <a:rPr sz="4320" b="1" i="0" u="none" cap="none" spc="0">
                <a:ln>
                  <a:noFill/>
                </a:ln>
                <a:solidFill>
                  <a:prstClr val="black"/>
                </a:solidFill>
                <a:latin typeface="Pretendard SemiBold"/>
                <a:ea typeface="Pretendard SemiBold"/>
                <a:cs typeface="Pretendard SemiBold"/>
              </a:rPr>
              <a:t>명</a:t>
            </a:r>
            <a:r>
              <a:rPr sz="4320" b="1" i="0" u="none" cap="none" spc="0">
                <a:ln>
                  <a:noFill/>
                </a:ln>
                <a:solidFill>
                  <a:prstClr val="black"/>
                </a:solidFill>
                <a:latin typeface="Pretendard SemiBold"/>
                <a:ea typeface="Pretendard SemiBold"/>
                <a:cs typeface="Pretendard SemiBold"/>
              </a:rPr>
              <a:t> (</a:t>
            </a:r>
            <a:r>
              <a:rPr sz="4320" b="1" i="0" u="none" cap="none" spc="0">
                <a:ln>
                  <a:noFill/>
                </a:ln>
                <a:solidFill>
                  <a:prstClr val="black"/>
                </a:solidFill>
                <a:latin typeface="Pretendard SemiBold"/>
                <a:ea typeface="Pretendard SemiBold"/>
                <a:cs typeface="Pretendard SemiBold"/>
              </a:rPr>
              <a:t>한 줄 입력</a:t>
            </a:r>
            <a:r>
              <a:rPr sz="4320" b="1" i="0" u="none" cap="none" spc="0">
                <a:ln>
                  <a:noFill/>
                </a:ln>
                <a:solidFill>
                  <a:prstClr val="black"/>
                </a:solidFill>
                <a:latin typeface="Pretendard SemiBold"/>
                <a:ea typeface="Pretendard SemiBold"/>
                <a:cs typeface="Pretendard SemiBold"/>
              </a:rPr>
              <a:t>)</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xmlns:a="http://schemas.openxmlformats.org/drawingml/2006/main">
              <a:ext uri="{FF2B5EF4-FFF2-40B4-BE49-F238E27FC236}">
                <a16:creationId xmlns:a16="http://schemas.microsoft.com/office/drawing/2014/main" id="{D1A66BF0-CFDB-6C4A-B293-18338A2FFF66}"/>
              </a:ext>
            </a:extLst>
          </p:cNvPr>
          <p:cNvSpPr>
            <a:spLocks xmlns:a="http://schemas.openxmlformats.org/drawingml/2006/main" noGrp="1"/>
          </p:cNvSpPr>
          <p:nvPr>
            <p:ph type="body" idx="12" hasCustomPrompt="1"/>
          </p:nvPr>
        </p:nvSpPr>
        <p:spPr>
          <a:xfrm xmlns:a="http://schemas.openxmlformats.org/drawingml/2006/main">
            <a:off x="1611630" y="3288438"/>
            <a:ext cx="11414760" cy="369332"/>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marL="0" indent="0">
              <a:buNone/>
              <a:defRPr sz="2400" b="0" i="0">
                <a:solidFill>
                  <a:schemeClr val="bg2">
                    <a:lumMod val="10000"/>
                  </a:schemeClr>
                </a:solidFill>
                <a:latin typeface="Pretendard"/>
                <a:ea typeface="Pretendard"/>
                <a:cs typeface="Pretendard"/>
              </a:defRPr>
            </a:lvl1pPr>
          </a:lstStyle>
          <a:p xmlns:a="http://schemas.openxmlformats.org/drawingml/2006/main">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강의명</a:t>
            </a:r>
          </a:p>
        </p:txBody>
      </p:sp>
    </p:spTree>
  </p:cSld>
</p:sldLayout>
</file>

<file path=ppt/slideLayouts/slideLayout8.xml><?xml version="1.0" encoding="utf-8"?>
<p:sldLayout xmlns:p="http://schemas.openxmlformats.org/presentationml/2006/main" preserve="1" userDrawn="1">
  <p:cSld name="타이틀(한 줄 입력)">
    <p:spTree>
      <p:nvGrpSpPr>
        <p:cNvPr id="1" name=""/>
        <p:cNvGrpSpPr/>
        <p:nvPr/>
      </p:nvGrpSpPr>
      <p:grpSpPr>
        <a:xfrm xmlns:a="http://schemas.openxmlformats.org/drawingml/2006/main"/>
      </p:grpSpPr>
      <p:sp>
        <p:nvSpPr>
          <p:cNvPr id="6" name="텍스트 개체 틀 5">
            <a:extLst xmlns:a="http://schemas.openxmlformats.org/drawingml/2006/main">
              <a:ext uri="{FF2B5EF4-FFF2-40B4-BE49-F238E27FC236}">
                <a16:creationId xmlns:a16="http://schemas.microsoft.com/office/drawing/2014/main" id="{56CB18B5-34B9-004A-8998-8E830A33D43A}"/>
              </a:ext>
            </a:extLst>
          </p:cNvPr>
          <p:cNvSpPr>
            <a:spLocks xmlns:a="http://schemas.openxmlformats.org/drawingml/2006/main" noGrp="1"/>
          </p:cNvSpPr>
          <p:nvPr>
            <p:ph type="body" idx="11" hasCustomPrompt="1"/>
          </p:nvPr>
        </p:nvSpPr>
        <p:spPr>
          <a:xfrm xmlns:a="http://schemas.openxmlformats.org/drawingml/2006/main">
            <a:off x="1611630" y="3524406"/>
            <a:ext cx="11407140" cy="1097280"/>
          </a:xfrm>
          <a:prstGeom xmlns:a="http://schemas.openxmlformats.org/drawingml/2006/main" prst="rect">
            <a:avLst/>
          </a:prstGeom>
        </p:spPr>
        <p:txBody>
          <a:bodyPr xmlns:a="http://schemas.openxmlformats.org/drawingml/2006/main" lIns="0" tIns="0" rIns="0" bIns="288000"/>
          <a:lstStyle xmlns:a="http://schemas.openxmlformats.org/drawingml/2006/main">
            <a:lvl1pPr marL="0" indent="0">
              <a:buNone/>
              <a:defRPr sz="4320" b="1" i="0">
                <a:latin typeface="Pretendard SemiBold"/>
                <a:ea typeface="Pretendard SemiBold"/>
                <a:cs typeface="Pretendard SemiBold"/>
              </a:defRPr>
            </a:lvl1pPr>
          </a:lstStyle>
          <a:p xmlns:a="http://schemas.openxmlformats.org/drawingml/2006/main">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a:t>
            </a:r>
            <a:r>
              <a:rPr sz="4320" b="1" i="0" u="none" cap="none" spc="0">
                <a:ln>
                  <a:noFill/>
                </a:ln>
                <a:solidFill>
                  <a:prstClr val="black"/>
                </a:solidFill>
                <a:latin typeface="Pretendard SemiBold"/>
                <a:ea typeface="Pretendard SemiBold"/>
                <a:cs typeface="Pretendard SemiBold"/>
              </a:rPr>
              <a:t> </a:t>
            </a:r>
            <a:r>
              <a:rPr sz="4320" b="1" i="0" u="none" cap="none" spc="0">
                <a:ln>
                  <a:noFill/>
                </a:ln>
                <a:solidFill>
                  <a:prstClr val="black"/>
                </a:solidFill>
                <a:latin typeface="Pretendard SemiBold"/>
                <a:ea typeface="Pretendard SemiBold"/>
                <a:cs typeface="Pretendard SemiBold"/>
              </a:rPr>
              <a:t>(</a:t>
            </a:r>
            <a:r>
              <a:rPr sz="4320" b="1" i="0" u="none" cap="none" spc="0">
                <a:ln>
                  <a:noFill/>
                </a:ln>
                <a:solidFill>
                  <a:prstClr val="black"/>
                </a:solidFill>
                <a:latin typeface="Pretendard SemiBold"/>
                <a:ea typeface="Pretendard SemiBold"/>
                <a:cs typeface="Pretendard SemiBold"/>
              </a:rPr>
              <a:t>한 줄 입력</a:t>
            </a:r>
            <a:r>
              <a:rPr sz="4320" b="1" i="0" u="none" cap="none" spc="0">
                <a:ln>
                  <a:noFill/>
                </a:ln>
                <a:solidFill>
                  <a:prstClr val="black"/>
                </a:solidFill>
                <a:latin typeface="Pretendard SemiBold"/>
                <a:ea typeface="Pretendard SemiBold"/>
                <a:cs typeface="Pretendard SemiBold"/>
              </a:rPr>
              <a:t>)</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xmlns:a="http://schemas.openxmlformats.org/drawingml/2006/main">
              <a:ext uri="{FF2B5EF4-FFF2-40B4-BE49-F238E27FC236}">
                <a16:creationId xmlns:a16="http://schemas.microsoft.com/office/drawing/2014/main" id="{D1A66BF0-CFDB-6C4A-B293-18338A2FFF66}"/>
              </a:ext>
            </a:extLst>
          </p:cNvPr>
          <p:cNvSpPr>
            <a:spLocks xmlns:a="http://schemas.openxmlformats.org/drawingml/2006/main" noGrp="1"/>
          </p:cNvSpPr>
          <p:nvPr>
            <p:ph type="body" idx="12" hasCustomPrompt="1"/>
          </p:nvPr>
        </p:nvSpPr>
        <p:spPr>
          <a:xfrm xmlns:a="http://schemas.openxmlformats.org/drawingml/2006/main">
            <a:off x="1611629" y="4621686"/>
            <a:ext cx="11407140" cy="369332"/>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marL="0" indent="0">
              <a:buNone/>
              <a:defRPr sz="2400" b="0" i="0">
                <a:latin typeface="Pretendard Medium"/>
                <a:ea typeface="Pretendard Medium"/>
                <a:cs typeface="Pretendard Medium"/>
              </a:defRPr>
            </a:lvl1pPr>
          </a:lstStyle>
          <a:p xmlns:a="http://schemas.openxmlformats.org/drawingml/2006/main">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
        <p:nvSpPr>
          <p:cNvPr id="20" name="Slide Number Placeholder 20">
            <a:extLst xmlns:a="http://schemas.openxmlformats.org/drawingml/2006/main">
              <a:ext uri="{FF2B5EF4-FFF2-40B4-BE49-F238E27FC236}">
                <a16:creationId xmlns:a16="http://schemas.microsoft.com/office/drawing/2014/main" id="{F9A230C5-E333-4440-A949-72ECF71DE90E}"/>
              </a:ext>
            </a:extLst>
          </p:cNvPr>
          <p:cNvSpPr>
            <a:spLocks xmlns:a="http://schemas.openxmlformats.org/drawingml/2006/main" noGrp="1"/>
          </p:cNvSpPr>
          <p:nvPr>
            <p:ph type="sldNum" idx="4"/>
          </p:nvPr>
        </p:nvSpPr>
        <p:spPr>
          <a:xfrm xmlns:a="http://schemas.openxmlformats.org/drawingml/2006/main">
            <a:off x="6045200" y="7787640"/>
            <a:ext cx="2540000" cy="228288"/>
          </a:xfrm>
          <a:prstGeom xmlns:a="http://schemas.openxmlformats.org/drawingml/2006/main" prst="rect">
            <a:avLst/>
          </a:prstGeom>
        </p:spPr>
        <p:txBody>
          <a:bodyPr xmlns:a="http://schemas.openxmlformats.org/drawingml/2006/main" vert="horz" lIns="0" tIns="36000" rIns="0" bIns="0" anchor="ctr">
            <a:spAutoFit/>
          </a:bodyPr>
          <a:lstStyle xmlns:a="http://schemas.openxmlformats.org/drawingml/2006/main">
            <a:lvl1pPr algn="ctr">
              <a:buNone/>
              <a:defRPr sz="1400" b="0" i="0">
                <a:solidFill>
                  <a:schemeClr val="bg2">
                    <a:lumMod val="75000"/>
                  </a:schemeClr>
                </a:solidFill>
                <a:latin typeface="Pretendard Medium"/>
                <a:ea typeface="Pretendard Medium"/>
                <a:cs typeface="Pretendard Medium"/>
              </a:defRPr>
            </a:lvl1pPr>
          </a:lstStyle>
          <a:p xmlns:a="http://schemas.openxmlformats.org/drawingml/2006/main">
            <a:fld id="{6D069905-AE10-E849-B625-D412908E376F}" type="slidenum">
              <a:t>‹#›</a:t>
            </a:fld>
            <a:endParaRPr/>
          </a:p>
        </p:txBody>
      </p:sp>
    </p:spTree>
  </p:cSld>
</p:sldLayout>
</file>

<file path=ppt/slideLayouts/slideLayout9.xml><?xml version="1.0" encoding="utf-8"?>
<p:sldLayout xmlns:p="http://schemas.openxmlformats.org/presentationml/2006/main" preserve="1" userDrawn="1">
  <p:cSld name="1_타이틀(한 줄 입력)">
    <p:spTree>
      <p:nvGrpSpPr>
        <p:cNvPr id="1" name=""/>
        <p:cNvGrpSpPr/>
        <p:nvPr/>
      </p:nvGrpSpPr>
      <p:grpSpPr>
        <a:xfrm xmlns:a="http://schemas.openxmlformats.org/drawingml/2006/main"/>
      </p:grpSpPr>
      <p:sp>
        <p:nvSpPr>
          <p:cNvPr id="6" name="텍스트 개체 틀 5">
            <a:extLst xmlns:a="http://schemas.openxmlformats.org/drawingml/2006/main">
              <a:ext uri="{FF2B5EF4-FFF2-40B4-BE49-F238E27FC236}">
                <a16:creationId xmlns:a16="http://schemas.microsoft.com/office/drawing/2014/main" id="{56CB18B5-34B9-004A-8998-8E830A33D43A}"/>
              </a:ext>
            </a:extLst>
          </p:cNvPr>
          <p:cNvSpPr>
            <a:spLocks xmlns:a="http://schemas.openxmlformats.org/drawingml/2006/main" noGrp="1"/>
          </p:cNvSpPr>
          <p:nvPr>
            <p:ph type="body" idx="11" hasCustomPrompt="1"/>
          </p:nvPr>
        </p:nvSpPr>
        <p:spPr>
          <a:xfrm xmlns:a="http://schemas.openxmlformats.org/drawingml/2006/main">
            <a:off x="1611630" y="3524406"/>
            <a:ext cx="11407140" cy="1097280"/>
          </a:xfrm>
          <a:prstGeom xmlns:a="http://schemas.openxmlformats.org/drawingml/2006/main" prst="rect">
            <a:avLst/>
          </a:prstGeom>
        </p:spPr>
        <p:txBody>
          <a:bodyPr xmlns:a="http://schemas.openxmlformats.org/drawingml/2006/main" lIns="0" tIns="0" rIns="0" bIns="288000"/>
          <a:lstStyle xmlns:a="http://schemas.openxmlformats.org/drawingml/2006/main">
            <a:lvl1pPr marL="0" indent="0">
              <a:buNone/>
              <a:defRPr sz="4320" b="1" i="0">
                <a:latin typeface="Pretendard SemiBold"/>
                <a:ea typeface="Pretendard SemiBold"/>
                <a:cs typeface="Pretendard SemiBold"/>
              </a:defRPr>
            </a:lvl1pPr>
          </a:lstStyle>
          <a:p xmlns:a="http://schemas.openxmlformats.org/drawingml/2006/main">
            <a:pPr marL="0" marR="0" lvl="0" indent="0" algn="l" defTabSz="1097280">
              <a:lnSpc>
                <a:spcPct val="100000"/>
              </a:lnSpc>
              <a:spcBef>
                <a:spcPts val="0"/>
              </a:spcBef>
              <a:spcAft>
                <a:spcPts val="0"/>
              </a:spcAft>
              <a:buClrTx/>
              <a:buSzTx/>
              <a:buFontTx/>
              <a:buNone/>
            </a:pPr>
            <a:r>
              <a:rPr sz="4320" b="1" i="0" u="none" cap="none" spc="0">
                <a:ln>
                  <a:noFill/>
                </a:ln>
                <a:solidFill>
                  <a:prstClr val="black"/>
                </a:solidFill>
                <a:latin typeface="Pretendard SemiBold"/>
                <a:ea typeface="Pretendard SemiBold"/>
                <a:cs typeface="Pretendard SemiBold"/>
              </a:rPr>
              <a:t>강의명</a:t>
            </a:r>
            <a:r>
              <a:rPr sz="4320" b="1" i="0" u="none" cap="none" spc="0">
                <a:ln>
                  <a:noFill/>
                </a:ln>
                <a:solidFill>
                  <a:prstClr val="black"/>
                </a:solidFill>
                <a:latin typeface="Pretendard SemiBold"/>
                <a:ea typeface="Pretendard SemiBold"/>
                <a:cs typeface="Pretendard SemiBold"/>
              </a:rPr>
              <a:t> </a:t>
            </a:r>
            <a:r>
              <a:rPr sz="4320" b="1" i="0" u="none" cap="none" spc="0">
                <a:ln>
                  <a:noFill/>
                </a:ln>
                <a:solidFill>
                  <a:prstClr val="black"/>
                </a:solidFill>
                <a:latin typeface="Pretendard SemiBold"/>
                <a:ea typeface="Pretendard SemiBold"/>
                <a:cs typeface="Pretendard SemiBold"/>
              </a:rPr>
              <a:t>(</a:t>
            </a:r>
            <a:r>
              <a:rPr sz="4320" b="1" i="0" u="none" cap="none" spc="0">
                <a:ln>
                  <a:noFill/>
                </a:ln>
                <a:solidFill>
                  <a:prstClr val="black"/>
                </a:solidFill>
                <a:latin typeface="Pretendard SemiBold"/>
                <a:ea typeface="Pretendard SemiBold"/>
                <a:cs typeface="Pretendard SemiBold"/>
              </a:rPr>
              <a:t>한 줄 입력</a:t>
            </a:r>
            <a:r>
              <a:rPr sz="4320" b="1" i="0" u="none" cap="none" spc="0">
                <a:ln>
                  <a:noFill/>
                </a:ln>
                <a:solidFill>
                  <a:prstClr val="black"/>
                </a:solidFill>
                <a:latin typeface="Pretendard SemiBold"/>
                <a:ea typeface="Pretendard SemiBold"/>
                <a:cs typeface="Pretendard SemiBold"/>
              </a:rPr>
              <a:t>)</a:t>
            </a:r>
            <a:endParaRPr sz="4320" b="1" i="0" u="none" kern="1200" cap="none" spc="0" baseline="0">
              <a:ln>
                <a:noFill/>
              </a:ln>
              <a:solidFill>
                <a:prstClr val="black"/>
              </a:solidFill>
              <a:latin typeface="Pretendard SemiBold"/>
              <a:ea typeface="Pretendard SemiBold"/>
              <a:cs typeface="Pretendard SemiBold"/>
            </a:endParaRPr>
          </a:p>
        </p:txBody>
      </p:sp>
      <p:sp>
        <p:nvSpPr>
          <p:cNvPr id="10" name="텍스트 개체 틀 9">
            <a:extLst xmlns:a="http://schemas.openxmlformats.org/drawingml/2006/main">
              <a:ext uri="{FF2B5EF4-FFF2-40B4-BE49-F238E27FC236}">
                <a16:creationId xmlns:a16="http://schemas.microsoft.com/office/drawing/2014/main" id="{D1A66BF0-CFDB-6C4A-B293-18338A2FFF66}"/>
              </a:ext>
            </a:extLst>
          </p:cNvPr>
          <p:cNvSpPr>
            <a:spLocks xmlns:a="http://schemas.openxmlformats.org/drawingml/2006/main" noGrp="1"/>
          </p:cNvSpPr>
          <p:nvPr>
            <p:ph type="body" idx="12" hasCustomPrompt="1"/>
          </p:nvPr>
        </p:nvSpPr>
        <p:spPr>
          <a:xfrm xmlns:a="http://schemas.openxmlformats.org/drawingml/2006/main">
            <a:off x="1611629" y="4621686"/>
            <a:ext cx="11407140" cy="369332"/>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marL="0" indent="0">
              <a:buNone/>
              <a:defRPr sz="2400" b="0" i="0">
                <a:latin typeface="Pretendard Medium"/>
                <a:ea typeface="Pretendard Medium"/>
                <a:cs typeface="Pretendard Medium"/>
              </a:defRPr>
            </a:lvl1pPr>
          </a:lstStyle>
          <a:p xmlns:a="http://schemas.openxmlformats.org/drawingml/2006/main">
            <a:pPr marL="0" marR="0" lvl="0" indent="0" algn="l" defTabSz="1097280">
              <a:lnSpc>
                <a:spcPct val="100000"/>
              </a:lnSpc>
              <a:spcBef>
                <a:spcPts val="0"/>
              </a:spcBef>
              <a:spcAft>
                <a:spcPts val="0"/>
              </a:spcAft>
              <a:buClrTx/>
              <a:buSzTx/>
              <a:buFontTx/>
              <a:buNone/>
            </a:pPr>
            <a:r>
              <a:rPr sz="2400" b="0" i="0" u="none" cap="none" spc="0">
                <a:ln>
                  <a:noFill/>
                </a:ln>
                <a:solidFill>
                  <a:prstClr val="black">
                    <a:lumMod val="85000"/>
                    <a:lumOff val="15000"/>
                  </a:prstClr>
                </a:solidFill>
                <a:latin typeface="Pretendard Medium"/>
                <a:ea typeface="Pretendard Medium"/>
                <a:cs typeface="Pretendard Medium"/>
              </a:rPr>
              <a:t>강사명</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1299c976c94ada" /><Relationship Type="http://schemas.openxmlformats.org/officeDocument/2006/relationships/slideLayout" Target="/ppt/slideLayouts/slideLayout1.xml" Id="R68118b4ee4bc451b" /><Relationship Type="http://schemas.openxmlformats.org/officeDocument/2006/relationships/slideLayout" Target="/ppt/slideLayouts/slideLayout2.xml" Id="R3a7f45fe589640d8" /><Relationship Type="http://schemas.openxmlformats.org/officeDocument/2006/relationships/slideLayout" Target="/ppt/slideLayouts/slideLayout3.xml" Id="Rb0c9e209d77a4c92" /><Relationship Type="http://schemas.openxmlformats.org/officeDocument/2006/relationships/slideLayout" Target="/ppt/slideLayouts/slideLayout4.xml" Id="Rfc0e3206b758420f"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6da52702c8b5484c" /><Relationship Type="http://schemas.openxmlformats.org/officeDocument/2006/relationships/slideLayout" Target="/ppt/slideLayouts/slideLayout5.xml" Id="R33904b9a690d4263" /><Relationship Type="http://schemas.openxmlformats.org/officeDocument/2006/relationships/slideLayout" Target="/ppt/slideLayouts/slideLayout6.xml" Id="R222669a47c474c5e" /></Relationships>
</file>

<file path=ppt/slideMasters/_rels/slideMaster3.xml.rels>&#65279;<?xml version="1.0" encoding="utf-8"?><Relationships xmlns="http://schemas.openxmlformats.org/package/2006/relationships"><Relationship Type="http://schemas.openxmlformats.org/officeDocument/2006/relationships/image" Target="/ppt/media/image.png" Id="R5144686408574873" /><Relationship Type="http://schemas.openxmlformats.org/officeDocument/2006/relationships/theme" Target="/ppt/slideMasters/theme/theme4.xml" Id="R43f8360186854075" /><Relationship Type="http://schemas.openxmlformats.org/officeDocument/2006/relationships/slideLayout" Target="/ppt/slideLayouts/slideLayout7.xml" Id="R849b050c52d64f81"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6c6de7fad8d44d60" /><Relationship Type="http://schemas.openxmlformats.org/officeDocument/2006/relationships/slideLayout" Target="/ppt/slideLayouts/slideLayout8.xml" Id="R845779fd597e4f7b" /><Relationship Type="http://schemas.openxmlformats.org/officeDocument/2006/relationships/slideLayout" Target="/ppt/slideLayouts/slideLayout9.xml" Id="R8ea300fbaa324d7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118b4ee4bc451b"/>
    <p:sldLayoutId xmlns:r="http://schemas.openxmlformats.org/officeDocument/2006/relationships" id="2147483650" r:id="R3a7f45fe589640d8"/>
    <p:sldLayoutId xmlns:r="http://schemas.openxmlformats.org/officeDocument/2006/relationships" id="2147483651" r:id="Rb0c9e209d77a4c92"/>
    <p:sldLayoutId xmlns:r="http://schemas.openxmlformats.org/officeDocument/2006/relationships" id="2147483652" r:id="Rfc0e3206b758420f"/>
  </p:sldLayoutIdLst>
  <p:hf hdr="0" ftr="0" dt="0"/>
  <p:txStyles>
    <p:titleStyle>
      <a:lvl1pPr xmlns:a="http://schemas.openxmlformats.org/drawingml/2006/main" algn="l" defTabSz="1097280">
        <a:lnSpc>
          <a:spcPct val="90000"/>
        </a:lnSpc>
        <a:spcBef>
          <a:spcPct val="0"/>
        </a:spcBef>
        <a:buNone/>
        <a:defRPr sz="5280" kern="1200">
          <a:solidFill>
            <a:schemeClr val="tx1"/>
          </a:solidFill>
          <a:latin typeface="+mj-lt"/>
          <a:ea typeface="+mj-lt"/>
          <a:cs typeface="+mj-lt"/>
        </a:defRPr>
      </a:lvl1pPr>
    </p:titleStyle>
    <p:bodyStyle>
      <a:lvl1pPr xmlns:a="http://schemas.openxmlformats.org/drawingml/2006/main"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xmlns:a="http://schemas.openxmlformats.org/drawingml/2006/main"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xmlns:a="http://schemas.openxmlformats.org/drawingml/2006/main"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xmlns:a="http://schemas.openxmlformats.org/drawingml/2006/main"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xmlns:a="http://schemas.openxmlformats.org/drawingml/2006/main"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xmlns:a="http://schemas.openxmlformats.org/drawingml/2006/main"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xmlns:a="http://schemas.openxmlformats.org/drawingml/2006/main"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xmlns:a="http://schemas.openxmlformats.org/drawingml/2006/main"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xmlns:a="http://schemas.openxmlformats.org/drawingml/2006/main"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xmlns:a="http://schemas.openxmlformats.org/drawingml/2006/main" marL="0" algn="l" defTabSz="1097280">
        <a:buNone/>
        <a:defRPr sz="2160" kern="1200">
          <a:solidFill>
            <a:schemeClr val="tx1"/>
          </a:solidFill>
          <a:latin typeface="+mn-lt"/>
          <a:ea typeface="+mn-lt"/>
          <a:cs typeface="+mn-lt"/>
        </a:defRPr>
      </a:lvl1pPr>
      <a:lvl2pPr xmlns:a="http://schemas.openxmlformats.org/drawingml/2006/main" marL="548640" algn="l" defTabSz="1097280">
        <a:buNone/>
        <a:defRPr sz="2160" kern="1200">
          <a:solidFill>
            <a:schemeClr val="tx1"/>
          </a:solidFill>
          <a:latin typeface="+mn-lt"/>
          <a:ea typeface="+mn-lt"/>
          <a:cs typeface="+mn-lt"/>
        </a:defRPr>
      </a:lvl2pPr>
      <a:lvl3pPr xmlns:a="http://schemas.openxmlformats.org/drawingml/2006/main" marL="1097280" algn="l" defTabSz="1097280">
        <a:buNone/>
        <a:defRPr sz="2160" kern="1200">
          <a:solidFill>
            <a:schemeClr val="tx1"/>
          </a:solidFill>
          <a:latin typeface="+mn-lt"/>
          <a:ea typeface="+mn-lt"/>
          <a:cs typeface="+mn-lt"/>
        </a:defRPr>
      </a:lvl3pPr>
      <a:lvl4pPr xmlns:a="http://schemas.openxmlformats.org/drawingml/2006/main" marL="1645920" algn="l" defTabSz="1097280">
        <a:buNone/>
        <a:defRPr sz="2160" kern="1200">
          <a:solidFill>
            <a:schemeClr val="tx1"/>
          </a:solidFill>
          <a:latin typeface="+mn-lt"/>
          <a:ea typeface="+mn-lt"/>
          <a:cs typeface="+mn-lt"/>
        </a:defRPr>
      </a:lvl4pPr>
      <a:lvl5pPr xmlns:a="http://schemas.openxmlformats.org/drawingml/2006/main" marL="2194560" algn="l" defTabSz="1097280">
        <a:buNone/>
        <a:defRPr sz="2160" kern="1200">
          <a:solidFill>
            <a:schemeClr val="tx1"/>
          </a:solidFill>
          <a:latin typeface="+mn-lt"/>
          <a:ea typeface="+mn-lt"/>
          <a:cs typeface="+mn-lt"/>
        </a:defRPr>
      </a:lvl5pPr>
      <a:lvl6pPr xmlns:a="http://schemas.openxmlformats.org/drawingml/2006/main" marL="2743200" algn="l" defTabSz="1097280">
        <a:buNone/>
        <a:defRPr sz="2160" kern="1200">
          <a:solidFill>
            <a:schemeClr val="tx1"/>
          </a:solidFill>
          <a:latin typeface="+mn-lt"/>
          <a:ea typeface="+mn-lt"/>
          <a:cs typeface="+mn-lt"/>
        </a:defRPr>
      </a:lvl6pPr>
      <a:lvl7pPr xmlns:a="http://schemas.openxmlformats.org/drawingml/2006/main" marL="3291840" algn="l" defTabSz="1097280">
        <a:buNone/>
        <a:defRPr sz="2160" kern="1200">
          <a:solidFill>
            <a:schemeClr val="tx1"/>
          </a:solidFill>
          <a:latin typeface="+mn-lt"/>
          <a:ea typeface="+mn-lt"/>
          <a:cs typeface="+mn-lt"/>
        </a:defRPr>
      </a:lvl7pPr>
      <a:lvl8pPr xmlns:a="http://schemas.openxmlformats.org/drawingml/2006/main" marL="3840480" algn="l" defTabSz="1097280">
        <a:buNone/>
        <a:defRPr sz="2160" kern="1200">
          <a:solidFill>
            <a:schemeClr val="tx1"/>
          </a:solidFill>
          <a:latin typeface="+mn-lt"/>
          <a:ea typeface="+mn-lt"/>
          <a:cs typeface="+mn-lt"/>
        </a:defRPr>
      </a:lvl8pPr>
      <a:lvl9pPr xmlns:a="http://schemas.openxmlformats.org/drawingml/2006/main"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xmlns:a="http://schemas.openxmlformats.org/drawingml/2006/main" val="A4A3A4"/>
          </p15:clr>
        </p15:guide>
        <p15:guide id="2" orient="horz" pos="2160">
          <p15:clr>
            <a:srgbClr xmlns:a="http://schemas.openxmlformats.org/drawingml/2006/main" val="A4A3A4"/>
          </p15:clr>
        </p15:guide>
        <p15:guide id="3" orient="horz" pos="232">
          <p15:clr>
            <a:srgbClr xmlns:a="http://schemas.openxmlformats.org/drawingml/2006/main" val="A4A3A4"/>
          </p15:clr>
        </p15:guide>
        <p15:guide id="4" orient="horz" pos="4088">
          <p15:clr>
            <a:srgbClr xmlns:a="http://schemas.openxmlformats.org/drawingml/2006/main" val="A4A3A4"/>
          </p15:clr>
        </p15:guide>
        <p15:guide id="5" pos="234">
          <p15:clr>
            <a:srgbClr xmlns:a="http://schemas.openxmlformats.org/drawingml/2006/main" val="A4A3A4"/>
          </p15:clr>
        </p15:guide>
        <p15:guide id="6" pos="7446">
          <p15:clr>
            <a:srgbClr xmlns:a="http://schemas.openxmlformats.org/drawingml/2006/main" val="A4A3A4"/>
          </p15:clr>
        </p15:guide>
        <p15:guide id="7" pos="3908">
          <p15:clr>
            <a:srgbClr xmlns:a="http://schemas.openxmlformats.org/drawingml/2006/main" val="5ACBF0"/>
          </p15:clr>
        </p15:guide>
        <p15:guide id="8" pos="3772">
          <p15:clr>
            <a:srgbClr xmlns:a="http://schemas.openxmlformats.org/drawingml/2006/main" val="5ACBF0"/>
          </p15:clr>
        </p15:guide>
        <p15:guide id="9" pos="3296">
          <p15:clr>
            <a:srgbClr xmlns:a="http://schemas.openxmlformats.org/drawingml/2006/main" val="5ACBF0"/>
          </p15:clr>
        </p15:guide>
        <p15:guide id="10" pos="4384">
          <p15:clr>
            <a:srgbClr xmlns:a="http://schemas.openxmlformats.org/drawingml/2006/main" val="5ACBF0"/>
          </p15:clr>
        </p15:guide>
        <p15:guide id="11" pos="3160">
          <p15:clr>
            <a:srgbClr xmlns:a="http://schemas.openxmlformats.org/drawingml/2006/main" val="5ACBF0"/>
          </p15:clr>
        </p15:guide>
        <p15:guide id="12" pos="4520">
          <p15:clr>
            <a:srgbClr xmlns:a="http://schemas.openxmlformats.org/drawingml/2006/main" val="5ACBF0"/>
          </p15:clr>
        </p15:guide>
        <p15:guide id="13" pos="2683">
          <p15:clr>
            <a:srgbClr xmlns:a="http://schemas.openxmlformats.org/drawingml/2006/main" val="5ACBF0"/>
          </p15:clr>
        </p15:guide>
        <p15:guide id="14" pos="2547">
          <p15:clr>
            <a:srgbClr xmlns:a="http://schemas.openxmlformats.org/drawingml/2006/main" val="5ACBF0"/>
          </p15:clr>
        </p15:guide>
        <p15:guide id="15" pos="4997">
          <p15:clr>
            <a:srgbClr xmlns:a="http://schemas.openxmlformats.org/drawingml/2006/main" val="5ACBF0"/>
          </p15:clr>
        </p15:guide>
        <p15:guide id="16" pos="5133">
          <p15:clr>
            <a:srgbClr xmlns:a="http://schemas.openxmlformats.org/drawingml/2006/main" val="5ACBF0"/>
          </p15:clr>
        </p15:guide>
        <p15:guide id="17" pos="2071">
          <p15:clr>
            <a:srgbClr xmlns:a="http://schemas.openxmlformats.org/drawingml/2006/main" val="5ACBF0"/>
          </p15:clr>
        </p15:guide>
        <p15:guide id="18" pos="1935">
          <p15:clr>
            <a:srgbClr xmlns:a="http://schemas.openxmlformats.org/drawingml/2006/main" val="5ACBF0"/>
          </p15:clr>
        </p15:guide>
        <p15:guide id="19" pos="5609">
          <p15:clr>
            <a:srgbClr xmlns:a="http://schemas.openxmlformats.org/drawingml/2006/main" val="5ACBF0"/>
          </p15:clr>
        </p15:guide>
        <p15:guide id="20" pos="5745">
          <p15:clr>
            <a:srgbClr xmlns:a="http://schemas.openxmlformats.org/drawingml/2006/main" val="5ACBF0"/>
          </p15:clr>
        </p15:guide>
        <p15:guide id="21" pos="6221">
          <p15:clr>
            <a:srgbClr xmlns:a="http://schemas.openxmlformats.org/drawingml/2006/main" val="5ACBF0"/>
          </p15:clr>
        </p15:guide>
        <p15:guide id="22" pos="6357">
          <p15:clr>
            <a:srgbClr xmlns:a="http://schemas.openxmlformats.org/drawingml/2006/main" val="5ACBF0"/>
          </p15:clr>
        </p15:guide>
        <p15:guide id="23" pos="1459">
          <p15:clr>
            <a:srgbClr xmlns:a="http://schemas.openxmlformats.org/drawingml/2006/main" val="5ACBF0"/>
          </p15:clr>
        </p15:guide>
        <p15:guide id="24" pos="1323">
          <p15:clr>
            <a:srgbClr xmlns:a="http://schemas.openxmlformats.org/drawingml/2006/main" val="5ACBF0"/>
          </p15:clr>
        </p15:guide>
        <p15:guide id="25" pos="846">
          <p15:clr>
            <a:srgbClr xmlns:a="http://schemas.openxmlformats.org/drawingml/2006/main" val="5ACBF0"/>
          </p15:clr>
        </p15:guide>
        <p15:guide id="26" pos="710">
          <p15:clr>
            <a:srgbClr xmlns:a="http://schemas.openxmlformats.org/drawingml/2006/main" val="5ACBF0"/>
          </p15:clr>
        </p15:guide>
        <p15:guide id="27" pos="6834">
          <p15:clr>
            <a:srgbClr xmlns:a="http://schemas.openxmlformats.org/drawingml/2006/main" val="5ACBF0"/>
          </p15:clr>
        </p15:guide>
        <p15:guide id="28" pos="6970">
          <p15:clr>
            <a:srgbClr xmlns:a="http://schemas.openxmlformats.org/drawingml/2006/main" val="5ACBF0"/>
          </p15:clr>
        </p15:guide>
      </p15:sldGuideLst>
    </p:ext>
  </p:extLst>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E6791BBE-66E3-4442-970C-F4A0E0147611}"/>
              </a:ext>
            </a:extLst>
          </p:cNvPr>
          <p:cNvSpPr>
            <a:spLocks xmlns:a="http://schemas.openxmlformats.org/drawingml/2006/main" noGrp="1"/>
          </p:cNvSpPr>
          <p:nvPr/>
        </p:nvSpPr>
        <p:spPr>
          <a:xfrm xmlns:a="http://schemas.openxmlformats.org/drawingml/2006/main">
            <a:off x="445771" y="7787686"/>
            <a:ext cx="1531573" cy="247139"/>
          </a:xfrm>
          <a:prstGeom xmlns:a="http://schemas.openxmlformats.org/drawingml/2006/main" prst="rect">
            <a:avLst/>
          </a:prstGeom>
        </p:spPr>
        <p:txBody>
          <a:bodyPr xmlns:a="http://schemas.openxmlformats.org/drawingml/2006/main" vert="horz" lIns="0" tIns="43200" rIns="0" bIns="0" anchor="ctr">
            <a:spAutoFit/>
          </a:bodyPr>
          <a:lstStyle xmlns:a="http://schemas.openxmlformats.org/drawingml/2006/main">
            <a:lvl1pPr marR="0" indent="0">
              <a:lnSpc>
                <a:spcPct val="120000"/>
              </a:lnSpc>
              <a:spcBef>
                <a:spcPts val="0"/>
              </a:spcBef>
              <a:spcAft>
                <a:spcPts val="0"/>
              </a:spcAft>
              <a:buClrTx/>
              <a:buSzTx/>
              <a:buFontTx/>
              <a:buNone/>
              <a:defRPr sz="1000" b="0" i="0">
                <a:ln w="5080">
                  <a:noFill/>
                </a:ln>
                <a:solidFill>
                  <a:srgbClr val="E7E6E6">
                    <a:lumMod val="75000"/>
                  </a:srgbClr>
                </a:solidFill>
                <a:latin typeface="Pretendard"/>
                <a:ea typeface="Pretendard"/>
                <a:cs typeface="Pretendard"/>
              </a:defRPr>
            </a:lvl1pPr>
          </a:lstStyle>
          <a:p xmlns:a="http://schemas.openxmlformats.org/drawingml/2006/main">
            <a:pPr lvl="0">
              <a:buNone/>
            </a:pPr>
            <a:r>
              <a:rPr sz="1200" b="0" i="0">
                <a:latin typeface="Pretendard"/>
                <a:ea typeface="Pretendard"/>
                <a:cs typeface="Pretendard"/>
              </a:rPr>
              <a:t>무단전재 및 배포 금지</a:t>
            </a:r>
          </a:p>
        </p:txBody>
      </p:sp>
      <p:sp>
        <p:nvSpPr>
          <p:cNvPr id="2" name="슬라이드 번호 개체 틀 5">
            <a:extLst xmlns:a="http://schemas.openxmlformats.org/drawingml/2006/main">
              <a:ext uri="{FF2B5EF4-FFF2-40B4-BE49-F238E27FC236}">
                <a16:creationId xmlns:a16="http://schemas.microsoft.com/office/drawing/2014/main" id="{05222549-9B6D-AE4D-BB3C-20284003EA23}"/>
              </a:ext>
            </a:extLst>
          </p:cNvPr>
          <p:cNvSpPr>
            <a:spLocks xmlns:a="http://schemas.openxmlformats.org/drawingml/2006/main" noGrp="1"/>
          </p:cNvSpPr>
          <p:nvPr>
            <p:ph type="sldNum" idx="4"/>
          </p:nvPr>
        </p:nvSpPr>
        <p:spPr>
          <a:xfrm xmlns:a="http://schemas.openxmlformats.org/drawingml/2006/main">
            <a:off x="10892790" y="7787640"/>
            <a:ext cx="3291840" cy="228288"/>
          </a:xfrm>
          <a:prstGeom xmlns:a="http://schemas.openxmlformats.org/drawingml/2006/main" prst="rect">
            <a:avLst/>
          </a:prstGeom>
        </p:spPr>
        <p:txBody>
          <a:bodyPr xmlns:a="http://schemas.openxmlformats.org/drawingml/2006/main" vert="horz" lIns="0" tIns="36000" rIns="0" bIns="0" anchor="ctr">
            <a:spAutoFit/>
          </a:bodyPr>
          <a:lstStyle xmlns:a="http://schemas.openxmlformats.org/drawingml/2006/main">
            <a:lvl1pPr algn="r">
              <a:buNone/>
              <a:defRPr sz="1200" b="0" i="0">
                <a:solidFill>
                  <a:schemeClr val="bg2">
                    <a:lumMod val="75000"/>
                  </a:schemeClr>
                </a:solidFill>
                <a:latin typeface="Pretendard"/>
                <a:ea typeface="Pretendard"/>
                <a:cs typeface="Pretendard"/>
              </a:defRPr>
            </a:lvl1pPr>
          </a:lstStyle>
          <a:p xmlns:a="http://schemas.openxmlformats.org/drawingml/2006/main">
            <a:fld id="{5D069905-AE10-E849-B625-D412908E376F}" type="slidenum">
              <a:t>‹#›</a:t>
            </a:fld>
            <a:endParaRPr>
              <a:latin typeface="Pretendard"/>
              <a:ea typeface="Pretendard"/>
              <a:cs typeface="Pretendar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4" r:id="R33904b9a690d4263"/>
    <p:sldLayoutId xmlns:r="http://schemas.openxmlformats.org/officeDocument/2006/relationships" id="2147483655" r:id="R222669a47c474c5e"/>
  </p:sldLayoutIdLst>
  <p:hf hdr="0" ftr="0" dt="0"/>
  <p:txStyles>
    <p:titleStyle>
      <a:lvl1pPr xmlns:a="http://schemas.openxmlformats.org/drawingml/2006/main" algn="l" defTabSz="1097280">
        <a:lnSpc>
          <a:spcPct val="90000"/>
        </a:lnSpc>
        <a:spcBef>
          <a:spcPct val="0"/>
        </a:spcBef>
        <a:buNone/>
        <a:defRPr sz="5280" kern="1200">
          <a:solidFill>
            <a:schemeClr val="tx1"/>
          </a:solidFill>
          <a:latin typeface="+mj-lt"/>
          <a:ea typeface="+mj-lt"/>
          <a:cs typeface="+mj-lt"/>
        </a:defRPr>
      </a:lvl1pPr>
    </p:titleStyle>
    <p:bodyStyle>
      <a:lvl1pPr xmlns:a="http://schemas.openxmlformats.org/drawingml/2006/main"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xmlns:a="http://schemas.openxmlformats.org/drawingml/2006/main"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xmlns:a="http://schemas.openxmlformats.org/drawingml/2006/main"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xmlns:a="http://schemas.openxmlformats.org/drawingml/2006/main"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xmlns:a="http://schemas.openxmlformats.org/drawingml/2006/main"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xmlns:a="http://schemas.openxmlformats.org/drawingml/2006/main"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xmlns:a="http://schemas.openxmlformats.org/drawingml/2006/main"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xmlns:a="http://schemas.openxmlformats.org/drawingml/2006/main"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xmlns:a="http://schemas.openxmlformats.org/drawingml/2006/main"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xmlns:a="http://schemas.openxmlformats.org/drawingml/2006/main" marL="0" algn="l" defTabSz="1097280">
        <a:buNone/>
        <a:defRPr sz="2160" kern="1200">
          <a:solidFill>
            <a:schemeClr val="tx1"/>
          </a:solidFill>
          <a:latin typeface="+mn-lt"/>
          <a:ea typeface="+mn-lt"/>
          <a:cs typeface="+mn-lt"/>
        </a:defRPr>
      </a:lvl1pPr>
      <a:lvl2pPr xmlns:a="http://schemas.openxmlformats.org/drawingml/2006/main" marL="548640" algn="l" defTabSz="1097280">
        <a:buNone/>
        <a:defRPr sz="2160" kern="1200">
          <a:solidFill>
            <a:schemeClr val="tx1"/>
          </a:solidFill>
          <a:latin typeface="+mn-lt"/>
          <a:ea typeface="+mn-lt"/>
          <a:cs typeface="+mn-lt"/>
        </a:defRPr>
      </a:lvl2pPr>
      <a:lvl3pPr xmlns:a="http://schemas.openxmlformats.org/drawingml/2006/main" marL="1097280" algn="l" defTabSz="1097280">
        <a:buNone/>
        <a:defRPr sz="2160" kern="1200">
          <a:solidFill>
            <a:schemeClr val="tx1"/>
          </a:solidFill>
          <a:latin typeface="+mn-lt"/>
          <a:ea typeface="+mn-lt"/>
          <a:cs typeface="+mn-lt"/>
        </a:defRPr>
      </a:lvl3pPr>
      <a:lvl4pPr xmlns:a="http://schemas.openxmlformats.org/drawingml/2006/main" marL="1645920" algn="l" defTabSz="1097280">
        <a:buNone/>
        <a:defRPr sz="2160" kern="1200">
          <a:solidFill>
            <a:schemeClr val="tx1"/>
          </a:solidFill>
          <a:latin typeface="+mn-lt"/>
          <a:ea typeface="+mn-lt"/>
          <a:cs typeface="+mn-lt"/>
        </a:defRPr>
      </a:lvl4pPr>
      <a:lvl5pPr xmlns:a="http://schemas.openxmlformats.org/drawingml/2006/main" marL="2194560" algn="l" defTabSz="1097280">
        <a:buNone/>
        <a:defRPr sz="2160" kern="1200">
          <a:solidFill>
            <a:schemeClr val="tx1"/>
          </a:solidFill>
          <a:latin typeface="+mn-lt"/>
          <a:ea typeface="+mn-lt"/>
          <a:cs typeface="+mn-lt"/>
        </a:defRPr>
      </a:lvl5pPr>
      <a:lvl6pPr xmlns:a="http://schemas.openxmlformats.org/drawingml/2006/main" marL="2743200" algn="l" defTabSz="1097280">
        <a:buNone/>
        <a:defRPr sz="2160" kern="1200">
          <a:solidFill>
            <a:schemeClr val="tx1"/>
          </a:solidFill>
          <a:latin typeface="+mn-lt"/>
          <a:ea typeface="+mn-lt"/>
          <a:cs typeface="+mn-lt"/>
        </a:defRPr>
      </a:lvl6pPr>
      <a:lvl7pPr xmlns:a="http://schemas.openxmlformats.org/drawingml/2006/main" marL="3291840" algn="l" defTabSz="1097280">
        <a:buNone/>
        <a:defRPr sz="2160" kern="1200">
          <a:solidFill>
            <a:schemeClr val="tx1"/>
          </a:solidFill>
          <a:latin typeface="+mn-lt"/>
          <a:ea typeface="+mn-lt"/>
          <a:cs typeface="+mn-lt"/>
        </a:defRPr>
      </a:lvl7pPr>
      <a:lvl8pPr xmlns:a="http://schemas.openxmlformats.org/drawingml/2006/main" marL="3840480" algn="l" defTabSz="1097280">
        <a:buNone/>
        <a:defRPr sz="2160" kern="1200">
          <a:solidFill>
            <a:schemeClr val="tx1"/>
          </a:solidFill>
          <a:latin typeface="+mn-lt"/>
          <a:ea typeface="+mn-lt"/>
          <a:cs typeface="+mn-lt"/>
        </a:defRPr>
      </a:lvl8pPr>
      <a:lvl9pPr xmlns:a="http://schemas.openxmlformats.org/drawingml/2006/main"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xmlns:a="http://schemas.openxmlformats.org/drawingml/2006/main" val="A4A3A4"/>
          </p15:clr>
        </p15:guide>
        <p15:guide id="2" orient="horz" pos="2160">
          <p15:clr>
            <a:srgbClr xmlns:a="http://schemas.openxmlformats.org/drawingml/2006/main" val="A4A3A4"/>
          </p15:clr>
        </p15:guide>
        <p15:guide id="3" orient="horz" pos="232">
          <p15:clr>
            <a:srgbClr xmlns:a="http://schemas.openxmlformats.org/drawingml/2006/main" val="A4A3A4"/>
          </p15:clr>
        </p15:guide>
        <p15:guide id="4" orient="horz" pos="4088">
          <p15:clr>
            <a:srgbClr xmlns:a="http://schemas.openxmlformats.org/drawingml/2006/main" val="A4A3A4"/>
          </p15:clr>
        </p15:guide>
        <p15:guide id="5" pos="234">
          <p15:clr>
            <a:srgbClr xmlns:a="http://schemas.openxmlformats.org/drawingml/2006/main" val="A4A3A4"/>
          </p15:clr>
        </p15:guide>
        <p15:guide id="6" pos="7446">
          <p15:clr>
            <a:srgbClr xmlns:a="http://schemas.openxmlformats.org/drawingml/2006/main" val="A4A3A4"/>
          </p15:clr>
        </p15:guide>
        <p15:guide id="7" pos="3908">
          <p15:clr>
            <a:srgbClr xmlns:a="http://schemas.openxmlformats.org/drawingml/2006/main" val="5ACBF0"/>
          </p15:clr>
        </p15:guide>
        <p15:guide id="8" pos="3769" userDrawn="1">
          <p15:clr>
            <a:srgbClr xmlns:a="http://schemas.openxmlformats.org/drawingml/2006/main" val="5ACBF0"/>
          </p15:clr>
        </p15:guide>
        <p15:guide id="9" pos="3296">
          <p15:clr>
            <a:srgbClr xmlns:a="http://schemas.openxmlformats.org/drawingml/2006/main" val="5ACBF0"/>
          </p15:clr>
        </p15:guide>
        <p15:guide id="10" pos="4384">
          <p15:clr>
            <a:srgbClr xmlns:a="http://schemas.openxmlformats.org/drawingml/2006/main" val="5ACBF0"/>
          </p15:clr>
        </p15:guide>
        <p15:guide id="11" pos="3160">
          <p15:clr>
            <a:srgbClr xmlns:a="http://schemas.openxmlformats.org/drawingml/2006/main" val="5ACBF0"/>
          </p15:clr>
        </p15:guide>
        <p15:guide id="12" pos="4520">
          <p15:clr>
            <a:srgbClr xmlns:a="http://schemas.openxmlformats.org/drawingml/2006/main" val="5ACBF0"/>
          </p15:clr>
        </p15:guide>
        <p15:guide id="13" pos="2683">
          <p15:clr>
            <a:srgbClr xmlns:a="http://schemas.openxmlformats.org/drawingml/2006/main" val="5ACBF0"/>
          </p15:clr>
        </p15:guide>
        <p15:guide id="14" pos="2547">
          <p15:clr>
            <a:srgbClr xmlns:a="http://schemas.openxmlformats.org/drawingml/2006/main" val="5ACBF0"/>
          </p15:clr>
        </p15:guide>
        <p15:guide id="15" pos="4997">
          <p15:clr>
            <a:srgbClr xmlns:a="http://schemas.openxmlformats.org/drawingml/2006/main" val="5ACBF0"/>
          </p15:clr>
        </p15:guide>
        <p15:guide id="16" pos="5133">
          <p15:clr>
            <a:srgbClr xmlns:a="http://schemas.openxmlformats.org/drawingml/2006/main" val="5ACBF0"/>
          </p15:clr>
        </p15:guide>
        <p15:guide id="17" pos="2071">
          <p15:clr>
            <a:srgbClr xmlns:a="http://schemas.openxmlformats.org/drawingml/2006/main" val="5ACBF0"/>
          </p15:clr>
        </p15:guide>
        <p15:guide id="18" pos="1935">
          <p15:clr>
            <a:srgbClr xmlns:a="http://schemas.openxmlformats.org/drawingml/2006/main" val="5ACBF0"/>
          </p15:clr>
        </p15:guide>
        <p15:guide id="19" pos="5609">
          <p15:clr>
            <a:srgbClr xmlns:a="http://schemas.openxmlformats.org/drawingml/2006/main" val="5ACBF0"/>
          </p15:clr>
        </p15:guide>
        <p15:guide id="20" pos="5745">
          <p15:clr>
            <a:srgbClr xmlns:a="http://schemas.openxmlformats.org/drawingml/2006/main" val="5ACBF0"/>
          </p15:clr>
        </p15:guide>
        <p15:guide id="21" pos="6221">
          <p15:clr>
            <a:srgbClr xmlns:a="http://schemas.openxmlformats.org/drawingml/2006/main" val="5ACBF0"/>
          </p15:clr>
        </p15:guide>
        <p15:guide id="22" pos="6357">
          <p15:clr>
            <a:srgbClr xmlns:a="http://schemas.openxmlformats.org/drawingml/2006/main" val="5ACBF0"/>
          </p15:clr>
        </p15:guide>
        <p15:guide id="23" pos="1459">
          <p15:clr>
            <a:srgbClr xmlns:a="http://schemas.openxmlformats.org/drawingml/2006/main" val="5ACBF0"/>
          </p15:clr>
        </p15:guide>
        <p15:guide id="24" pos="1323">
          <p15:clr>
            <a:srgbClr xmlns:a="http://schemas.openxmlformats.org/drawingml/2006/main" val="5ACBF0"/>
          </p15:clr>
        </p15:guide>
        <p15:guide id="25" pos="846">
          <p15:clr>
            <a:srgbClr xmlns:a="http://schemas.openxmlformats.org/drawingml/2006/main" val="5ACBF0"/>
          </p15:clr>
        </p15:guide>
        <p15:guide id="26" pos="710">
          <p15:clr>
            <a:srgbClr xmlns:a="http://schemas.openxmlformats.org/drawingml/2006/main" val="5ACBF0"/>
          </p15:clr>
        </p15:guide>
        <p15:guide id="27" pos="6834">
          <p15:clr>
            <a:srgbClr xmlns:a="http://schemas.openxmlformats.org/drawingml/2006/main" val="5ACBF0"/>
          </p15:clr>
        </p15:guide>
        <p15:guide id="28" pos="6970">
          <p15:clr>
            <a:srgbClr xmlns:a="http://schemas.openxmlformats.org/drawingml/2006/main" val="5ACBF0"/>
          </p15:clr>
        </p15:guide>
      </p15:sldGuideLst>
    </p:ext>
  </p:extLst>
</p:sldMaster>
</file>

<file path=ppt/slideMasters/slideMaster3.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pic>
        <p:nvPicPr>
          <p:cNvPr id="4" name="그림 3"/>
          <p:cNvPicPr>
            <a:picLocks xmlns:a="http://schemas.openxmlformats.org/drawingml/2006/main" noChangeAspect="1"/>
          </p:cNvPicPr>
          <p:nvPr/>
        </p:nvPicPr>
        <p:blipFill>
          <a:blip xmlns:r="http://schemas.openxmlformats.org/officeDocument/2006/relationships" xmlns:a="http://schemas.openxmlformats.org/drawingml/2006/main" r:embed="R5144686408574873"/>
          <a:stretch xmlns:a="http://schemas.openxmlformats.org/drawingml/2006/main">
            <a:fillRect l="0" t="0" r="0" b="0"/>
          </a:stretch>
        </p:blipFill>
        <p:spPr>
          <a:xfrm xmlns:a="http://schemas.openxmlformats.org/drawingml/2006/main">
            <a:off x="0" y="0"/>
            <a:ext cx="14630400" cy="8229600"/>
          </a:xfrm>
          <a:prstGeom xmlns:a="http://schemas.openxmlformats.org/drawingml/2006/main" prst="rect">
            <a:avLst/>
          </a:prstGeom>
        </p:spPr>
      </p:pic>
      <p:sp>
        <p:nvSpPr>
          <p:cNvPr id="2" name="TextBox 1">
            <a:extLst xmlns:a="http://schemas.openxmlformats.org/drawingml/2006/main">
              <a:ext uri="{FF2B5EF4-FFF2-40B4-BE49-F238E27FC236}">
                <a16:creationId xmlns:a16="http://schemas.microsoft.com/office/drawing/2014/main" id="{3A0CC5AA-B0B5-FF4C-833B-2E01C84DA731}"/>
              </a:ext>
            </a:extLst>
          </p:cNvPr>
          <p:cNvSpPr>
            <a:spLocks xmlns:a="http://schemas.openxmlformats.org/drawingml/2006/main" noGrp="1"/>
          </p:cNvSpPr>
          <p:nvPr/>
        </p:nvSpPr>
        <p:spPr>
          <a:xfrm xmlns:a="http://schemas.openxmlformats.org/drawingml/2006/main">
            <a:off x="445770" y="7343904"/>
            <a:ext cx="9771127" cy="444161"/>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lnSpc>
                <a:spcPct val="120000"/>
              </a:lnSpc>
              <a:buNone/>
            </a:pPr>
            <a:r>
              <a:rPr sz="1260">
                <a:ln w="5080">
                  <a:noFill/>
                </a:ln>
                <a:solidFill>
                  <a:schemeClr val="bg1">
                    <a:lumMod val="85000"/>
                  </a:schemeClr>
                </a:solidFill>
                <a:latin typeface="Pretendard"/>
                <a:ea typeface="Pretendard"/>
                <a:cs typeface="Pretendard"/>
              </a:rPr>
              <a:t>유니콘</a:t>
            </a:r>
            <a:r>
              <a:rPr sz="1260">
                <a:ln w="5080">
                  <a:noFill/>
                </a:ln>
                <a:solidFill>
                  <a:schemeClr val="bg1">
                    <a:lumMod val="85000"/>
                  </a:schemeClr>
                </a:solidFill>
                <a:latin typeface="Pretendard"/>
                <a:ea typeface="Pretendard"/>
                <a:cs typeface="Pretendard"/>
              </a:rPr>
              <a:t> 주식회사</a:t>
            </a:r>
            <a:endParaRPr sz="1260">
              <a:ln w="5080">
                <a:noFill/>
              </a:ln>
              <a:solidFill>
                <a:schemeClr val="bg1">
                  <a:lumMod val="85000"/>
                </a:schemeClr>
              </a:solidFill>
              <a:latin typeface="Pretendard"/>
              <a:ea typeface="Pretendard"/>
              <a:cs typeface="Pretendard"/>
            </a:endParaRPr>
          </a:p>
          <a:p xmlns:a="http://schemas.openxmlformats.org/drawingml/2006/main">
            <a:pPr algn="l">
              <a:lnSpc>
                <a:spcPct val="120000"/>
              </a:lnSpc>
              <a:buNone/>
            </a:pPr>
            <a:r>
              <a:rPr sz="1260">
                <a:ln w="5080">
                  <a:noFill/>
                </a:ln>
                <a:solidFill>
                  <a:schemeClr val="bg1">
                    <a:lumMod val="85000"/>
                  </a:schemeClr>
                </a:solidFill>
                <a:latin typeface="Pretendard"/>
                <a:ea typeface="Pretendard"/>
                <a:cs typeface="Pretendard"/>
              </a:rPr>
              <a:t>Copyright </a:t>
            </a:r>
            <a:r>
              <a:rPr sz="1260">
                <a:ln w="5080">
                  <a:noFill/>
                </a:ln>
                <a:solidFill>
                  <a:schemeClr val="bg1">
                    <a:lumMod val="85000"/>
                  </a:schemeClr>
                </a:solidFill>
                <a:latin typeface="Pretendard"/>
                <a:ea typeface="Pretendard"/>
                <a:cs typeface="Pretendard"/>
              </a:rPr>
              <a:t>ⓒ</a:t>
            </a:r>
            <a:r>
              <a:rPr sz="1260">
                <a:ln w="5080">
                  <a:noFill/>
                </a:ln>
                <a:solidFill>
                  <a:schemeClr val="bg1">
                    <a:lumMod val="85000"/>
                  </a:schemeClr>
                </a:solidFill>
                <a:latin typeface="Pretendard"/>
                <a:ea typeface="Pretendard"/>
                <a:cs typeface="Pretendard"/>
              </a:rPr>
              <a:t>Unicorn Corp. All Rights Reserved.</a:t>
            </a:r>
            <a:r>
              <a:rPr sz="1260">
                <a:ln w="5080">
                  <a:noFill/>
                </a:ln>
                <a:solidFill>
                  <a:schemeClr val="bg1">
                    <a:lumMod val="85000"/>
                  </a:schemeClr>
                </a:solidFill>
                <a:latin typeface="Pretendard"/>
                <a:ea typeface="Pretendard"/>
                <a:cs typeface="Pretendard"/>
              </a:rPr>
              <a:t> 무단전재 및 배포금지</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7" r:id="R849b050c52d64f81"/>
  </p:sldLayoutIdLst>
  <p:hf hdr="0" ftr="0" dt="0"/>
  <p:txStyles>
    <p:titleStyle>
      <a:lvl1pPr xmlns:a="http://schemas.openxmlformats.org/drawingml/2006/main" algn="l" defTabSz="1097280">
        <a:lnSpc>
          <a:spcPct val="90000"/>
        </a:lnSpc>
        <a:spcBef>
          <a:spcPct val="0"/>
        </a:spcBef>
        <a:buNone/>
        <a:defRPr sz="5280" kern="1200">
          <a:solidFill>
            <a:schemeClr val="tx1"/>
          </a:solidFill>
          <a:latin typeface="+mj-lt"/>
          <a:ea typeface="+mj-lt"/>
          <a:cs typeface="+mj-lt"/>
        </a:defRPr>
      </a:lvl1pPr>
    </p:titleStyle>
    <p:bodyStyle>
      <a:lvl1pPr xmlns:a="http://schemas.openxmlformats.org/drawingml/2006/main"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xmlns:a="http://schemas.openxmlformats.org/drawingml/2006/main"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xmlns:a="http://schemas.openxmlformats.org/drawingml/2006/main"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xmlns:a="http://schemas.openxmlformats.org/drawingml/2006/main"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xmlns:a="http://schemas.openxmlformats.org/drawingml/2006/main"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xmlns:a="http://schemas.openxmlformats.org/drawingml/2006/main"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xmlns:a="http://schemas.openxmlformats.org/drawingml/2006/main"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xmlns:a="http://schemas.openxmlformats.org/drawingml/2006/main"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xmlns:a="http://schemas.openxmlformats.org/drawingml/2006/main"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xmlns:a="http://schemas.openxmlformats.org/drawingml/2006/main" marL="0" algn="l" defTabSz="1097280">
        <a:buNone/>
        <a:defRPr sz="2160" kern="1200">
          <a:solidFill>
            <a:schemeClr val="tx1"/>
          </a:solidFill>
          <a:latin typeface="+mn-lt"/>
          <a:ea typeface="+mn-lt"/>
          <a:cs typeface="+mn-lt"/>
        </a:defRPr>
      </a:lvl1pPr>
      <a:lvl2pPr xmlns:a="http://schemas.openxmlformats.org/drawingml/2006/main" marL="548640" algn="l" defTabSz="1097280">
        <a:buNone/>
        <a:defRPr sz="2160" kern="1200">
          <a:solidFill>
            <a:schemeClr val="tx1"/>
          </a:solidFill>
          <a:latin typeface="+mn-lt"/>
          <a:ea typeface="+mn-lt"/>
          <a:cs typeface="+mn-lt"/>
        </a:defRPr>
      </a:lvl2pPr>
      <a:lvl3pPr xmlns:a="http://schemas.openxmlformats.org/drawingml/2006/main" marL="1097280" algn="l" defTabSz="1097280">
        <a:buNone/>
        <a:defRPr sz="2160" kern="1200">
          <a:solidFill>
            <a:schemeClr val="tx1"/>
          </a:solidFill>
          <a:latin typeface="+mn-lt"/>
          <a:ea typeface="+mn-lt"/>
          <a:cs typeface="+mn-lt"/>
        </a:defRPr>
      </a:lvl3pPr>
      <a:lvl4pPr xmlns:a="http://schemas.openxmlformats.org/drawingml/2006/main" marL="1645920" algn="l" defTabSz="1097280">
        <a:buNone/>
        <a:defRPr sz="2160" kern="1200">
          <a:solidFill>
            <a:schemeClr val="tx1"/>
          </a:solidFill>
          <a:latin typeface="+mn-lt"/>
          <a:ea typeface="+mn-lt"/>
          <a:cs typeface="+mn-lt"/>
        </a:defRPr>
      </a:lvl4pPr>
      <a:lvl5pPr xmlns:a="http://schemas.openxmlformats.org/drawingml/2006/main" marL="2194560" algn="l" defTabSz="1097280">
        <a:buNone/>
        <a:defRPr sz="2160" kern="1200">
          <a:solidFill>
            <a:schemeClr val="tx1"/>
          </a:solidFill>
          <a:latin typeface="+mn-lt"/>
          <a:ea typeface="+mn-lt"/>
          <a:cs typeface="+mn-lt"/>
        </a:defRPr>
      </a:lvl5pPr>
      <a:lvl6pPr xmlns:a="http://schemas.openxmlformats.org/drawingml/2006/main" marL="2743200" algn="l" defTabSz="1097280">
        <a:buNone/>
        <a:defRPr sz="2160" kern="1200">
          <a:solidFill>
            <a:schemeClr val="tx1"/>
          </a:solidFill>
          <a:latin typeface="+mn-lt"/>
          <a:ea typeface="+mn-lt"/>
          <a:cs typeface="+mn-lt"/>
        </a:defRPr>
      </a:lvl6pPr>
      <a:lvl7pPr xmlns:a="http://schemas.openxmlformats.org/drawingml/2006/main" marL="3291840" algn="l" defTabSz="1097280">
        <a:buNone/>
        <a:defRPr sz="2160" kern="1200">
          <a:solidFill>
            <a:schemeClr val="tx1"/>
          </a:solidFill>
          <a:latin typeface="+mn-lt"/>
          <a:ea typeface="+mn-lt"/>
          <a:cs typeface="+mn-lt"/>
        </a:defRPr>
      </a:lvl7pPr>
      <a:lvl8pPr xmlns:a="http://schemas.openxmlformats.org/drawingml/2006/main" marL="3840480" algn="l" defTabSz="1097280">
        <a:buNone/>
        <a:defRPr sz="2160" kern="1200">
          <a:solidFill>
            <a:schemeClr val="tx1"/>
          </a:solidFill>
          <a:latin typeface="+mn-lt"/>
          <a:ea typeface="+mn-lt"/>
          <a:cs typeface="+mn-lt"/>
        </a:defRPr>
      </a:lvl8pPr>
      <a:lvl9pPr xmlns:a="http://schemas.openxmlformats.org/drawingml/2006/main"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xmlns:a="http://schemas.openxmlformats.org/drawingml/2006/main" val="A4A3A4"/>
          </p15:clr>
        </p15:guide>
        <p15:guide id="2" orient="horz" pos="2160">
          <p15:clr>
            <a:srgbClr xmlns:a="http://schemas.openxmlformats.org/drawingml/2006/main" val="A4A3A4"/>
          </p15:clr>
        </p15:guide>
        <p15:guide id="3" orient="horz" pos="232">
          <p15:clr>
            <a:srgbClr xmlns:a="http://schemas.openxmlformats.org/drawingml/2006/main" val="A4A3A4"/>
          </p15:clr>
        </p15:guide>
        <p15:guide id="4" orient="horz" pos="4088">
          <p15:clr>
            <a:srgbClr xmlns:a="http://schemas.openxmlformats.org/drawingml/2006/main" val="A4A3A4"/>
          </p15:clr>
        </p15:guide>
        <p15:guide id="5" pos="234">
          <p15:clr>
            <a:srgbClr xmlns:a="http://schemas.openxmlformats.org/drawingml/2006/main" val="A4A3A4"/>
          </p15:clr>
        </p15:guide>
        <p15:guide id="6" pos="7446">
          <p15:clr>
            <a:srgbClr xmlns:a="http://schemas.openxmlformats.org/drawingml/2006/main" val="A4A3A4"/>
          </p15:clr>
        </p15:guide>
        <p15:guide id="7" pos="3908">
          <p15:clr>
            <a:srgbClr xmlns:a="http://schemas.openxmlformats.org/drawingml/2006/main" val="5ACBF0"/>
          </p15:clr>
        </p15:guide>
        <p15:guide id="8" pos="3772">
          <p15:clr>
            <a:srgbClr xmlns:a="http://schemas.openxmlformats.org/drawingml/2006/main" val="5ACBF0"/>
          </p15:clr>
        </p15:guide>
        <p15:guide id="9" pos="3296">
          <p15:clr>
            <a:srgbClr xmlns:a="http://schemas.openxmlformats.org/drawingml/2006/main" val="5ACBF0"/>
          </p15:clr>
        </p15:guide>
        <p15:guide id="10" pos="4384">
          <p15:clr>
            <a:srgbClr xmlns:a="http://schemas.openxmlformats.org/drawingml/2006/main" val="5ACBF0"/>
          </p15:clr>
        </p15:guide>
        <p15:guide id="11" pos="3160">
          <p15:clr>
            <a:srgbClr xmlns:a="http://schemas.openxmlformats.org/drawingml/2006/main" val="5ACBF0"/>
          </p15:clr>
        </p15:guide>
        <p15:guide id="12" pos="4520">
          <p15:clr>
            <a:srgbClr xmlns:a="http://schemas.openxmlformats.org/drawingml/2006/main" val="5ACBF0"/>
          </p15:clr>
        </p15:guide>
        <p15:guide id="13" pos="2683">
          <p15:clr>
            <a:srgbClr xmlns:a="http://schemas.openxmlformats.org/drawingml/2006/main" val="5ACBF0"/>
          </p15:clr>
        </p15:guide>
        <p15:guide id="14" pos="2547">
          <p15:clr>
            <a:srgbClr xmlns:a="http://schemas.openxmlformats.org/drawingml/2006/main" val="5ACBF0"/>
          </p15:clr>
        </p15:guide>
        <p15:guide id="15" pos="4997">
          <p15:clr>
            <a:srgbClr xmlns:a="http://schemas.openxmlformats.org/drawingml/2006/main" val="5ACBF0"/>
          </p15:clr>
        </p15:guide>
        <p15:guide id="16" pos="5133">
          <p15:clr>
            <a:srgbClr xmlns:a="http://schemas.openxmlformats.org/drawingml/2006/main" val="5ACBF0"/>
          </p15:clr>
        </p15:guide>
        <p15:guide id="17" pos="2071">
          <p15:clr>
            <a:srgbClr xmlns:a="http://schemas.openxmlformats.org/drawingml/2006/main" val="5ACBF0"/>
          </p15:clr>
        </p15:guide>
        <p15:guide id="18" pos="1935">
          <p15:clr>
            <a:srgbClr xmlns:a="http://schemas.openxmlformats.org/drawingml/2006/main" val="5ACBF0"/>
          </p15:clr>
        </p15:guide>
        <p15:guide id="19" pos="5609">
          <p15:clr>
            <a:srgbClr xmlns:a="http://schemas.openxmlformats.org/drawingml/2006/main" val="5ACBF0"/>
          </p15:clr>
        </p15:guide>
        <p15:guide id="20" pos="5745">
          <p15:clr>
            <a:srgbClr xmlns:a="http://schemas.openxmlformats.org/drawingml/2006/main" val="5ACBF0"/>
          </p15:clr>
        </p15:guide>
        <p15:guide id="21" pos="6221">
          <p15:clr>
            <a:srgbClr xmlns:a="http://schemas.openxmlformats.org/drawingml/2006/main" val="5ACBF0"/>
          </p15:clr>
        </p15:guide>
        <p15:guide id="22" pos="6357">
          <p15:clr>
            <a:srgbClr xmlns:a="http://schemas.openxmlformats.org/drawingml/2006/main" val="5ACBF0"/>
          </p15:clr>
        </p15:guide>
        <p15:guide id="23" pos="1459">
          <p15:clr>
            <a:srgbClr xmlns:a="http://schemas.openxmlformats.org/drawingml/2006/main" val="5ACBF0"/>
          </p15:clr>
        </p15:guide>
        <p15:guide id="24" pos="1323">
          <p15:clr>
            <a:srgbClr xmlns:a="http://schemas.openxmlformats.org/drawingml/2006/main" val="5ACBF0"/>
          </p15:clr>
        </p15:guide>
        <p15:guide id="25" pos="846">
          <p15:clr>
            <a:srgbClr xmlns:a="http://schemas.openxmlformats.org/drawingml/2006/main" val="5ACBF0"/>
          </p15:clr>
        </p15:guide>
        <p15:guide id="26" pos="710">
          <p15:clr>
            <a:srgbClr xmlns:a="http://schemas.openxmlformats.org/drawingml/2006/main" val="5ACBF0"/>
          </p15:clr>
        </p15:guide>
        <p15:guide id="27" pos="6834">
          <p15:clr>
            <a:srgbClr xmlns:a="http://schemas.openxmlformats.org/drawingml/2006/main" val="5ACBF0"/>
          </p15:clr>
        </p15:guide>
        <p15:guide id="28" pos="6970">
          <p15:clr>
            <a:srgbClr xmlns:a="http://schemas.openxmlformats.org/drawingml/2006/main" val="5ACBF0"/>
          </p15:clr>
        </p15:guide>
      </p15:sldGuideLst>
    </p:ext>
  </p:extLst>
</p:sldMaster>
</file>

<file path=ppt/slideMasters/slideMaster4.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3" name="직사각형 2">
            <a:extLst xmlns:a="http://schemas.openxmlformats.org/drawingml/2006/main">
              <a:ext uri="{FF2B5EF4-FFF2-40B4-BE49-F238E27FC236}">
                <a16:creationId xmlns:a16="http://schemas.microsoft.com/office/drawing/2014/main" id="{99F470B4-9F94-4342-A82F-FD10569135EF}"/>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00BBFF"/>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160"/>
          </a:p>
        </p:txBody>
      </p:sp>
      <p:sp>
        <p:nvSpPr>
          <p:cNvPr id="2" name="TextBox 1">
            <a:extLst xmlns:a="http://schemas.openxmlformats.org/drawingml/2006/main">
              <a:ext uri="{FF2B5EF4-FFF2-40B4-BE49-F238E27FC236}">
                <a16:creationId xmlns:a16="http://schemas.microsoft.com/office/drawing/2014/main" id="{3A0CC5AA-B0B5-FF4C-833B-2E01C84DA731}"/>
              </a:ext>
            </a:extLst>
          </p:cNvPr>
          <p:cNvSpPr>
            <a:spLocks xmlns:a="http://schemas.openxmlformats.org/drawingml/2006/main" noGrp="1"/>
          </p:cNvSpPr>
          <p:nvPr/>
        </p:nvSpPr>
        <p:spPr>
          <a:xfrm xmlns:a="http://schemas.openxmlformats.org/drawingml/2006/main">
            <a:off x="445770" y="7343904"/>
            <a:ext cx="9771127" cy="444161"/>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lgn="l">
              <a:lnSpc>
                <a:spcPct val="120000"/>
              </a:lnSpc>
              <a:buNone/>
            </a:pPr>
            <a:r>
              <a:rPr sz="1260">
                <a:ln w="5080">
                  <a:noFill/>
                </a:ln>
                <a:solidFill>
                  <a:schemeClr val="bg1">
                    <a:lumMod val="95000"/>
                  </a:schemeClr>
                </a:solidFill>
                <a:latin typeface="Pretendard"/>
                <a:ea typeface="Pretendard"/>
                <a:cs typeface="Pretendard"/>
              </a:rPr>
              <a:t>유니콘</a:t>
            </a:r>
            <a:r>
              <a:rPr sz="1260">
                <a:ln w="5080">
                  <a:noFill/>
                </a:ln>
                <a:solidFill>
                  <a:schemeClr val="bg1">
                    <a:lumMod val="95000"/>
                  </a:schemeClr>
                </a:solidFill>
                <a:latin typeface="Pretendard"/>
                <a:ea typeface="Pretendard"/>
                <a:cs typeface="Pretendard"/>
              </a:rPr>
              <a:t> 주식회사</a:t>
            </a:r>
            <a:endParaRPr sz="1260">
              <a:ln w="5080">
                <a:noFill/>
              </a:ln>
              <a:solidFill>
                <a:schemeClr val="bg1">
                  <a:lumMod val="95000"/>
                </a:schemeClr>
              </a:solidFill>
              <a:latin typeface="Pretendard"/>
              <a:ea typeface="Pretendard"/>
              <a:cs typeface="Pretendard"/>
            </a:endParaRPr>
          </a:p>
          <a:p xmlns:a="http://schemas.openxmlformats.org/drawingml/2006/main">
            <a:pPr algn="l">
              <a:lnSpc>
                <a:spcPct val="120000"/>
              </a:lnSpc>
              <a:buNone/>
            </a:pPr>
            <a:r>
              <a:rPr sz="1260">
                <a:ln w="5080">
                  <a:noFill/>
                </a:ln>
                <a:solidFill>
                  <a:schemeClr val="bg1">
                    <a:lumMod val="95000"/>
                  </a:schemeClr>
                </a:solidFill>
                <a:latin typeface="Pretendard"/>
                <a:ea typeface="Pretendard"/>
                <a:cs typeface="Pretendard"/>
              </a:rPr>
              <a:t>Copyright </a:t>
            </a:r>
            <a:r>
              <a:rPr sz="1260">
                <a:ln w="5080">
                  <a:noFill/>
                </a:ln>
                <a:solidFill>
                  <a:schemeClr val="bg1">
                    <a:lumMod val="95000"/>
                  </a:schemeClr>
                </a:solidFill>
                <a:latin typeface="Pretendard"/>
                <a:ea typeface="Pretendard"/>
                <a:cs typeface="Pretendard"/>
              </a:rPr>
              <a:t>ⓒ </a:t>
            </a:r>
            <a:r>
              <a:rPr sz="1260">
                <a:ln w="5080">
                  <a:noFill/>
                </a:ln>
                <a:solidFill>
                  <a:schemeClr val="bg1">
                    <a:lumMod val="95000"/>
                  </a:schemeClr>
                </a:solidFill>
                <a:latin typeface="Pretendard"/>
                <a:ea typeface="Pretendard"/>
                <a:cs typeface="Pretendard"/>
              </a:rPr>
              <a:t>Unicorn Corp. All Rights Reserved.</a:t>
            </a:r>
            <a:r>
              <a:rPr sz="1260">
                <a:ln w="5080">
                  <a:noFill/>
                </a:ln>
                <a:solidFill>
                  <a:schemeClr val="bg1">
                    <a:lumMod val="95000"/>
                  </a:schemeClr>
                </a:solidFill>
                <a:latin typeface="Pretendard"/>
                <a:ea typeface="Pretendard"/>
                <a:cs typeface="Pretendard"/>
              </a:rPr>
              <a:t> 무단전재 및 배포금지</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9" r:id="R845779fd597e4f7b"/>
    <p:sldLayoutId xmlns:r="http://schemas.openxmlformats.org/officeDocument/2006/relationships" id="2147483660" r:id="R8ea300fbaa324d73"/>
  </p:sldLayoutIdLst>
  <p:hf hdr="0" ftr="0" dt="0"/>
  <p:txStyles>
    <p:titleStyle>
      <a:lvl1pPr xmlns:a="http://schemas.openxmlformats.org/drawingml/2006/main" algn="l" defTabSz="1097280">
        <a:lnSpc>
          <a:spcPct val="90000"/>
        </a:lnSpc>
        <a:spcBef>
          <a:spcPct val="0"/>
        </a:spcBef>
        <a:buNone/>
        <a:defRPr sz="5280" kern="1200">
          <a:solidFill>
            <a:schemeClr val="tx1"/>
          </a:solidFill>
          <a:latin typeface="+mj-lt"/>
          <a:ea typeface="+mj-lt"/>
          <a:cs typeface="+mj-lt"/>
        </a:defRPr>
      </a:lvl1pPr>
    </p:titleStyle>
    <p:bodyStyle>
      <a:lvl1pPr xmlns:a="http://schemas.openxmlformats.org/drawingml/2006/main" marL="274320" indent="-274320" algn="l" defTabSz="1097280">
        <a:lnSpc>
          <a:spcPct val="90000"/>
        </a:lnSpc>
        <a:spcBef>
          <a:spcPts val="1200"/>
        </a:spcBef>
        <a:buFont typeface="Arial"/>
        <a:buChar char="•"/>
        <a:defRPr sz="3360" kern="1200">
          <a:solidFill>
            <a:schemeClr val="tx1"/>
          </a:solidFill>
          <a:latin typeface="+mn-lt"/>
          <a:ea typeface="+mn-lt"/>
          <a:cs typeface="+mn-lt"/>
        </a:defRPr>
      </a:lvl1pPr>
      <a:lvl2pPr xmlns:a="http://schemas.openxmlformats.org/drawingml/2006/main" marL="822960" indent="-274320" algn="l" defTabSz="1097280">
        <a:lnSpc>
          <a:spcPct val="90000"/>
        </a:lnSpc>
        <a:spcBef>
          <a:spcPts val="600"/>
        </a:spcBef>
        <a:buFont typeface="Arial"/>
        <a:buChar char="•"/>
        <a:defRPr sz="2880" kern="1200">
          <a:solidFill>
            <a:schemeClr val="tx1"/>
          </a:solidFill>
          <a:latin typeface="+mn-lt"/>
          <a:ea typeface="+mn-lt"/>
          <a:cs typeface="+mn-lt"/>
        </a:defRPr>
      </a:lvl2pPr>
      <a:lvl3pPr xmlns:a="http://schemas.openxmlformats.org/drawingml/2006/main" marL="1371600" indent="-274320" algn="l" defTabSz="1097280">
        <a:lnSpc>
          <a:spcPct val="90000"/>
        </a:lnSpc>
        <a:spcBef>
          <a:spcPts val="600"/>
        </a:spcBef>
        <a:buFont typeface="Arial"/>
        <a:buChar char="•"/>
        <a:defRPr sz="2400" kern="1200">
          <a:solidFill>
            <a:schemeClr val="tx1"/>
          </a:solidFill>
          <a:latin typeface="+mn-lt"/>
          <a:ea typeface="+mn-lt"/>
          <a:cs typeface="+mn-lt"/>
        </a:defRPr>
      </a:lvl3pPr>
      <a:lvl4pPr xmlns:a="http://schemas.openxmlformats.org/drawingml/2006/main" marL="1920240" indent="-274320" algn="l" defTabSz="1097280">
        <a:lnSpc>
          <a:spcPct val="90000"/>
        </a:lnSpc>
        <a:spcBef>
          <a:spcPts val="600"/>
        </a:spcBef>
        <a:buFont typeface="Arial"/>
        <a:buChar char="•"/>
        <a:defRPr sz="2160" kern="1200">
          <a:solidFill>
            <a:schemeClr val="tx1"/>
          </a:solidFill>
          <a:latin typeface="+mn-lt"/>
          <a:ea typeface="+mn-lt"/>
          <a:cs typeface="+mn-lt"/>
        </a:defRPr>
      </a:lvl4pPr>
      <a:lvl5pPr xmlns:a="http://schemas.openxmlformats.org/drawingml/2006/main" marL="2468880" indent="-274320" algn="l" defTabSz="1097280">
        <a:lnSpc>
          <a:spcPct val="90000"/>
        </a:lnSpc>
        <a:spcBef>
          <a:spcPts val="600"/>
        </a:spcBef>
        <a:buFont typeface="Arial"/>
        <a:buChar char="•"/>
        <a:defRPr sz="2160" kern="1200">
          <a:solidFill>
            <a:schemeClr val="tx1"/>
          </a:solidFill>
          <a:latin typeface="+mn-lt"/>
          <a:ea typeface="+mn-lt"/>
          <a:cs typeface="+mn-lt"/>
        </a:defRPr>
      </a:lvl5pPr>
      <a:lvl6pPr xmlns:a="http://schemas.openxmlformats.org/drawingml/2006/main" marL="3017520" indent="-274320" algn="l" defTabSz="1097280">
        <a:lnSpc>
          <a:spcPct val="90000"/>
        </a:lnSpc>
        <a:spcBef>
          <a:spcPts val="600"/>
        </a:spcBef>
        <a:buFont typeface="Arial"/>
        <a:buChar char="•"/>
        <a:defRPr sz="2160" kern="1200">
          <a:solidFill>
            <a:schemeClr val="tx1"/>
          </a:solidFill>
          <a:latin typeface="+mn-lt"/>
          <a:ea typeface="+mn-lt"/>
          <a:cs typeface="+mn-lt"/>
        </a:defRPr>
      </a:lvl6pPr>
      <a:lvl7pPr xmlns:a="http://schemas.openxmlformats.org/drawingml/2006/main" marL="3566160" indent="-274320" algn="l" defTabSz="1097280">
        <a:lnSpc>
          <a:spcPct val="90000"/>
        </a:lnSpc>
        <a:spcBef>
          <a:spcPts val="600"/>
        </a:spcBef>
        <a:buFont typeface="Arial"/>
        <a:buChar char="•"/>
        <a:defRPr sz="2160" kern="1200">
          <a:solidFill>
            <a:schemeClr val="tx1"/>
          </a:solidFill>
          <a:latin typeface="+mn-lt"/>
          <a:ea typeface="+mn-lt"/>
          <a:cs typeface="+mn-lt"/>
        </a:defRPr>
      </a:lvl7pPr>
      <a:lvl8pPr xmlns:a="http://schemas.openxmlformats.org/drawingml/2006/main" marL="4114800" indent="-274320" algn="l" defTabSz="1097280">
        <a:lnSpc>
          <a:spcPct val="90000"/>
        </a:lnSpc>
        <a:spcBef>
          <a:spcPts val="600"/>
        </a:spcBef>
        <a:buFont typeface="Arial"/>
        <a:buChar char="•"/>
        <a:defRPr sz="2160" kern="1200">
          <a:solidFill>
            <a:schemeClr val="tx1"/>
          </a:solidFill>
          <a:latin typeface="+mn-lt"/>
          <a:ea typeface="+mn-lt"/>
          <a:cs typeface="+mn-lt"/>
        </a:defRPr>
      </a:lvl8pPr>
      <a:lvl9pPr xmlns:a="http://schemas.openxmlformats.org/drawingml/2006/main" marL="4663440" indent="-274320" algn="l" defTabSz="1097280">
        <a:lnSpc>
          <a:spcPct val="90000"/>
        </a:lnSpc>
        <a:spcBef>
          <a:spcPts val="600"/>
        </a:spcBef>
        <a:buFont typeface="Arial"/>
        <a:buChar char="•"/>
        <a:defRPr sz="2160" kern="1200">
          <a:solidFill>
            <a:schemeClr val="tx1"/>
          </a:solidFill>
          <a:latin typeface="+mn-lt"/>
          <a:ea typeface="+mn-lt"/>
          <a:cs typeface="+mn-lt"/>
        </a:defRPr>
      </a:lvl9pPr>
    </p:bodyStyle>
    <p:otherStyle>
      <a:lvl1pPr xmlns:a="http://schemas.openxmlformats.org/drawingml/2006/main" marL="0" algn="l" defTabSz="1097280">
        <a:buNone/>
        <a:defRPr sz="2160" kern="1200">
          <a:solidFill>
            <a:schemeClr val="tx1"/>
          </a:solidFill>
          <a:latin typeface="+mn-lt"/>
          <a:ea typeface="+mn-lt"/>
          <a:cs typeface="+mn-lt"/>
        </a:defRPr>
      </a:lvl1pPr>
      <a:lvl2pPr xmlns:a="http://schemas.openxmlformats.org/drawingml/2006/main" marL="548640" algn="l" defTabSz="1097280">
        <a:buNone/>
        <a:defRPr sz="2160" kern="1200">
          <a:solidFill>
            <a:schemeClr val="tx1"/>
          </a:solidFill>
          <a:latin typeface="+mn-lt"/>
          <a:ea typeface="+mn-lt"/>
          <a:cs typeface="+mn-lt"/>
        </a:defRPr>
      </a:lvl2pPr>
      <a:lvl3pPr xmlns:a="http://schemas.openxmlformats.org/drawingml/2006/main" marL="1097280" algn="l" defTabSz="1097280">
        <a:buNone/>
        <a:defRPr sz="2160" kern="1200">
          <a:solidFill>
            <a:schemeClr val="tx1"/>
          </a:solidFill>
          <a:latin typeface="+mn-lt"/>
          <a:ea typeface="+mn-lt"/>
          <a:cs typeface="+mn-lt"/>
        </a:defRPr>
      </a:lvl3pPr>
      <a:lvl4pPr xmlns:a="http://schemas.openxmlformats.org/drawingml/2006/main" marL="1645920" algn="l" defTabSz="1097280">
        <a:buNone/>
        <a:defRPr sz="2160" kern="1200">
          <a:solidFill>
            <a:schemeClr val="tx1"/>
          </a:solidFill>
          <a:latin typeface="+mn-lt"/>
          <a:ea typeface="+mn-lt"/>
          <a:cs typeface="+mn-lt"/>
        </a:defRPr>
      </a:lvl4pPr>
      <a:lvl5pPr xmlns:a="http://schemas.openxmlformats.org/drawingml/2006/main" marL="2194560" algn="l" defTabSz="1097280">
        <a:buNone/>
        <a:defRPr sz="2160" kern="1200">
          <a:solidFill>
            <a:schemeClr val="tx1"/>
          </a:solidFill>
          <a:latin typeface="+mn-lt"/>
          <a:ea typeface="+mn-lt"/>
          <a:cs typeface="+mn-lt"/>
        </a:defRPr>
      </a:lvl5pPr>
      <a:lvl6pPr xmlns:a="http://schemas.openxmlformats.org/drawingml/2006/main" marL="2743200" algn="l" defTabSz="1097280">
        <a:buNone/>
        <a:defRPr sz="2160" kern="1200">
          <a:solidFill>
            <a:schemeClr val="tx1"/>
          </a:solidFill>
          <a:latin typeface="+mn-lt"/>
          <a:ea typeface="+mn-lt"/>
          <a:cs typeface="+mn-lt"/>
        </a:defRPr>
      </a:lvl6pPr>
      <a:lvl7pPr xmlns:a="http://schemas.openxmlformats.org/drawingml/2006/main" marL="3291840" algn="l" defTabSz="1097280">
        <a:buNone/>
        <a:defRPr sz="2160" kern="1200">
          <a:solidFill>
            <a:schemeClr val="tx1"/>
          </a:solidFill>
          <a:latin typeface="+mn-lt"/>
          <a:ea typeface="+mn-lt"/>
          <a:cs typeface="+mn-lt"/>
        </a:defRPr>
      </a:lvl7pPr>
      <a:lvl8pPr xmlns:a="http://schemas.openxmlformats.org/drawingml/2006/main" marL="3840480" algn="l" defTabSz="1097280">
        <a:buNone/>
        <a:defRPr sz="2160" kern="1200">
          <a:solidFill>
            <a:schemeClr val="tx1"/>
          </a:solidFill>
          <a:latin typeface="+mn-lt"/>
          <a:ea typeface="+mn-lt"/>
          <a:cs typeface="+mn-lt"/>
        </a:defRPr>
      </a:lvl8pPr>
      <a:lvl9pPr xmlns:a="http://schemas.openxmlformats.org/drawingml/2006/main" marL="4389120" algn="l" defTabSz="1097280">
        <a:buNone/>
        <a:defRPr sz="216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p15:clr>
            <a:srgbClr xmlns:a="http://schemas.openxmlformats.org/drawingml/2006/main" val="A4A3A4"/>
          </p15:clr>
        </p15:guide>
        <p15:guide id="2" orient="horz" pos="2160">
          <p15:clr>
            <a:srgbClr xmlns:a="http://schemas.openxmlformats.org/drawingml/2006/main" val="A4A3A4"/>
          </p15:clr>
        </p15:guide>
        <p15:guide id="3" orient="horz" pos="232">
          <p15:clr>
            <a:srgbClr xmlns:a="http://schemas.openxmlformats.org/drawingml/2006/main" val="A4A3A4"/>
          </p15:clr>
        </p15:guide>
        <p15:guide id="4" orient="horz" pos="4088">
          <p15:clr>
            <a:srgbClr xmlns:a="http://schemas.openxmlformats.org/drawingml/2006/main" val="A4A3A4"/>
          </p15:clr>
        </p15:guide>
        <p15:guide id="5" pos="234">
          <p15:clr>
            <a:srgbClr xmlns:a="http://schemas.openxmlformats.org/drawingml/2006/main" val="A4A3A4"/>
          </p15:clr>
        </p15:guide>
        <p15:guide id="6" pos="7446">
          <p15:clr>
            <a:srgbClr xmlns:a="http://schemas.openxmlformats.org/drawingml/2006/main" val="A4A3A4"/>
          </p15:clr>
        </p15:guide>
        <p15:guide id="7" pos="3908">
          <p15:clr>
            <a:srgbClr xmlns:a="http://schemas.openxmlformats.org/drawingml/2006/main" val="5ACBF0"/>
          </p15:clr>
        </p15:guide>
        <p15:guide id="8" pos="3772">
          <p15:clr>
            <a:srgbClr xmlns:a="http://schemas.openxmlformats.org/drawingml/2006/main" val="5ACBF0"/>
          </p15:clr>
        </p15:guide>
        <p15:guide id="9" pos="3296">
          <p15:clr>
            <a:srgbClr xmlns:a="http://schemas.openxmlformats.org/drawingml/2006/main" val="5ACBF0"/>
          </p15:clr>
        </p15:guide>
        <p15:guide id="10" pos="4384">
          <p15:clr>
            <a:srgbClr xmlns:a="http://schemas.openxmlformats.org/drawingml/2006/main" val="5ACBF0"/>
          </p15:clr>
        </p15:guide>
        <p15:guide id="11" pos="3160">
          <p15:clr>
            <a:srgbClr xmlns:a="http://schemas.openxmlformats.org/drawingml/2006/main" val="5ACBF0"/>
          </p15:clr>
        </p15:guide>
        <p15:guide id="12" pos="4520">
          <p15:clr>
            <a:srgbClr xmlns:a="http://schemas.openxmlformats.org/drawingml/2006/main" val="5ACBF0"/>
          </p15:clr>
        </p15:guide>
        <p15:guide id="13" pos="2683">
          <p15:clr>
            <a:srgbClr xmlns:a="http://schemas.openxmlformats.org/drawingml/2006/main" val="5ACBF0"/>
          </p15:clr>
        </p15:guide>
        <p15:guide id="14" pos="2547">
          <p15:clr>
            <a:srgbClr xmlns:a="http://schemas.openxmlformats.org/drawingml/2006/main" val="5ACBF0"/>
          </p15:clr>
        </p15:guide>
        <p15:guide id="15" pos="4997">
          <p15:clr>
            <a:srgbClr xmlns:a="http://schemas.openxmlformats.org/drawingml/2006/main" val="5ACBF0"/>
          </p15:clr>
        </p15:guide>
        <p15:guide id="16" pos="5133">
          <p15:clr>
            <a:srgbClr xmlns:a="http://schemas.openxmlformats.org/drawingml/2006/main" val="5ACBF0"/>
          </p15:clr>
        </p15:guide>
        <p15:guide id="17" pos="2071">
          <p15:clr>
            <a:srgbClr xmlns:a="http://schemas.openxmlformats.org/drawingml/2006/main" val="5ACBF0"/>
          </p15:clr>
        </p15:guide>
        <p15:guide id="18" pos="1935">
          <p15:clr>
            <a:srgbClr xmlns:a="http://schemas.openxmlformats.org/drawingml/2006/main" val="5ACBF0"/>
          </p15:clr>
        </p15:guide>
        <p15:guide id="19" pos="5609">
          <p15:clr>
            <a:srgbClr xmlns:a="http://schemas.openxmlformats.org/drawingml/2006/main" val="5ACBF0"/>
          </p15:clr>
        </p15:guide>
        <p15:guide id="20" pos="5745">
          <p15:clr>
            <a:srgbClr xmlns:a="http://schemas.openxmlformats.org/drawingml/2006/main" val="5ACBF0"/>
          </p15:clr>
        </p15:guide>
        <p15:guide id="21" pos="6221">
          <p15:clr>
            <a:srgbClr xmlns:a="http://schemas.openxmlformats.org/drawingml/2006/main" val="5ACBF0"/>
          </p15:clr>
        </p15:guide>
        <p15:guide id="22" pos="6357">
          <p15:clr>
            <a:srgbClr xmlns:a="http://schemas.openxmlformats.org/drawingml/2006/main" val="5ACBF0"/>
          </p15:clr>
        </p15:guide>
        <p15:guide id="23" pos="1459">
          <p15:clr>
            <a:srgbClr xmlns:a="http://schemas.openxmlformats.org/drawingml/2006/main" val="5ACBF0"/>
          </p15:clr>
        </p15:guide>
        <p15:guide id="24" pos="1323">
          <p15:clr>
            <a:srgbClr xmlns:a="http://schemas.openxmlformats.org/drawingml/2006/main" val="5ACBF0"/>
          </p15:clr>
        </p15:guide>
        <p15:guide id="25" pos="846">
          <p15:clr>
            <a:srgbClr xmlns:a="http://schemas.openxmlformats.org/drawingml/2006/main" val="5ACBF0"/>
          </p15:clr>
        </p15:guide>
        <p15:guide id="26" pos="710">
          <p15:clr>
            <a:srgbClr xmlns:a="http://schemas.openxmlformats.org/drawingml/2006/main" val="5ACBF0"/>
          </p15:clr>
        </p15:guide>
        <p15:guide id="27" pos="6834">
          <p15:clr>
            <a:srgbClr xmlns:a="http://schemas.openxmlformats.org/drawingml/2006/main" val="5ACBF0"/>
          </p15:clr>
        </p15:guide>
        <p15:guide id="28" pos="6970">
          <p15:clr>
            <a:srgbClr xmlns:a="http://schemas.openxmlformats.org/drawingml/2006/main" val="5ACBF0"/>
          </p15:clr>
        </p15:guide>
      </p15:sldGuideLst>
    </p:ext>
  </p:extLst>
</p:sldMaster>
</file>

<file path=ppt/slideMasters/theme/theme2.xml><?xml version="1.0" encoding="utf-8"?>
<a:theme xmlns:a="http://schemas.openxmlformats.org/drawingml/2006/main" name="[필수] 레슨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필수] 내용">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필수] Section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필수] 강의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8.xml" Id="R3c409975d2b044f7" /><Relationship Type="http://schemas.openxmlformats.org/officeDocument/2006/relationships/notesSlide" Target="/ppt/notesSlides/notesSlide1.xml" Id="R28f6898c4ca647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2a3dcebf8e984acb" /><Relationship Type="http://schemas.openxmlformats.org/officeDocument/2006/relationships/notesSlide" Target="/ppt/notesSlides/notesSlide2.xml" Id="Rc489f8058bd740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4e3f4f671e4f44d9" /><Relationship Type="http://schemas.openxmlformats.org/officeDocument/2006/relationships/notesSlide" Target="/ppt/notesSlides/notesSlide3.xml" Id="R2f122302ae604e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4496e137b87b42ba" /><Relationship Type="http://schemas.openxmlformats.org/officeDocument/2006/relationships/notesSlide" Target="/ppt/notesSlides/notesSlide4.xml" Id="R4bc314f9a7464f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552def5beb9d411d" /><Relationship Type="http://schemas.openxmlformats.org/officeDocument/2006/relationships/notesSlide" Target="/ppt/notesSlides/notesSlide5.xml" Id="R0f48e1cd539e48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fa5438310b6a466b" /><Relationship Type="http://schemas.openxmlformats.org/officeDocument/2006/relationships/notesSlide" Target="/ppt/notesSlides/notesSlide6.xml" Id="R68f6a8e75d994b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02d012e6b7c54856" /><Relationship Type="http://schemas.openxmlformats.org/officeDocument/2006/relationships/notesSlide" Target="/ppt/notesSlides/notesSlide7.xml" Id="R049828254c4340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6129b7f7179c4e39" /><Relationship Type="http://schemas.openxmlformats.org/officeDocument/2006/relationships/notesSlide" Target="/ppt/notesSlides/notesSlide8.xml" Id="Rd4b98ef3e5734c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5.xml" Id="Re45c7daa79df4691" /><Relationship Type="http://schemas.openxmlformats.org/officeDocument/2006/relationships/notesSlide" Target="/ppt/notesSlides/notesSlide9.xml" Id="R20bd56c50571428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1d7698459b904566" /><Relationship Type="http://schemas.openxmlformats.org/officeDocument/2006/relationships/notesSlide" Target="/ppt/notesSlides/notesSlide10.xml" Id="R55b5290e7f76410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5.xml" Id="R30cbadbd77b74961" /><Relationship Type="http://schemas.openxmlformats.org/officeDocument/2006/relationships/notesSlide" Target="/ppt/notesSlides/notesSlide11.xml" Id="Rb0e7319bc15b47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f4386b8fae034a07" /><Relationship Type="http://schemas.openxmlformats.org/officeDocument/2006/relationships/notesSlide" Target="/ppt/notesSlides/notesSlide12.xml" Id="R09b2cfd8f84d4df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5.xml" Id="R8d5fee2a5c6d4b7c" /><Relationship Type="http://schemas.openxmlformats.org/officeDocument/2006/relationships/notesSlide" Target="/ppt/notesSlides/notesSlide13.xml" Id="Rf5123723291747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acc386a1fa9c44af" /><Relationship Type="http://schemas.openxmlformats.org/officeDocument/2006/relationships/notesSlide" Target="/ppt/notesSlides/notesSlide14.xml" Id="Rcc6cb3481a6949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5.xml" Id="R915a11de15f94efe" /><Relationship Type="http://schemas.openxmlformats.org/officeDocument/2006/relationships/notesSlide" Target="/ppt/notesSlides/notesSlide15.xml" Id="Ra6f7a20ab10740b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58d2ae82567e4d83" /><Relationship Type="http://schemas.openxmlformats.org/officeDocument/2006/relationships/notesSlide" Target="/ppt/notesSlides/notesSlide16.xml" Id="R39ccf43f10c54bb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0219d0205c8c4c92" /><Relationship Type="http://schemas.openxmlformats.org/officeDocument/2006/relationships/notesSlide" Target="/ppt/notesSlides/notesSlide17.xml" Id="Rbc8b5b999abc404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5.xml" Id="R738c382ab3f9429a" /><Relationship Type="http://schemas.openxmlformats.org/officeDocument/2006/relationships/notesSlide" Target="/ppt/notesSlides/notesSlide18.xml" Id="Rd03b2a955621451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e5831d0eb68f482a" /><Relationship Type="http://schemas.openxmlformats.org/officeDocument/2006/relationships/notesSlide" Target="/ppt/notesSlides/notesSlide19.xml" Id="R8923353a4ad74cd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5.xml" Id="Rd6711ea402cb4770" /><Relationship Type="http://schemas.openxmlformats.org/officeDocument/2006/relationships/notesSlide" Target="/ppt/notesSlides/notesSlide20.xml" Id="R7bdbd8f599b2487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53757530d3e84a87" /><Relationship Type="http://schemas.openxmlformats.org/officeDocument/2006/relationships/notesSlide" Target="/ppt/notesSlides/notesSlide21.xml" Id="R6e18529f6ebf460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32278b2da8bd48e2" /><Relationship Type="http://schemas.openxmlformats.org/officeDocument/2006/relationships/notesSlide" Target="/ppt/notesSlides/notesSlide22.xml" Id="R4ea1fd979d65440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5.xml" Id="Rc76bf8a7e2e34261" /><Relationship Type="http://schemas.openxmlformats.org/officeDocument/2006/relationships/image" Target="/ppt/media/image2.png" Id="Ra8237129028a4ba2" /><Relationship Type="http://schemas.openxmlformats.org/officeDocument/2006/relationships/notesSlide" Target="/ppt/notesSlides/notesSlide23.xml" Id="R9c3a3c41c3bf47e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5.xml" Id="R3b2c54dd838a4da5" /><Relationship Type="http://schemas.openxmlformats.org/officeDocument/2006/relationships/notesSlide" Target="/ppt/notesSlides/notesSlide24.xml" Id="Reddd42e01872478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7b703e73da7e4e04" /><Relationship Type="http://schemas.openxmlformats.org/officeDocument/2006/relationships/notesSlide" Target="/ppt/notesSlides/notesSlide25.xml" Id="R568e7f782e604e3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cc218f0feb0547d8" /><Relationship Type="http://schemas.openxmlformats.org/officeDocument/2006/relationships/notesSlide" Target="/ppt/notesSlides/notesSlide26.xml" Id="R2fc30776663a4bd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fe123063d1974a54" /><Relationship Type="http://schemas.openxmlformats.org/officeDocument/2006/relationships/notesSlide" Target="/ppt/notesSlides/notesSlide27.xml" Id="Rd743689e0a98439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5.xml" Id="Ra95ed082e5e54919" /><Relationship Type="http://schemas.openxmlformats.org/officeDocument/2006/relationships/image" Target="/ppt/media/image3.png" Id="Rd86a60db6282470e" /><Relationship Type="http://schemas.openxmlformats.org/officeDocument/2006/relationships/notesSlide" Target="/ppt/notesSlides/notesSlide28.xml" Id="Rd8d206c7ae644c3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5.xml" Id="R5a48757833784eff" /><Relationship Type="http://schemas.openxmlformats.org/officeDocument/2006/relationships/notesSlide" Target="/ppt/notesSlides/notesSlide29.xml" Id="R15318b60c6bb42c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5f2f3bdf477b4e39" /><Relationship Type="http://schemas.openxmlformats.org/officeDocument/2006/relationships/image" Target="/ppt/media/image4.png" Id="R3712c3d7ae2f4dee" /><Relationship Type="http://schemas.openxmlformats.org/officeDocument/2006/relationships/notesSlide" Target="/ppt/notesSlides/notesSlide30.xml" Id="R922d8ceeb1bf456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텍스트 개체 틀 1">
            <a:extLst xmlns:a="http://schemas.openxmlformats.org/drawingml/2006/main">
              <a:ext uri="{FF2B5EF4-FFF2-40B4-BE49-F238E27FC236}">
                <a16:creationId xmlns:a16="http://schemas.microsoft.com/office/drawing/2014/main" id="{464AA2DC-4F49-A8BE-997C-85889A420445}"/>
              </a:ext>
            </a:extLst>
          </p:cNvPr>
          <p:cNvSpPr>
            <a:spLocks xmlns:a="http://schemas.openxmlformats.org/drawingml/2006/main" noGrp="1"/>
          </p:cNvSpPr>
          <p:nvPr>
            <p:ph type="body" idx="11"/>
          </p:nvPr>
        </p:nvSpPr>
        <p:spPr/>
        <p:txBody>
          <a:bodyPr xmlns:a="http://schemas.openxmlformats.org/drawingml/2006/main"/>
          <a:lstStyle xmlns:a="http://schemas.openxmlformats.org/drawingml/2006/main"/>
          <a:p xmlns:a="http://schemas.openxmlformats.org/drawingml/2006/main">
            <a:pPr>
              <a:spcBef>
                <a:spcPct val="0"/>
              </a:spcBef>
              <a:spcAft>
                <a:spcPts val="600"/>
              </a:spcAft>
              <a:buNone/>
            </a:pPr>
            <a:r>
              <a:rPr sz="4400">
                <a:solidFill>
                  <a:schemeClr val="tx2"/>
                </a:solidFill>
                <a:latin typeface="Pretendard"/>
                <a:ea typeface="Pretendard"/>
                <a:cs typeface="Pretendard"/>
              </a:rPr>
              <a:t>하이브리드 </a:t>
            </a:r>
            <a:r>
              <a:rPr sz="4400">
                <a:solidFill>
                  <a:schemeClr val="tx2"/>
                </a:solidFill>
                <a:latin typeface="Pretendard"/>
                <a:ea typeface="Pretendard"/>
                <a:cs typeface="Pretendard"/>
              </a:rPr>
              <a:t>AI</a:t>
            </a:r>
          </a:p>
        </p:txBody>
      </p:sp>
      <p:sp>
        <p:nvSpPr>
          <p:cNvPr id="3" name="텍스트 개체 틀 2">
            <a:extLst xmlns:a="http://schemas.openxmlformats.org/drawingml/2006/main">
              <a:ext uri="{FF2B5EF4-FFF2-40B4-BE49-F238E27FC236}">
                <a16:creationId xmlns:a16="http://schemas.microsoft.com/office/drawing/2014/main" id="{02329C88-E591-743C-2574-E964D0BECE78}"/>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r>
              <a:rPr>
                <a:latin typeface="Pretendard"/>
                <a:ea typeface="Pretendard"/>
                <a:cs typeface="Pretendard"/>
              </a:rPr>
              <a:t>이해경</a:t>
            </a:r>
          </a:p>
        </p:txBody>
      </p:sp>
      <p:sp>
        <p:nvSpPr>
          <p:cNvPr id="5" name="슬라이드 번호 개체 틀 4">
            <a:extLst xmlns:a="http://schemas.openxmlformats.org/drawingml/2006/main">
              <a:ext uri="{FF2B5EF4-FFF2-40B4-BE49-F238E27FC236}">
                <a16:creationId xmlns:a16="http://schemas.microsoft.com/office/drawing/2014/main" id="{65CE93DE-2CF1-BF92-9461-43536283E35E}"/>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6D069905-AE10-E849-B625-D412908E376F}" type="slidenum">
              <a:t>1</a:t>
            </a:fld>
            <a:endParaRPr/>
          </a:p>
        </p:txBody>
      </p:sp>
    </p:spTree>
    <p:extLst>
      <p:ext uri="{BB962C8B-B14F-4D97-AF65-F5344CB8AC3E}">
        <p14:creationId xmlns:p14="http://schemas.microsoft.com/office/powerpoint/2010/main" val="6057734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02AD432-C268-4130-8925-07242C4DFBB2}"/>
              </a:ext>
            </a:extLst>
          </p:cNvPr>
          <p:cNvSpPr>
            <a:spLocks xmlns:a="http://schemas.openxmlformats.org/drawingml/2006/main" noGrp="1"/>
          </p:cNvSpPr>
          <p:nvPr/>
        </p:nvSpPr>
        <p:spPr>
          <a:xfrm xmlns:a="http://schemas.openxmlformats.org/drawingml/2006/main">
            <a:off x="0" y="0"/>
            <a:ext cx="73152" cy="8229600"/>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3" name="Shape 1">
            <a:extLst xmlns:a="http://schemas.openxmlformats.org/drawingml/2006/main">
              <a:ext uri="{FF2B5EF4-FFF2-40B4-BE49-F238E27FC236}">
                <a16:creationId xmlns:a16="http://schemas.microsoft.com/office/drawing/2014/main" id="{C67157AD-6737-41A5-A01E-2ECBD21E2B0F}"/>
              </a:ext>
            </a:extLst>
          </p:cNvPr>
          <p:cNvSpPr>
            <a:spLocks xmlns:a="http://schemas.openxmlformats.org/drawingml/2006/main" noGrp="1"/>
          </p:cNvSpPr>
          <p:nvPr/>
        </p:nvSpPr>
        <p:spPr>
          <a:xfrm xmlns:a="http://schemas.openxmlformats.org/drawingml/2006/main">
            <a:off x="512064" y="432093"/>
            <a:ext cx="1053389" cy="409651"/>
          </a:xfrm>
          <a:prstGeom xmlns:a="http://schemas.openxmlformats.org/drawingml/2006/main" prst="roundRect">
            <a:avLst>
              <a:gd name="adj" fmla="val 17857"/>
            </a:avLst>
          </a:prstGeom>
          <a:solidFill xmlns:a="http://schemas.openxmlformats.org/drawingml/2006/main">
            <a:srgbClr val="0D9488"/>
          </a:solidFill>
          <a:ln xmlns:a="http://schemas.openxmlformats.org/drawingml/2006/main" w="12700">
            <a:solidFill>
              <a:srgbClr val="0D9488"/>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4" name="Text 2">
            <a:extLst xmlns:a="http://schemas.openxmlformats.org/drawingml/2006/main">
              <a:ext uri="{FF2B5EF4-FFF2-40B4-BE49-F238E27FC236}">
                <a16:creationId xmlns:a16="http://schemas.microsoft.com/office/drawing/2014/main" id="{65E8FBAF-6CD3-4BC8-94F5-011FFA892E45}"/>
              </a:ext>
            </a:extLst>
          </p:cNvPr>
          <p:cNvSpPr>
            <a:spLocks xmlns:a="http://schemas.openxmlformats.org/drawingml/2006/main" noGrp="1"/>
          </p:cNvSpPr>
          <p:nvPr/>
        </p:nvSpPr>
        <p:spPr>
          <a:xfrm xmlns:a="http://schemas.openxmlformats.org/drawingml/2006/main">
            <a:off x="512064" y="432093"/>
            <a:ext cx="1053389" cy="409651"/>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1920" b="1" i="0" u="none" cap="none" spc="0">
                <a:ln>
                  <a:noFill/>
                </a:ln>
                <a:solidFill>
                  <a:srgbClr val="FFFFFF"/>
                </a:solidFill>
                <a:latin typeface="Pretendard"/>
                <a:ea typeface="Pretendard"/>
                <a:cs typeface="Pretendard"/>
              </a:rPr>
              <a:t>목차</a:t>
            </a:r>
            <a:endParaRPr sz="1920" b="0" i="0" u="none" kern="1200" cap="none" spc="0" baseline="0">
              <a:ln>
                <a:noFill/>
              </a:ln>
              <a:solidFill>
                <a:prstClr val="black"/>
              </a:solidFill>
              <a:latin typeface="Pretendard"/>
              <a:ea typeface="Pretendard"/>
              <a:cs typeface="Pretendard"/>
            </a:endParaRPr>
          </a:p>
        </p:txBody>
      </p:sp>
      <p:sp>
        <p:nvSpPr>
          <p:cNvPr id="5" name="Text 3">
            <a:extLst xmlns:a="http://schemas.openxmlformats.org/drawingml/2006/main">
              <a:ext uri="{FF2B5EF4-FFF2-40B4-BE49-F238E27FC236}">
                <a16:creationId xmlns:a16="http://schemas.microsoft.com/office/drawing/2014/main" id="{7140CCA8-F44C-4A21-81CF-8BB0FDADCA85}"/>
              </a:ext>
            </a:extLst>
          </p:cNvPr>
          <p:cNvSpPr>
            <a:spLocks xmlns:a="http://schemas.openxmlformats.org/drawingml/2006/main" noGrp="1"/>
          </p:cNvSpPr>
          <p:nvPr/>
        </p:nvSpPr>
        <p:spPr>
          <a:xfrm xmlns:a="http://schemas.openxmlformats.org/drawingml/2006/main">
            <a:off x="1726387" y="248717"/>
            <a:ext cx="11704320" cy="79004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4000" b="0" i="0" u="none" cap="none" spc="0">
                <a:ln>
                  <a:noFill/>
                </a:ln>
                <a:solidFill>
                  <a:prstClr val="black"/>
                </a:solidFill>
                <a:latin typeface="Pretendard"/>
                <a:ea typeface="Pretendard"/>
                <a:cs typeface="Pretendard"/>
              </a:rPr>
              <a:t>하이브리드 </a:t>
            </a:r>
            <a:r>
              <a:rPr sz="4000" b="0" i="0" u="none" cap="none" spc="0">
                <a:ln>
                  <a:noFill/>
                </a:ln>
                <a:solidFill>
                  <a:prstClr val="black"/>
                </a:solidFill>
                <a:latin typeface="Pretendard"/>
                <a:ea typeface="Pretendard"/>
                <a:cs typeface="Pretendard"/>
              </a:rPr>
              <a:t>AI</a:t>
            </a:r>
            <a:endParaRPr sz="4000" b="0" i="0" u="none" kern="1200" cap="none" spc="0" baseline="0">
              <a:ln>
                <a:noFill/>
              </a:ln>
              <a:solidFill>
                <a:prstClr val="black"/>
              </a:solidFill>
              <a:latin typeface="Pretendard"/>
              <a:ea typeface="Pretendard"/>
              <a:cs typeface="Pretendard"/>
            </a:endParaRPr>
          </a:p>
        </p:txBody>
      </p:sp>
      <p:sp>
        <p:nvSpPr>
          <p:cNvPr id="6" name="Shape 4">
            <a:extLst xmlns:a="http://schemas.openxmlformats.org/drawingml/2006/main">
              <a:ext uri="{FF2B5EF4-FFF2-40B4-BE49-F238E27FC236}">
                <a16:creationId xmlns:a16="http://schemas.microsoft.com/office/drawing/2014/main" id="{6C466E21-9325-47C3-8B24-A78BE7188A2E}"/>
              </a:ext>
            </a:extLst>
          </p:cNvPr>
          <p:cNvSpPr>
            <a:spLocks xmlns:a="http://schemas.openxmlformats.org/drawingml/2006/main" noGrp="1"/>
          </p:cNvSpPr>
          <p:nvPr/>
        </p:nvSpPr>
        <p:spPr>
          <a:xfrm xmlns:a="http://schemas.openxmlformats.org/drawingml/2006/main">
            <a:off x="512064" y="1243584"/>
            <a:ext cx="13606272" cy="0"/>
          </a:xfrm>
          <a:prstGeom xmlns:a="http://schemas.openxmlformats.org/drawingml/2006/main" prst="line">
            <a:avLst/>
          </a:prstGeom>
          <a:noFill xmlns:a="http://schemas.openxmlformats.org/drawingml/2006/main"/>
          <a:ln xmlns:a="http://schemas.openxmlformats.org/drawingml/2006/main" w="19050">
            <a:solidFill>
              <a:srgbClr val="E2E8F0"/>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7" name="Shape 5">
            <a:extLst xmlns:a="http://schemas.openxmlformats.org/drawingml/2006/main">
              <a:ext uri="{FF2B5EF4-FFF2-40B4-BE49-F238E27FC236}">
                <a16:creationId xmlns:a16="http://schemas.microsoft.com/office/drawing/2014/main" id="{36039076-02E0-48E3-B903-19D003D0B4EC}"/>
              </a:ext>
            </a:extLst>
          </p:cNvPr>
          <p:cNvSpPr>
            <a:spLocks xmlns:a="http://schemas.openxmlformats.org/drawingml/2006/main" noGrp="1"/>
          </p:cNvSpPr>
          <p:nvPr/>
        </p:nvSpPr>
        <p:spPr>
          <a:xfrm xmlns:a="http://schemas.openxmlformats.org/drawingml/2006/main">
            <a:off x="6759245" y="1419149"/>
            <a:ext cx="0" cy="621792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8" name="Shape 6">
            <a:extLst xmlns:a="http://schemas.openxmlformats.org/drawingml/2006/main">
              <a:ext uri="{FF2B5EF4-FFF2-40B4-BE49-F238E27FC236}">
                <a16:creationId xmlns:a16="http://schemas.microsoft.com/office/drawing/2014/main" id="{A9F0CFB8-DB78-4D10-B973-DA2C7D4690C5}"/>
              </a:ext>
            </a:extLst>
          </p:cNvPr>
          <p:cNvSpPr>
            <a:spLocks xmlns:a="http://schemas.openxmlformats.org/drawingml/2006/main" noGrp="1"/>
          </p:cNvSpPr>
          <p:nvPr/>
        </p:nvSpPr>
        <p:spPr>
          <a:xfrm xmlns:a="http://schemas.openxmlformats.org/drawingml/2006/main">
            <a:off x="512064" y="1419149"/>
            <a:ext cx="73152" cy="438912"/>
          </a:xfrm>
          <a:prstGeom xmlns:a="http://schemas.openxmlformats.org/drawingml/2006/main" prst="rect">
            <a:avLst/>
          </a:prstGeom>
          <a:solidFill xmlns:a="http://schemas.openxmlformats.org/drawingml/2006/main">
            <a:srgbClr val="059669"/>
          </a:solidFill>
          <a:ln xmlns:a="http://schemas.openxmlformats.org/drawingml/2006/main" w="12700">
            <a:solidFill>
              <a:srgbClr val="059669"/>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9" name="Text 7">
            <a:extLst xmlns:a="http://schemas.openxmlformats.org/drawingml/2006/main">
              <a:ext uri="{FF2B5EF4-FFF2-40B4-BE49-F238E27FC236}">
                <a16:creationId xmlns:a16="http://schemas.microsoft.com/office/drawing/2014/main" id="{E07E1AC7-7605-4B28-9899-D9BF552E6D55}"/>
              </a:ext>
            </a:extLst>
          </p:cNvPr>
          <p:cNvSpPr>
            <a:spLocks xmlns:a="http://schemas.openxmlformats.org/drawingml/2006/main" noGrp="1"/>
          </p:cNvSpPr>
          <p:nvPr/>
        </p:nvSpPr>
        <p:spPr>
          <a:xfrm xmlns:a="http://schemas.openxmlformats.org/drawingml/2006/main">
            <a:off x="687629" y="1419149"/>
            <a:ext cx="29260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2240" b="1" i="0" u="none" cap="none" spc="0">
                <a:ln>
                  <a:noFill/>
                </a:ln>
                <a:solidFill>
                  <a:srgbClr val="2C2926"/>
                </a:solidFill>
                <a:latin typeface="Pretendard"/>
                <a:ea typeface="Pretendard"/>
                <a:cs typeface="Pretendard"/>
              </a:rPr>
              <a:t>강의 목표</a:t>
            </a:r>
            <a:endParaRPr sz="2240" b="0" i="0" u="none" kern="1200" cap="none" spc="0" baseline="0">
              <a:ln>
                <a:noFill/>
              </a:ln>
              <a:solidFill>
                <a:prstClr val="black"/>
              </a:solidFill>
              <a:latin typeface="Pretendard"/>
              <a:ea typeface="Pretendard"/>
              <a:cs typeface="Pretendard"/>
            </a:endParaRPr>
          </a:p>
        </p:txBody>
      </p:sp>
      <p:sp>
        <p:nvSpPr>
          <p:cNvPr id="10" name="Shape 8">
            <a:extLst xmlns:a="http://schemas.openxmlformats.org/drawingml/2006/main">
              <a:ext uri="{FF2B5EF4-FFF2-40B4-BE49-F238E27FC236}">
                <a16:creationId xmlns:a16="http://schemas.microsoft.com/office/drawing/2014/main" id="{3D02EE30-DBB7-4D1D-A7F4-7C7D7302E653}"/>
              </a:ext>
            </a:extLst>
          </p:cNvPr>
          <p:cNvSpPr>
            <a:spLocks xmlns:a="http://schemas.openxmlformats.org/drawingml/2006/main" noGrp="1"/>
          </p:cNvSpPr>
          <p:nvPr/>
        </p:nvSpPr>
        <p:spPr>
          <a:xfrm xmlns:a="http://schemas.openxmlformats.org/drawingml/2006/main">
            <a:off x="512064" y="2048256"/>
            <a:ext cx="6027725" cy="2691994"/>
          </a:xfrm>
          <a:prstGeom xmlns:a="http://schemas.openxmlformats.org/drawingml/2006/main" prst="roundRect">
            <a:avLst>
              <a:gd name="adj" fmla="val 4348"/>
            </a:avLst>
          </a:prstGeom>
          <a:solidFill xmlns:a="http://schemas.openxmlformats.org/drawingml/2006/main">
            <a:srgbClr val="F5F5F7"/>
          </a:solidFill>
          <a:ln xmlns:a="http://schemas.openxmlformats.org/drawingml/2006/main" w="12700">
            <a:solidFill>
              <a:srgbClr val="DDDDE0"/>
            </a:solidFill>
            <a:prstDash val="solid"/>
          </a:ln>
          <a:effectLst xmlns:a="http://schemas.openxmlformats.org/drawingml/2006/main">
            <a:outerShdw blurRad="635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11" name="Shape 9">
            <a:extLst xmlns:a="http://schemas.openxmlformats.org/drawingml/2006/main">
              <a:ext uri="{FF2B5EF4-FFF2-40B4-BE49-F238E27FC236}">
                <a16:creationId xmlns:a16="http://schemas.microsoft.com/office/drawing/2014/main" id="{7E119DBD-F5F2-4B79-9C44-009FA4F6D043}"/>
              </a:ext>
            </a:extLst>
          </p:cNvPr>
          <p:cNvSpPr>
            <a:spLocks xmlns:a="http://schemas.openxmlformats.org/drawingml/2006/main" noGrp="1"/>
          </p:cNvSpPr>
          <p:nvPr/>
        </p:nvSpPr>
        <p:spPr>
          <a:xfrm xmlns:a="http://schemas.openxmlformats.org/drawingml/2006/main">
            <a:off x="775411" y="2282342"/>
            <a:ext cx="2194560" cy="438912"/>
          </a:xfrm>
          <a:prstGeom xmlns:a="http://schemas.openxmlformats.org/drawingml/2006/main" prst="roundRect">
            <a:avLst>
              <a:gd name="adj" fmla="val 16667"/>
            </a:avLst>
          </a:prstGeom>
          <a:solidFill xmlns:a="http://schemas.openxmlformats.org/drawingml/2006/main">
            <a:srgbClr val="059669"/>
          </a:solidFill>
          <a:ln xmlns:a="http://schemas.openxmlformats.org/drawingml/2006/main" w="12700">
            <a:solidFill>
              <a:srgbClr val="059669"/>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12" name="Text 10">
            <a:extLst xmlns:a="http://schemas.openxmlformats.org/drawingml/2006/main">
              <a:ext uri="{FF2B5EF4-FFF2-40B4-BE49-F238E27FC236}">
                <a16:creationId xmlns:a16="http://schemas.microsoft.com/office/drawing/2014/main" id="{A5E8536B-12DE-4440-9582-3262801F72F0}"/>
              </a:ext>
            </a:extLst>
          </p:cNvPr>
          <p:cNvSpPr>
            <a:spLocks xmlns:a="http://schemas.openxmlformats.org/drawingml/2006/main" noGrp="1"/>
          </p:cNvSpPr>
          <p:nvPr/>
        </p:nvSpPr>
        <p:spPr>
          <a:xfrm xmlns:a="http://schemas.openxmlformats.org/drawingml/2006/main">
            <a:off x="775411" y="2282342"/>
            <a:ext cx="21945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1920" b="1">
                <a:solidFill>
                  <a:srgbClr val="FFFFFF"/>
                </a:solidFill>
                <a:latin typeface="Pretendard"/>
                <a:ea typeface="Pretendard"/>
                <a:cs typeface="Pretendard"/>
              </a:rPr>
              <a:t>기획자</a:t>
            </a:r>
            <a:endParaRPr sz="1920" b="0" i="0" u="none" kern="1200" cap="none" spc="0" baseline="0">
              <a:ln>
                <a:noFill/>
              </a:ln>
              <a:solidFill>
                <a:prstClr val="black"/>
              </a:solidFill>
              <a:latin typeface="Pretendard"/>
              <a:ea typeface="Pretendard"/>
              <a:cs typeface="Pretendard"/>
            </a:endParaRPr>
          </a:p>
        </p:txBody>
      </p:sp>
      <p:sp>
        <p:nvSpPr>
          <p:cNvPr id="13" name="Text 11">
            <a:extLst xmlns:a="http://schemas.openxmlformats.org/drawingml/2006/main">
              <a:ext uri="{FF2B5EF4-FFF2-40B4-BE49-F238E27FC236}">
                <a16:creationId xmlns:a16="http://schemas.microsoft.com/office/drawing/2014/main" id="{463035C7-1661-4C8A-9BBF-F2E2F283281E}"/>
              </a:ext>
            </a:extLst>
          </p:cNvPr>
          <p:cNvSpPr>
            <a:spLocks xmlns:a="http://schemas.openxmlformats.org/drawingml/2006/main" noGrp="1"/>
          </p:cNvSpPr>
          <p:nvPr/>
        </p:nvSpPr>
        <p:spPr>
          <a:xfrm xmlns:a="http://schemas.openxmlformats.org/drawingml/2006/main">
            <a:off x="775411" y="2867559"/>
            <a:ext cx="5501030" cy="172638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2400">
                <a:latin typeface="Pretendard"/>
                <a:ea typeface="Pretendard"/>
                <a:cs typeface="Pretendard"/>
              </a:rPr>
              <a:t>자연어로 </a:t>
            </a:r>
            <a:r>
              <a:rPr sz="2400">
                <a:latin typeface="Pretendard"/>
                <a:ea typeface="Pretendard"/>
                <a:cs typeface="Pretendard"/>
              </a:rPr>
              <a:t>AI</a:t>
            </a:r>
            <a:r>
              <a:rPr sz="2400">
                <a:latin typeface="Pretendard"/>
                <a:ea typeface="Pretendard"/>
                <a:cs typeface="Pretendard"/>
              </a:rPr>
              <a:t>를 본인 업무에 </a:t>
            </a:r>
            <a:endParaRPr sz="2400">
              <a:latin typeface="Pretendard"/>
              <a:ea typeface="Pretendard"/>
              <a:cs typeface="Pretendard"/>
            </a:endParaRPr>
          </a:p>
          <a:p xmlns:a="http://schemas.openxmlformats.org/drawingml/2006/main">
            <a:pPr marL="0" marR="0" lvl="0" indent="0" algn="ctr" defTabSz="914400">
              <a:lnSpc>
                <a:spcPct val="100000"/>
              </a:lnSpc>
              <a:spcBef>
                <a:spcPts val="0"/>
              </a:spcBef>
              <a:spcAft>
                <a:spcPts val="0"/>
              </a:spcAft>
              <a:buClrTx/>
              <a:buSzTx/>
              <a:buFontTx/>
              <a:buNone/>
            </a:pPr>
            <a:r>
              <a:rPr sz="2400">
                <a:latin typeface="Pretendard"/>
                <a:ea typeface="Pretendard"/>
                <a:cs typeface="Pretendard"/>
              </a:rPr>
              <a:t>적용하는 역량 함양</a:t>
            </a:r>
            <a:endParaRPr sz="2400" b="0" i="0" u="none" kern="1200" cap="none" spc="0" baseline="0">
              <a:ln>
                <a:noFill/>
              </a:ln>
              <a:latin typeface="Pretendard"/>
              <a:ea typeface="Pretendard"/>
              <a:cs typeface="Pretendard"/>
            </a:endParaRPr>
          </a:p>
        </p:txBody>
      </p:sp>
      <p:sp>
        <p:nvSpPr>
          <p:cNvPr id="14" name="Shape 12">
            <a:extLst xmlns:a="http://schemas.openxmlformats.org/drawingml/2006/main">
              <a:ext uri="{FF2B5EF4-FFF2-40B4-BE49-F238E27FC236}">
                <a16:creationId xmlns:a16="http://schemas.microsoft.com/office/drawing/2014/main" id="{08860BD6-F6EB-4E35-825A-24D32DA562EE}"/>
              </a:ext>
            </a:extLst>
          </p:cNvPr>
          <p:cNvSpPr>
            <a:spLocks xmlns:a="http://schemas.openxmlformats.org/drawingml/2006/main" noGrp="1"/>
          </p:cNvSpPr>
          <p:nvPr/>
        </p:nvSpPr>
        <p:spPr>
          <a:xfrm xmlns:a="http://schemas.openxmlformats.org/drawingml/2006/main">
            <a:off x="512064" y="4915814"/>
            <a:ext cx="6027725" cy="2691994"/>
          </a:xfrm>
          <a:prstGeom xmlns:a="http://schemas.openxmlformats.org/drawingml/2006/main" prst="roundRect">
            <a:avLst>
              <a:gd name="adj" fmla="val 4348"/>
            </a:avLst>
          </a:prstGeom>
          <a:solidFill xmlns:a="http://schemas.openxmlformats.org/drawingml/2006/main">
            <a:srgbClr val="F5F5F7"/>
          </a:solidFill>
          <a:ln xmlns:a="http://schemas.openxmlformats.org/drawingml/2006/main" w="12700">
            <a:solidFill>
              <a:srgbClr val="DDDDE0"/>
            </a:solidFill>
            <a:prstDash val="solid"/>
          </a:ln>
          <a:effectLst xmlns:a="http://schemas.openxmlformats.org/drawingml/2006/main">
            <a:outerShdw blurRad="635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15" name="Shape 13">
            <a:extLst xmlns:a="http://schemas.openxmlformats.org/drawingml/2006/main">
              <a:ext uri="{FF2B5EF4-FFF2-40B4-BE49-F238E27FC236}">
                <a16:creationId xmlns:a16="http://schemas.microsoft.com/office/drawing/2014/main" id="{82FC9DB3-3A67-4B46-AD63-5A01919DCC84}"/>
              </a:ext>
            </a:extLst>
          </p:cNvPr>
          <p:cNvSpPr>
            <a:spLocks xmlns:a="http://schemas.openxmlformats.org/drawingml/2006/main" noGrp="1"/>
          </p:cNvSpPr>
          <p:nvPr/>
        </p:nvSpPr>
        <p:spPr>
          <a:xfrm xmlns:a="http://schemas.openxmlformats.org/drawingml/2006/main">
            <a:off x="775411" y="5149901"/>
            <a:ext cx="1755648" cy="438912"/>
          </a:xfrm>
          <a:prstGeom xmlns:a="http://schemas.openxmlformats.org/drawingml/2006/main" prst="roundRect">
            <a:avLst>
              <a:gd name="adj" fmla="val 16667"/>
            </a:avLst>
          </a:prstGeom>
          <a:solidFill xmlns:a="http://schemas.openxmlformats.org/drawingml/2006/main">
            <a:srgbClr val="0D9488"/>
          </a:solidFill>
          <a:ln xmlns:a="http://schemas.openxmlformats.org/drawingml/2006/main" w="12700">
            <a:solidFill>
              <a:srgbClr val="0D9488"/>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16" name="Text 14">
            <a:extLst xmlns:a="http://schemas.openxmlformats.org/drawingml/2006/main">
              <a:ext uri="{FF2B5EF4-FFF2-40B4-BE49-F238E27FC236}">
                <a16:creationId xmlns:a16="http://schemas.microsoft.com/office/drawing/2014/main" id="{E6F243EE-4AF1-4025-A0DB-C3937A0115E9}"/>
              </a:ext>
            </a:extLst>
          </p:cNvPr>
          <p:cNvSpPr>
            <a:spLocks xmlns:a="http://schemas.openxmlformats.org/drawingml/2006/main" noGrp="1"/>
          </p:cNvSpPr>
          <p:nvPr/>
        </p:nvSpPr>
        <p:spPr>
          <a:xfrm xmlns:a="http://schemas.openxmlformats.org/drawingml/2006/main">
            <a:off x="775411" y="5149901"/>
            <a:ext cx="17556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1920" b="1" i="0" u="none" cap="none" spc="0">
                <a:ln>
                  <a:noFill/>
                </a:ln>
                <a:solidFill>
                  <a:srgbClr val="FFFFFF"/>
                </a:solidFill>
                <a:latin typeface="Pretendard"/>
                <a:ea typeface="Pretendard"/>
                <a:cs typeface="Pretendard"/>
              </a:rPr>
              <a:t>IT 개발자</a:t>
            </a:r>
            <a:endParaRPr sz="1920" b="0" i="0" u="none" kern="1200" cap="none" spc="0" baseline="0">
              <a:ln>
                <a:noFill/>
              </a:ln>
              <a:solidFill>
                <a:prstClr val="black"/>
              </a:solidFill>
              <a:latin typeface="Pretendard"/>
              <a:ea typeface="Pretendard"/>
              <a:cs typeface="Pretendard"/>
            </a:endParaRPr>
          </a:p>
        </p:txBody>
      </p:sp>
      <p:sp>
        <p:nvSpPr>
          <p:cNvPr id="17" name="Text 15">
            <a:extLst xmlns:a="http://schemas.openxmlformats.org/drawingml/2006/main">
              <a:ext uri="{FF2B5EF4-FFF2-40B4-BE49-F238E27FC236}">
                <a16:creationId xmlns:a16="http://schemas.microsoft.com/office/drawing/2014/main" id="{8BE2C514-AF3A-4701-9213-DC5233CAE520}"/>
              </a:ext>
            </a:extLst>
          </p:cNvPr>
          <p:cNvSpPr>
            <a:spLocks xmlns:a="http://schemas.openxmlformats.org/drawingml/2006/main" noGrp="1"/>
          </p:cNvSpPr>
          <p:nvPr/>
        </p:nvSpPr>
        <p:spPr>
          <a:xfrm xmlns:a="http://schemas.openxmlformats.org/drawingml/2006/main">
            <a:off x="775411" y="5735117"/>
            <a:ext cx="5501030" cy="1726387"/>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2400" b="0" i="0" u="none" cap="none" spc="0">
                <a:ln>
                  <a:noFill/>
                </a:ln>
                <a:solidFill>
                  <a:prstClr val="black"/>
                </a:solidFill>
                <a:latin typeface="Pretendard"/>
                <a:ea typeface="Pretendard"/>
                <a:cs typeface="Pretendard"/>
              </a:rPr>
              <a:t>AI</a:t>
            </a:r>
            <a:r>
              <a:rPr sz="2400" b="0" i="0" u="none" cap="none" spc="0">
                <a:ln>
                  <a:noFill/>
                </a:ln>
                <a:solidFill>
                  <a:prstClr val="black"/>
                </a:solidFill>
                <a:latin typeface="Pretendard"/>
                <a:ea typeface="Pretendard"/>
                <a:cs typeface="Pretendard"/>
              </a:rPr>
              <a:t>를 업무 시스템에 적용할 수 있는</a:t>
            </a:r>
            <a:endParaRPr sz="2400" b="0" i="0" u="none" kern="1200" cap="none" spc="0" baseline="0">
              <a:ln>
                <a:noFill/>
              </a:ln>
              <a:solidFill>
                <a:prstClr val="black"/>
              </a:solidFill>
              <a:latin typeface="Pretendard"/>
              <a:ea typeface="Pretendard"/>
              <a:cs typeface="Pretendard"/>
            </a:endParaRPr>
          </a:p>
          <a:p xmlns:a="http://schemas.openxmlformats.org/drawingml/2006/main">
            <a:pPr marL="0" marR="0" lvl="0" indent="0" algn="ctr" defTabSz="914400">
              <a:lnSpc>
                <a:spcPct val="100000"/>
              </a:lnSpc>
              <a:spcBef>
                <a:spcPts val="0"/>
              </a:spcBef>
              <a:spcAft>
                <a:spcPts val="0"/>
              </a:spcAft>
              <a:buClrTx/>
              <a:buSzTx/>
              <a:buFontTx/>
              <a:buNone/>
            </a:pPr>
            <a:r>
              <a:rPr sz="2400">
                <a:solidFill>
                  <a:prstClr val="black"/>
                </a:solidFill>
                <a:latin typeface="Pretendard"/>
                <a:ea typeface="Pretendard"/>
                <a:cs typeface="Pretendard"/>
              </a:rPr>
              <a:t>FDE</a:t>
            </a:r>
            <a:r>
              <a:rPr>
                <a:solidFill>
                  <a:prstClr val="black"/>
                </a:solidFill>
                <a:latin typeface="Pretendard"/>
                <a:ea typeface="Pretendard"/>
                <a:cs typeface="Pretendard"/>
              </a:rPr>
              <a:t>(Forward Deployed Engineer)</a:t>
            </a:r>
            <a:r>
              <a:rPr sz="2400">
                <a:solidFill>
                  <a:prstClr val="black"/>
                </a:solidFill>
                <a:latin typeface="Pretendard"/>
                <a:ea typeface="Pretendard"/>
                <a:cs typeface="Pretendard"/>
              </a:rPr>
              <a:t> </a:t>
            </a:r>
            <a:r>
              <a:rPr sz="2400">
                <a:solidFill>
                  <a:prstClr val="black"/>
                </a:solidFill>
                <a:latin typeface="Pretendard"/>
                <a:ea typeface="Pretendard"/>
                <a:cs typeface="Pretendard"/>
              </a:rPr>
              <a:t>역량 기반 구축</a:t>
            </a:r>
            <a:endParaRPr sz="2400" b="0" i="0" u="none" kern="1200" cap="none" spc="0" baseline="0">
              <a:ln>
                <a:noFill/>
              </a:ln>
              <a:solidFill>
                <a:prstClr val="black"/>
              </a:solidFill>
              <a:latin typeface="Pretendard"/>
              <a:ea typeface="Pretendard"/>
              <a:cs typeface="Pretendard"/>
            </a:endParaRPr>
          </a:p>
        </p:txBody>
      </p:sp>
      <p:sp>
        <p:nvSpPr>
          <p:cNvPr id="18" name="Shape 16">
            <a:extLst xmlns:a="http://schemas.openxmlformats.org/drawingml/2006/main">
              <a:ext uri="{FF2B5EF4-FFF2-40B4-BE49-F238E27FC236}">
                <a16:creationId xmlns:a16="http://schemas.microsoft.com/office/drawing/2014/main" id="{9EE05CE3-9EA4-4F13-9B5F-7DFBA6D53491}"/>
              </a:ext>
            </a:extLst>
          </p:cNvPr>
          <p:cNvSpPr>
            <a:spLocks xmlns:a="http://schemas.openxmlformats.org/drawingml/2006/main" noGrp="1"/>
          </p:cNvSpPr>
          <p:nvPr/>
        </p:nvSpPr>
        <p:spPr>
          <a:xfrm xmlns:a="http://schemas.openxmlformats.org/drawingml/2006/main">
            <a:off x="6993331" y="1419149"/>
            <a:ext cx="73152" cy="438912"/>
          </a:xfrm>
          <a:prstGeom xmlns:a="http://schemas.openxmlformats.org/drawingml/2006/main" prst="rect">
            <a:avLst/>
          </a:prstGeom>
          <a:solidFill xmlns:a="http://schemas.openxmlformats.org/drawingml/2006/main">
            <a:srgbClr val="0D9488"/>
          </a:solidFill>
          <a:ln xmlns:a="http://schemas.openxmlformats.org/drawingml/2006/main" w="12700">
            <a:solidFill>
              <a:srgbClr val="0D9488"/>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880" b="0" i="0" u="none" kern="1200" cap="none" spc="0" baseline="0">
              <a:ln>
                <a:noFill/>
              </a:ln>
              <a:solidFill>
                <a:prstClr val="black"/>
              </a:solidFill>
              <a:latin typeface="Pretendard"/>
              <a:ea typeface="Pretendard"/>
              <a:cs typeface="Pretendard"/>
            </a:endParaRPr>
          </a:p>
        </p:txBody>
      </p:sp>
      <p:sp>
        <p:nvSpPr>
          <p:cNvPr id="19" name="Text 17">
            <a:extLst xmlns:a="http://schemas.openxmlformats.org/drawingml/2006/main">
              <a:ext uri="{FF2B5EF4-FFF2-40B4-BE49-F238E27FC236}">
                <a16:creationId xmlns:a16="http://schemas.microsoft.com/office/drawing/2014/main" id="{D204C9A8-A379-41CA-BE6B-5EAD91475327}"/>
              </a:ext>
            </a:extLst>
          </p:cNvPr>
          <p:cNvSpPr>
            <a:spLocks xmlns:a="http://schemas.openxmlformats.org/drawingml/2006/main" noGrp="1"/>
          </p:cNvSpPr>
          <p:nvPr/>
        </p:nvSpPr>
        <p:spPr>
          <a:xfrm xmlns:a="http://schemas.openxmlformats.org/drawingml/2006/main">
            <a:off x="7168896" y="1419149"/>
            <a:ext cx="29260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2240" b="1" i="0" u="none" cap="none" spc="0">
                <a:ln>
                  <a:noFill/>
                </a:ln>
                <a:solidFill>
                  <a:srgbClr val="2C2926"/>
                </a:solidFill>
                <a:latin typeface="Pretendard"/>
                <a:ea typeface="Pretendard"/>
                <a:cs typeface="Pretendard"/>
              </a:rPr>
              <a:t>커리큘럼</a:t>
            </a:r>
            <a:endParaRPr sz="2240" b="0" i="0" u="none" kern="1200" cap="none" spc="0" baseline="0">
              <a:ln>
                <a:noFill/>
              </a:ln>
              <a:solidFill>
                <a:prstClr val="black"/>
              </a:solidFill>
              <a:latin typeface="Pretendard"/>
              <a:ea typeface="Pretendard"/>
              <a:cs typeface="Pretendard"/>
            </a:endParaRPr>
          </a:p>
        </p:txBody>
      </p:sp>
      <p:sp>
        <p:nvSpPr>
          <p:cNvPr id="20" name="Shape 18">
            <a:extLst xmlns:a="http://schemas.openxmlformats.org/drawingml/2006/main">
              <a:ext uri="{FF2B5EF4-FFF2-40B4-BE49-F238E27FC236}">
                <a16:creationId xmlns:a16="http://schemas.microsoft.com/office/drawing/2014/main" id="{F08E6E9D-88E1-474C-A894-E457C77335EF}"/>
              </a:ext>
            </a:extLst>
          </p:cNvPr>
          <p:cNvSpPr>
            <a:spLocks xmlns:a="http://schemas.openxmlformats.org/drawingml/2006/main" noGrp="1"/>
          </p:cNvSpPr>
          <p:nvPr/>
        </p:nvSpPr>
        <p:spPr>
          <a:xfrm xmlns:a="http://schemas.openxmlformats.org/drawingml/2006/main" rot="0" flipH="0" flipV="0">
            <a:off x="6993331" y="2048256"/>
            <a:ext cx="7125005" cy="7200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a:solidFill>
              <a:srgbClr val="DDDDE0"/>
            </a:solidFill>
            <a:prstDash val="solid"/>
          </a:ln>
          <a:effectLst xmlns:a="http://schemas.openxmlformats.org/drawingml/2006/main">
            <a:outerShdw blurRad="635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21" name="Shape 19">
            <a:extLst xmlns:a="http://schemas.openxmlformats.org/drawingml/2006/main">
              <a:ext uri="{FF2B5EF4-FFF2-40B4-BE49-F238E27FC236}">
                <a16:creationId xmlns:a16="http://schemas.microsoft.com/office/drawing/2014/main" id="{E3BEE107-5109-49CB-AC8D-159654AD2062}"/>
              </a:ext>
            </a:extLst>
          </p:cNvPr>
          <p:cNvSpPr>
            <a:spLocks xmlns:a="http://schemas.openxmlformats.org/drawingml/2006/main" noGrp="1"/>
          </p:cNvSpPr>
          <p:nvPr/>
        </p:nvSpPr>
        <p:spPr>
          <a:xfrm xmlns:a="http://schemas.openxmlformats.org/drawingml/2006/main" rot="0" flipH="0" flipV="0">
            <a:off x="7198157" y="2192256"/>
            <a:ext cx="585216" cy="432000"/>
          </a:xfrm>
          <a:prstGeom xmlns:a="http://schemas.openxmlformats.org/drawingml/2006/main" prst="roundRect">
            <a:avLst>
              <a:gd name="adj" fmla="val 16667"/>
            </a:avLst>
          </a:prstGeom>
          <a:solidFill xmlns:a="http://schemas.openxmlformats.org/drawingml/2006/main">
            <a:srgbClr val="4472C4"/>
          </a:solidFill>
          <a:ln xmlns:a="http://schemas.openxmlformats.org/drawingml/2006/main" w="12700">
            <a:solidFill>
              <a:srgbClr val="4472C4"/>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22" name="Text 20">
            <a:extLst xmlns:a="http://schemas.openxmlformats.org/drawingml/2006/main">
              <a:ext uri="{FF2B5EF4-FFF2-40B4-BE49-F238E27FC236}">
                <a16:creationId xmlns:a16="http://schemas.microsoft.com/office/drawing/2014/main" id="{F2FC5FE2-6139-4B4B-88EE-87279454C4F0}"/>
              </a:ext>
            </a:extLst>
          </p:cNvPr>
          <p:cNvSpPr>
            <a:spLocks xmlns:a="http://schemas.openxmlformats.org/drawingml/2006/main" noGrp="1"/>
          </p:cNvSpPr>
          <p:nvPr/>
        </p:nvSpPr>
        <p:spPr>
          <a:xfrm xmlns:a="http://schemas.openxmlformats.org/drawingml/2006/main" rot="0" flipH="0" flipV="0">
            <a:off x="7198157" y="2192256"/>
            <a:ext cx="585216" cy="432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1600" b="1" i="0" u="none" cap="none" spc="0">
                <a:ln>
                  <a:noFill/>
                </a:ln>
                <a:solidFill>
                  <a:srgbClr val="FFFFFF"/>
                </a:solidFill>
                <a:latin typeface="Pretendard"/>
                <a:ea typeface="Pretendard"/>
                <a:cs typeface="Pretendard"/>
              </a:rPr>
              <a:t>01</a:t>
            </a:r>
            <a:endParaRPr sz="1600" b="0" i="0" u="none" kern="1200" cap="none" spc="0" baseline="0">
              <a:ln>
                <a:noFill/>
              </a:ln>
              <a:solidFill>
                <a:prstClr val="black"/>
              </a:solidFill>
              <a:latin typeface="Pretendard"/>
              <a:ea typeface="Pretendard"/>
              <a:cs typeface="Pretendard"/>
            </a:endParaRPr>
          </a:p>
        </p:txBody>
      </p:sp>
      <p:sp>
        <p:nvSpPr>
          <p:cNvPr id="23" name="Shape 21">
            <a:extLst xmlns:a="http://schemas.openxmlformats.org/drawingml/2006/main">
              <a:ext uri="{FF2B5EF4-FFF2-40B4-BE49-F238E27FC236}">
                <a16:creationId xmlns:a16="http://schemas.microsoft.com/office/drawing/2014/main" id="{AD30DE32-A62E-491D-A0F1-03BF008409FD}"/>
              </a:ext>
            </a:extLst>
          </p:cNvPr>
          <p:cNvSpPr>
            <a:spLocks xmlns:a="http://schemas.openxmlformats.org/drawingml/2006/main" noGrp="1"/>
          </p:cNvSpPr>
          <p:nvPr/>
        </p:nvSpPr>
        <p:spPr>
          <a:xfrm xmlns:a="http://schemas.openxmlformats.org/drawingml/2006/main" rot="0" flipH="0" flipV="0">
            <a:off x="7958938" y="2408256"/>
            <a:ext cx="0" cy="0"/>
          </a:xfrm>
          <a:prstGeom xmlns:a="http://schemas.openxmlformats.org/drawingml/2006/main" prst="line">
            <a:avLst/>
          </a:prstGeom>
          <a:noFill xmlns:a="http://schemas.openxmlformats.org/drawingml/2006/main"/>
          <a:ln xmlns:a="http://schemas.openxmlformats.org/drawingml/2006/main" w="12700">
            <a:solidFill>
              <a:srgbClr val="4472C4"/>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24" name="Text 22">
            <a:extLst xmlns:a="http://schemas.openxmlformats.org/drawingml/2006/main">
              <a:ext uri="{FF2B5EF4-FFF2-40B4-BE49-F238E27FC236}">
                <a16:creationId xmlns:a16="http://schemas.microsoft.com/office/drawing/2014/main" id="{DEEB60A9-097E-464D-A361-9A9DA197CFE3}"/>
              </a:ext>
            </a:extLst>
          </p:cNvPr>
          <p:cNvSpPr>
            <a:spLocks xmlns:a="http://schemas.openxmlformats.org/drawingml/2006/main" noGrp="1"/>
          </p:cNvSpPr>
          <p:nvPr/>
        </p:nvSpPr>
        <p:spPr>
          <a:xfrm xmlns:a="http://schemas.openxmlformats.org/drawingml/2006/main" rot="0" flipH="0" flipV="0">
            <a:off x="7958938" y="2077056"/>
            <a:ext cx="5925312" cy="66239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800" b="0" i="0" u="none" cap="none" spc="0">
                <a:ln>
                  <a:noFill/>
                </a:ln>
                <a:solidFill>
                  <a:srgbClr val="505060"/>
                </a:solidFill>
                <a:latin typeface="Pretendard"/>
                <a:ea typeface="Pretendard"/>
                <a:cs typeface="Pretendard"/>
              </a:rPr>
              <a:t>Claude Code </a:t>
            </a:r>
            <a:r>
              <a:rPr sz="1800" b="0" i="0" u="none" cap="none" spc="0">
                <a:ln>
                  <a:noFill/>
                </a:ln>
                <a:solidFill>
                  <a:srgbClr val="505060"/>
                </a:solidFill>
                <a:latin typeface="Pretendard"/>
                <a:ea typeface="Pretendard"/>
                <a:cs typeface="Pretendard"/>
              </a:rPr>
              <a:t>입문 및 프롬프트 기초</a:t>
            </a:r>
            <a:endParaRPr sz="1800" b="0" i="0" u="none" kern="1200" cap="none" spc="0" baseline="0">
              <a:ln>
                <a:noFill/>
              </a:ln>
              <a:solidFill>
                <a:prstClr val="black"/>
              </a:solidFill>
              <a:latin typeface="Pretendard"/>
              <a:ea typeface="Pretendard"/>
              <a:cs typeface="Pretendard"/>
            </a:endParaRPr>
          </a:p>
        </p:txBody>
      </p:sp>
      <p:sp>
        <p:nvSpPr>
          <p:cNvPr id="25" name="Shape 23">
            <a:extLst xmlns:a="http://schemas.openxmlformats.org/drawingml/2006/main">
              <a:ext uri="{FF2B5EF4-FFF2-40B4-BE49-F238E27FC236}">
                <a16:creationId xmlns:a16="http://schemas.microsoft.com/office/drawing/2014/main" id="{91F207B1-62D4-4E2C-8BC1-2BDB3C6A4EF2}"/>
              </a:ext>
            </a:extLst>
          </p:cNvPr>
          <p:cNvSpPr>
            <a:spLocks xmlns:a="http://schemas.openxmlformats.org/drawingml/2006/main" noGrp="1"/>
          </p:cNvSpPr>
          <p:nvPr/>
        </p:nvSpPr>
        <p:spPr>
          <a:xfrm xmlns:a="http://schemas.openxmlformats.org/drawingml/2006/main" rot="0" flipH="0" flipV="0">
            <a:off x="6993331" y="2973606"/>
            <a:ext cx="7125005" cy="7200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a:solidFill>
              <a:srgbClr val="DDDDE0"/>
            </a:solidFill>
            <a:prstDash val="solid"/>
          </a:ln>
          <a:effectLst xmlns:a="http://schemas.openxmlformats.org/drawingml/2006/main">
            <a:outerShdw blurRad="635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26" name="Shape 24">
            <a:extLst xmlns:a="http://schemas.openxmlformats.org/drawingml/2006/main">
              <a:ext uri="{FF2B5EF4-FFF2-40B4-BE49-F238E27FC236}">
                <a16:creationId xmlns:a16="http://schemas.microsoft.com/office/drawing/2014/main" id="{D05BEB89-C678-4B32-A665-F60C9DDB9DAF}"/>
              </a:ext>
            </a:extLst>
          </p:cNvPr>
          <p:cNvSpPr>
            <a:spLocks xmlns:a="http://schemas.openxmlformats.org/drawingml/2006/main" noGrp="1"/>
          </p:cNvSpPr>
          <p:nvPr/>
        </p:nvSpPr>
        <p:spPr>
          <a:xfrm xmlns:a="http://schemas.openxmlformats.org/drawingml/2006/main" rot="0" flipH="0" flipV="0">
            <a:off x="7198157" y="3117606"/>
            <a:ext cx="585216" cy="432000"/>
          </a:xfrm>
          <a:prstGeom xmlns:a="http://schemas.openxmlformats.org/drawingml/2006/main" prst="roundRect">
            <a:avLst>
              <a:gd name="adj" fmla="val 16667"/>
            </a:avLst>
          </a:prstGeom>
          <a:solidFill xmlns:a="http://schemas.openxmlformats.org/drawingml/2006/main">
            <a:srgbClr val="059669"/>
          </a:solidFill>
          <a:ln xmlns:a="http://schemas.openxmlformats.org/drawingml/2006/main" w="12700">
            <a:solidFill>
              <a:srgbClr val="059669"/>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27" name="Text 25">
            <a:extLst xmlns:a="http://schemas.openxmlformats.org/drawingml/2006/main">
              <a:ext uri="{FF2B5EF4-FFF2-40B4-BE49-F238E27FC236}">
                <a16:creationId xmlns:a16="http://schemas.microsoft.com/office/drawing/2014/main" id="{483421F6-A9D7-4DA4-847A-01455201F228}"/>
              </a:ext>
            </a:extLst>
          </p:cNvPr>
          <p:cNvSpPr>
            <a:spLocks xmlns:a="http://schemas.openxmlformats.org/drawingml/2006/main" noGrp="1"/>
          </p:cNvSpPr>
          <p:nvPr/>
        </p:nvSpPr>
        <p:spPr>
          <a:xfrm xmlns:a="http://schemas.openxmlformats.org/drawingml/2006/main" rot="0" flipH="0" flipV="0">
            <a:off x="7198157" y="3117606"/>
            <a:ext cx="585216" cy="432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1600" b="1" i="0" u="none" cap="none" spc="0">
                <a:ln>
                  <a:noFill/>
                </a:ln>
                <a:solidFill>
                  <a:srgbClr val="FFFFFF"/>
                </a:solidFill>
                <a:latin typeface="Pretendard"/>
                <a:ea typeface="Pretendard"/>
                <a:cs typeface="Pretendard"/>
              </a:rPr>
              <a:t>02</a:t>
            </a:r>
            <a:endParaRPr sz="1600" b="0" i="0" u="none" kern="1200" cap="none" spc="0" baseline="0">
              <a:ln>
                <a:noFill/>
              </a:ln>
              <a:solidFill>
                <a:prstClr val="black"/>
              </a:solidFill>
              <a:latin typeface="Pretendard"/>
              <a:ea typeface="Pretendard"/>
              <a:cs typeface="Pretendard"/>
            </a:endParaRPr>
          </a:p>
        </p:txBody>
      </p:sp>
      <p:sp>
        <p:nvSpPr>
          <p:cNvPr id="28" name="Shape 26">
            <a:extLst xmlns:a="http://schemas.openxmlformats.org/drawingml/2006/main">
              <a:ext uri="{FF2B5EF4-FFF2-40B4-BE49-F238E27FC236}">
                <a16:creationId xmlns:a16="http://schemas.microsoft.com/office/drawing/2014/main" id="{5520BAAA-BADD-4BA3-9769-E85190189E32}"/>
              </a:ext>
            </a:extLst>
          </p:cNvPr>
          <p:cNvSpPr>
            <a:spLocks xmlns:a="http://schemas.openxmlformats.org/drawingml/2006/main" noGrp="1"/>
          </p:cNvSpPr>
          <p:nvPr/>
        </p:nvSpPr>
        <p:spPr>
          <a:xfrm xmlns:a="http://schemas.openxmlformats.org/drawingml/2006/main" rot="0" flipH="0" flipV="0">
            <a:off x="7958938" y="3333606"/>
            <a:ext cx="0" cy="0"/>
          </a:xfrm>
          <a:prstGeom xmlns:a="http://schemas.openxmlformats.org/drawingml/2006/main" prst="line">
            <a:avLst/>
          </a:prstGeom>
          <a:noFill xmlns:a="http://schemas.openxmlformats.org/drawingml/2006/main"/>
          <a:ln xmlns:a="http://schemas.openxmlformats.org/drawingml/2006/main" w="12700">
            <a:solidFill>
              <a:srgbClr val="059669"/>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29" name="Text 27">
            <a:extLst xmlns:a="http://schemas.openxmlformats.org/drawingml/2006/main">
              <a:ext uri="{FF2B5EF4-FFF2-40B4-BE49-F238E27FC236}">
                <a16:creationId xmlns:a16="http://schemas.microsoft.com/office/drawing/2014/main" id="{8F32B048-FFAB-42CA-9399-FAD17A07AC90}"/>
              </a:ext>
            </a:extLst>
          </p:cNvPr>
          <p:cNvSpPr>
            <a:spLocks xmlns:a="http://schemas.openxmlformats.org/drawingml/2006/main" noGrp="1"/>
          </p:cNvSpPr>
          <p:nvPr/>
        </p:nvSpPr>
        <p:spPr>
          <a:xfrm xmlns:a="http://schemas.openxmlformats.org/drawingml/2006/main" rot="0" flipH="0" flipV="0">
            <a:off x="7958938" y="3002406"/>
            <a:ext cx="5925312" cy="66239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800" b="0" i="0" u="none" cap="none" spc="0">
                <a:ln>
                  <a:noFill/>
                </a:ln>
                <a:solidFill>
                  <a:srgbClr val="505060"/>
                </a:solidFill>
                <a:latin typeface="Pretendard"/>
                <a:ea typeface="Pretendard"/>
                <a:cs typeface="Pretendard"/>
              </a:rPr>
              <a:t>커넥터</a:t>
            </a:r>
            <a:r>
              <a:rPr sz="1800" b="0" i="0" u="none" cap="none" spc="0">
                <a:ln>
                  <a:noFill/>
                </a:ln>
                <a:solidFill>
                  <a:srgbClr val="505060"/>
                </a:solidFill>
                <a:latin typeface="Pretendard"/>
                <a:ea typeface="Pretendard"/>
                <a:cs typeface="Pretendard"/>
              </a:rPr>
              <a:t>/</a:t>
            </a:r>
            <a:r>
              <a:rPr sz="1800" b="0" i="0" u="none" cap="none" spc="0">
                <a:ln>
                  <a:noFill/>
                </a:ln>
                <a:solidFill>
                  <a:srgbClr val="505060"/>
                </a:solidFill>
                <a:latin typeface="Pretendard"/>
                <a:ea typeface="Pretendard"/>
                <a:cs typeface="Pretendard"/>
              </a:rPr>
              <a:t>루틴</a:t>
            </a:r>
            <a:r>
              <a:rPr sz="1800" b="0" i="0" u="none" cap="none" spc="0">
                <a:ln>
                  <a:noFill/>
                </a:ln>
                <a:solidFill>
                  <a:srgbClr val="505060"/>
                </a:solidFill>
                <a:latin typeface="Pretendard"/>
                <a:ea typeface="Pretendard"/>
                <a:cs typeface="Pretendard"/>
              </a:rPr>
              <a:t>/</a:t>
            </a:r>
            <a:r>
              <a:rPr sz="1800" b="0" i="0" u="none" cap="none" spc="0">
                <a:ln>
                  <a:noFill/>
                </a:ln>
                <a:solidFill>
                  <a:srgbClr val="505060"/>
                </a:solidFill>
                <a:latin typeface="Pretendard"/>
                <a:ea typeface="Pretendard"/>
                <a:cs typeface="Pretendard"/>
              </a:rPr>
              <a:t>컴퓨터 </a:t>
            </a:r>
            <a:r>
              <a:rPr sz="1800" b="0" i="0" u="none" cap="none" spc="0">
                <a:ln>
                  <a:noFill/>
                </a:ln>
                <a:solidFill>
                  <a:srgbClr val="505060"/>
                </a:solidFill>
                <a:latin typeface="Pretendard"/>
                <a:ea typeface="Pretendard"/>
                <a:cs typeface="Pretendard"/>
              </a:rPr>
              <a:t>유즈</a:t>
            </a:r>
            <a:endParaRPr sz="1800" b="0" i="0" u="none" kern="1200" cap="none" spc="0" baseline="0">
              <a:ln>
                <a:noFill/>
              </a:ln>
              <a:solidFill>
                <a:prstClr val="black"/>
              </a:solidFill>
              <a:latin typeface="Pretendard"/>
              <a:ea typeface="Pretendard"/>
              <a:cs typeface="Pretendard"/>
            </a:endParaRPr>
          </a:p>
        </p:txBody>
      </p:sp>
      <p:sp>
        <p:nvSpPr>
          <p:cNvPr id="30" name="Shape 28">
            <a:extLst xmlns:a="http://schemas.openxmlformats.org/drawingml/2006/main">
              <a:ext uri="{FF2B5EF4-FFF2-40B4-BE49-F238E27FC236}">
                <a16:creationId xmlns:a16="http://schemas.microsoft.com/office/drawing/2014/main" id="{244FFC20-3973-44AA-A11D-8928E5950ED5}"/>
              </a:ext>
            </a:extLst>
          </p:cNvPr>
          <p:cNvSpPr>
            <a:spLocks xmlns:a="http://schemas.openxmlformats.org/drawingml/2006/main" noGrp="1"/>
          </p:cNvSpPr>
          <p:nvPr/>
        </p:nvSpPr>
        <p:spPr>
          <a:xfrm xmlns:a="http://schemas.openxmlformats.org/drawingml/2006/main" rot="0" flipH="0" flipV="0">
            <a:off x="6993331" y="3898956"/>
            <a:ext cx="7125005" cy="7200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a:solidFill>
              <a:srgbClr val="DDDDE0"/>
            </a:solidFill>
            <a:prstDash val="solid"/>
          </a:ln>
          <a:effectLst xmlns:a="http://schemas.openxmlformats.org/drawingml/2006/main">
            <a:outerShdw blurRad="635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31" name="Shape 29">
            <a:extLst xmlns:a="http://schemas.openxmlformats.org/drawingml/2006/main">
              <a:ext uri="{FF2B5EF4-FFF2-40B4-BE49-F238E27FC236}">
                <a16:creationId xmlns:a16="http://schemas.microsoft.com/office/drawing/2014/main" id="{1C1EBC8C-964B-4DCC-9EF4-88D62636CE39}"/>
              </a:ext>
            </a:extLst>
          </p:cNvPr>
          <p:cNvSpPr>
            <a:spLocks xmlns:a="http://schemas.openxmlformats.org/drawingml/2006/main" noGrp="1"/>
          </p:cNvSpPr>
          <p:nvPr/>
        </p:nvSpPr>
        <p:spPr>
          <a:xfrm xmlns:a="http://schemas.openxmlformats.org/drawingml/2006/main" rot="0" flipH="0" flipV="0">
            <a:off x="7198157" y="4042956"/>
            <a:ext cx="585216" cy="432000"/>
          </a:xfrm>
          <a:prstGeom xmlns:a="http://schemas.openxmlformats.org/drawingml/2006/main" prst="roundRect">
            <a:avLst>
              <a:gd name="adj" fmla="val 16667"/>
            </a:avLst>
          </a:prstGeom>
          <a:solidFill xmlns:a="http://schemas.openxmlformats.org/drawingml/2006/main">
            <a:srgbClr val="D97706"/>
          </a:solidFill>
          <a:ln xmlns:a="http://schemas.openxmlformats.org/drawingml/2006/main" w="12700">
            <a:solidFill>
              <a:srgbClr val="D97706"/>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32" name="Text 30">
            <a:extLst xmlns:a="http://schemas.openxmlformats.org/drawingml/2006/main">
              <a:ext uri="{FF2B5EF4-FFF2-40B4-BE49-F238E27FC236}">
                <a16:creationId xmlns:a16="http://schemas.microsoft.com/office/drawing/2014/main" id="{0EC836C5-24F3-40B1-8422-57C4483E0CD1}"/>
              </a:ext>
            </a:extLst>
          </p:cNvPr>
          <p:cNvSpPr>
            <a:spLocks xmlns:a="http://schemas.openxmlformats.org/drawingml/2006/main" noGrp="1"/>
          </p:cNvSpPr>
          <p:nvPr/>
        </p:nvSpPr>
        <p:spPr>
          <a:xfrm xmlns:a="http://schemas.openxmlformats.org/drawingml/2006/main" rot="0" flipH="0" flipV="0">
            <a:off x="7198157" y="4042956"/>
            <a:ext cx="585216" cy="432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1600" b="1" i="0" u="none" cap="none" spc="0">
                <a:ln>
                  <a:noFill/>
                </a:ln>
                <a:solidFill>
                  <a:srgbClr val="FFFFFF"/>
                </a:solidFill>
                <a:latin typeface="Pretendard"/>
                <a:ea typeface="Pretendard"/>
                <a:cs typeface="Pretendard"/>
              </a:rPr>
              <a:t>03</a:t>
            </a:r>
            <a:endParaRPr sz="1600" b="0" i="0" u="none" kern="1200" cap="none" spc="0" baseline="0">
              <a:ln>
                <a:noFill/>
              </a:ln>
              <a:solidFill>
                <a:prstClr val="black"/>
              </a:solidFill>
              <a:latin typeface="Pretendard"/>
              <a:ea typeface="Pretendard"/>
              <a:cs typeface="Pretendard"/>
            </a:endParaRPr>
          </a:p>
        </p:txBody>
      </p:sp>
      <p:sp>
        <p:nvSpPr>
          <p:cNvPr id="33" name="Shape 31">
            <a:extLst xmlns:a="http://schemas.openxmlformats.org/drawingml/2006/main">
              <a:ext uri="{FF2B5EF4-FFF2-40B4-BE49-F238E27FC236}">
                <a16:creationId xmlns:a16="http://schemas.microsoft.com/office/drawing/2014/main" id="{7CF616EC-FD3A-4C16-8EE4-18F4BFFF3C5E}"/>
              </a:ext>
            </a:extLst>
          </p:cNvPr>
          <p:cNvSpPr>
            <a:spLocks xmlns:a="http://schemas.openxmlformats.org/drawingml/2006/main" noGrp="1"/>
          </p:cNvSpPr>
          <p:nvPr/>
        </p:nvSpPr>
        <p:spPr>
          <a:xfrm xmlns:a="http://schemas.openxmlformats.org/drawingml/2006/main" rot="0" flipH="0" flipV="0">
            <a:off x="7958938" y="4258956"/>
            <a:ext cx="0" cy="0"/>
          </a:xfrm>
          <a:prstGeom xmlns:a="http://schemas.openxmlformats.org/drawingml/2006/main" prst="line">
            <a:avLst/>
          </a:prstGeom>
          <a:noFill xmlns:a="http://schemas.openxmlformats.org/drawingml/2006/main"/>
          <a:ln xmlns:a="http://schemas.openxmlformats.org/drawingml/2006/main" w="12700">
            <a:solidFill>
              <a:srgbClr val="D97706"/>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34" name="Text 32">
            <a:extLst xmlns:a="http://schemas.openxmlformats.org/drawingml/2006/main">
              <a:ext uri="{FF2B5EF4-FFF2-40B4-BE49-F238E27FC236}">
                <a16:creationId xmlns:a16="http://schemas.microsoft.com/office/drawing/2014/main" id="{EC975FD5-3444-478B-8689-02CEB77873F6}"/>
              </a:ext>
            </a:extLst>
          </p:cNvPr>
          <p:cNvSpPr>
            <a:spLocks xmlns:a="http://schemas.openxmlformats.org/drawingml/2006/main" noGrp="1"/>
          </p:cNvSpPr>
          <p:nvPr/>
        </p:nvSpPr>
        <p:spPr>
          <a:xfrm xmlns:a="http://schemas.openxmlformats.org/drawingml/2006/main" rot="0" flipH="0" flipV="0">
            <a:off x="7958938" y="3927756"/>
            <a:ext cx="5925312" cy="66239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800" b="0" i="0" u="none" cap="none" spc="0">
                <a:ln>
                  <a:noFill/>
                </a:ln>
                <a:solidFill>
                  <a:srgbClr val="505060"/>
                </a:solidFill>
                <a:latin typeface="Pretendard"/>
                <a:ea typeface="Pretendard"/>
                <a:cs typeface="Pretendard"/>
              </a:rPr>
              <a:t>스킬 개발 기초</a:t>
            </a:r>
            <a:endParaRPr sz="1800" b="0" i="0" u="none" kern="1200" cap="none" spc="0" baseline="0">
              <a:ln>
                <a:noFill/>
              </a:ln>
              <a:solidFill>
                <a:prstClr val="black"/>
              </a:solidFill>
              <a:latin typeface="Pretendard"/>
              <a:ea typeface="Pretendard"/>
              <a:cs typeface="Pretendard"/>
            </a:endParaRPr>
          </a:p>
        </p:txBody>
      </p:sp>
      <p:sp>
        <p:nvSpPr>
          <p:cNvPr id="35" name="Shape 33">
            <a:extLst xmlns:a="http://schemas.openxmlformats.org/drawingml/2006/main">
              <a:ext uri="{FF2B5EF4-FFF2-40B4-BE49-F238E27FC236}">
                <a16:creationId xmlns:a16="http://schemas.microsoft.com/office/drawing/2014/main" id="{CD5002B3-0F64-4971-A35C-9BD242617DA5}"/>
              </a:ext>
            </a:extLst>
          </p:cNvPr>
          <p:cNvSpPr>
            <a:spLocks xmlns:a="http://schemas.openxmlformats.org/drawingml/2006/main" noGrp="1"/>
          </p:cNvSpPr>
          <p:nvPr/>
        </p:nvSpPr>
        <p:spPr>
          <a:xfrm xmlns:a="http://schemas.openxmlformats.org/drawingml/2006/main" rot="0" flipH="0" flipV="0">
            <a:off x="6993331" y="4824306"/>
            <a:ext cx="7125005" cy="7200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a:solidFill>
              <a:srgbClr val="DDDDE0"/>
            </a:solidFill>
            <a:prstDash val="solid"/>
          </a:ln>
          <a:effectLst xmlns:a="http://schemas.openxmlformats.org/drawingml/2006/main">
            <a:outerShdw blurRad="635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36" name="Shape 34">
            <a:extLst xmlns:a="http://schemas.openxmlformats.org/drawingml/2006/main">
              <a:ext uri="{FF2B5EF4-FFF2-40B4-BE49-F238E27FC236}">
                <a16:creationId xmlns:a16="http://schemas.microsoft.com/office/drawing/2014/main" id="{B3BCC7EC-EC42-4199-8B4E-F5F57D0851A4}"/>
              </a:ext>
            </a:extLst>
          </p:cNvPr>
          <p:cNvSpPr>
            <a:spLocks xmlns:a="http://schemas.openxmlformats.org/drawingml/2006/main" noGrp="1"/>
          </p:cNvSpPr>
          <p:nvPr/>
        </p:nvSpPr>
        <p:spPr>
          <a:xfrm xmlns:a="http://schemas.openxmlformats.org/drawingml/2006/main" rot="0" flipH="0" flipV="0">
            <a:off x="7198157" y="4968306"/>
            <a:ext cx="585216" cy="432000"/>
          </a:xfrm>
          <a:prstGeom xmlns:a="http://schemas.openxmlformats.org/drawingml/2006/main" prst="roundRect">
            <a:avLst>
              <a:gd name="adj" fmla="val 16667"/>
            </a:avLst>
          </a:prstGeom>
          <a:solidFill xmlns:a="http://schemas.openxmlformats.org/drawingml/2006/main">
            <a:srgbClr val="DC2626"/>
          </a:solidFill>
          <a:ln xmlns:a="http://schemas.openxmlformats.org/drawingml/2006/main" w="12700">
            <a:solidFill>
              <a:srgbClr val="DC2626"/>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37" name="Text 35">
            <a:extLst xmlns:a="http://schemas.openxmlformats.org/drawingml/2006/main">
              <a:ext uri="{FF2B5EF4-FFF2-40B4-BE49-F238E27FC236}">
                <a16:creationId xmlns:a16="http://schemas.microsoft.com/office/drawing/2014/main" id="{82989563-7A00-4C2F-8394-0AFD496F621F}"/>
              </a:ext>
            </a:extLst>
          </p:cNvPr>
          <p:cNvSpPr>
            <a:spLocks xmlns:a="http://schemas.openxmlformats.org/drawingml/2006/main" noGrp="1"/>
          </p:cNvSpPr>
          <p:nvPr/>
        </p:nvSpPr>
        <p:spPr>
          <a:xfrm xmlns:a="http://schemas.openxmlformats.org/drawingml/2006/main" rot="0" flipH="0" flipV="0">
            <a:off x="7198157" y="4968306"/>
            <a:ext cx="585216" cy="432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1600" b="1" i="0" u="none" cap="none" spc="0">
                <a:ln>
                  <a:noFill/>
                </a:ln>
                <a:solidFill>
                  <a:srgbClr val="FFFFFF"/>
                </a:solidFill>
                <a:latin typeface="Pretendard"/>
                <a:ea typeface="Pretendard"/>
                <a:cs typeface="Pretendard"/>
              </a:rPr>
              <a:t>04</a:t>
            </a:r>
            <a:endParaRPr sz="1600" b="0" i="0" u="none" kern="1200" cap="none" spc="0" baseline="0">
              <a:ln>
                <a:noFill/>
              </a:ln>
              <a:solidFill>
                <a:prstClr val="black"/>
              </a:solidFill>
              <a:latin typeface="Pretendard"/>
              <a:ea typeface="Pretendard"/>
              <a:cs typeface="Pretendard"/>
            </a:endParaRPr>
          </a:p>
        </p:txBody>
      </p:sp>
      <p:sp>
        <p:nvSpPr>
          <p:cNvPr id="38" name="Shape 36">
            <a:extLst xmlns:a="http://schemas.openxmlformats.org/drawingml/2006/main">
              <a:ext uri="{FF2B5EF4-FFF2-40B4-BE49-F238E27FC236}">
                <a16:creationId xmlns:a16="http://schemas.microsoft.com/office/drawing/2014/main" id="{30EDA58D-3041-485D-874C-6364DF6C9C88}"/>
              </a:ext>
            </a:extLst>
          </p:cNvPr>
          <p:cNvSpPr>
            <a:spLocks xmlns:a="http://schemas.openxmlformats.org/drawingml/2006/main" noGrp="1"/>
          </p:cNvSpPr>
          <p:nvPr/>
        </p:nvSpPr>
        <p:spPr>
          <a:xfrm xmlns:a="http://schemas.openxmlformats.org/drawingml/2006/main" rot="0" flipH="0" flipV="0">
            <a:off x="7958938" y="5184306"/>
            <a:ext cx="0" cy="0"/>
          </a:xfrm>
          <a:prstGeom xmlns:a="http://schemas.openxmlformats.org/drawingml/2006/main" prst="line">
            <a:avLst/>
          </a:prstGeom>
          <a:noFill xmlns:a="http://schemas.openxmlformats.org/drawingml/2006/main"/>
          <a:ln xmlns:a="http://schemas.openxmlformats.org/drawingml/2006/main" w="12700">
            <a:solidFill>
              <a:srgbClr val="DC2626"/>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39" name="Text 37">
            <a:extLst xmlns:a="http://schemas.openxmlformats.org/drawingml/2006/main">
              <a:ext uri="{FF2B5EF4-FFF2-40B4-BE49-F238E27FC236}">
                <a16:creationId xmlns:a16="http://schemas.microsoft.com/office/drawing/2014/main" id="{8BF88376-5C57-4673-B0F7-BF7A3886032B}"/>
              </a:ext>
            </a:extLst>
          </p:cNvPr>
          <p:cNvSpPr>
            <a:spLocks xmlns:a="http://schemas.openxmlformats.org/drawingml/2006/main" noGrp="1"/>
          </p:cNvSpPr>
          <p:nvPr/>
        </p:nvSpPr>
        <p:spPr>
          <a:xfrm xmlns:a="http://schemas.openxmlformats.org/drawingml/2006/main" rot="0" flipH="0" flipV="0">
            <a:off x="7958938" y="4853107"/>
            <a:ext cx="5925312" cy="66239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800" b="0" i="0" u="none" cap="none" spc="0">
                <a:ln>
                  <a:noFill/>
                </a:ln>
                <a:solidFill>
                  <a:srgbClr val="505060"/>
                </a:solidFill>
                <a:latin typeface="Pretendard"/>
                <a:ea typeface="Pretendard"/>
                <a:cs typeface="Pretendard"/>
              </a:rPr>
              <a:t>스킬 개발 심화</a:t>
            </a:r>
            <a:r>
              <a:rPr sz="1800" b="0" i="0" u="none" cap="none" spc="0">
                <a:ln>
                  <a:noFill/>
                </a:ln>
                <a:solidFill>
                  <a:srgbClr val="505060"/>
                </a:solidFill>
                <a:latin typeface="Pretendard"/>
                <a:ea typeface="Pretendard"/>
                <a:cs typeface="Pretendard"/>
              </a:rPr>
              <a:t>/</a:t>
            </a:r>
            <a:r>
              <a:rPr sz="1800" b="0" i="0" u="none" cap="none" spc="0">
                <a:ln>
                  <a:noFill/>
                </a:ln>
                <a:solidFill>
                  <a:srgbClr val="505060"/>
                </a:solidFill>
                <a:latin typeface="Pretendard"/>
                <a:ea typeface="Pretendard"/>
                <a:cs typeface="Pretendard"/>
              </a:rPr>
              <a:t>웹 </a:t>
            </a:r>
            <a:r>
              <a:rPr sz="1800" b="0" i="0" u="none" cap="none" spc="0">
                <a:ln>
                  <a:noFill/>
                </a:ln>
                <a:solidFill>
                  <a:srgbClr val="505060"/>
                </a:solidFill>
                <a:latin typeface="Pretendard"/>
                <a:ea typeface="Pretendard"/>
                <a:cs typeface="Pretendard"/>
              </a:rPr>
              <a:t>MCP/MCP </a:t>
            </a:r>
            <a:r>
              <a:rPr sz="1800" b="0" i="0" u="none" cap="none" spc="0">
                <a:ln>
                  <a:noFill/>
                </a:ln>
                <a:solidFill>
                  <a:srgbClr val="505060"/>
                </a:solidFill>
                <a:latin typeface="Pretendard"/>
                <a:ea typeface="Pretendard"/>
                <a:cs typeface="Pretendard"/>
              </a:rPr>
              <a:t>개발</a:t>
            </a:r>
            <a:endParaRPr sz="1800" b="0" i="0" u="none" kern="1200" cap="none" spc="0" baseline="0">
              <a:ln>
                <a:noFill/>
              </a:ln>
              <a:solidFill>
                <a:prstClr val="black"/>
              </a:solidFill>
              <a:latin typeface="Pretendard"/>
              <a:ea typeface="Pretendard"/>
              <a:cs typeface="Pretendard"/>
            </a:endParaRPr>
          </a:p>
        </p:txBody>
      </p:sp>
      <p:sp>
        <p:nvSpPr>
          <p:cNvPr id="41" name="Shape 28">
            <a:extLst xmlns:a="http://schemas.openxmlformats.org/drawingml/2006/main">
              <a:ext uri="{FF2B5EF4-FFF2-40B4-BE49-F238E27FC236}">
                <a16:creationId xmlns:a16="http://schemas.microsoft.com/office/drawing/2014/main" id="{E4E969B8-2CE2-1E4F-20CB-96F74D49FA91}"/>
              </a:ext>
            </a:extLst>
          </p:cNvPr>
          <p:cNvSpPr>
            <a:spLocks xmlns:a="http://schemas.openxmlformats.org/drawingml/2006/main" noGrp="1"/>
          </p:cNvSpPr>
          <p:nvPr/>
        </p:nvSpPr>
        <p:spPr>
          <a:xfrm xmlns:a="http://schemas.openxmlformats.org/drawingml/2006/main" rot="0" flipH="0" flipV="0">
            <a:off x="6993331" y="5749656"/>
            <a:ext cx="7125005" cy="7200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a:solidFill>
              <a:srgbClr val="DDDDE0"/>
            </a:solidFill>
            <a:prstDash val="solid"/>
          </a:ln>
          <a:effectLst xmlns:a="http://schemas.openxmlformats.org/drawingml/2006/main">
            <a:outerShdw blurRad="635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42" name="Shape 29">
            <a:extLst xmlns:a="http://schemas.openxmlformats.org/drawingml/2006/main">
              <a:ext uri="{FF2B5EF4-FFF2-40B4-BE49-F238E27FC236}">
                <a16:creationId xmlns:a16="http://schemas.microsoft.com/office/drawing/2014/main" id="{F5A71E4C-48A1-2110-4593-ABF97817438E}"/>
              </a:ext>
            </a:extLst>
          </p:cNvPr>
          <p:cNvSpPr>
            <a:spLocks xmlns:a="http://schemas.openxmlformats.org/drawingml/2006/main" noGrp="1"/>
          </p:cNvSpPr>
          <p:nvPr/>
        </p:nvSpPr>
        <p:spPr>
          <a:xfrm xmlns:a="http://schemas.openxmlformats.org/drawingml/2006/main" rot="0" flipH="0" flipV="0">
            <a:off x="7198157" y="5893656"/>
            <a:ext cx="585216" cy="432000"/>
          </a:xfrm>
          <a:prstGeom xmlns:a="http://schemas.openxmlformats.org/drawingml/2006/main" prst="roundRect">
            <a:avLst>
              <a:gd name="adj" fmla="val 16667"/>
            </a:avLst>
          </a:prstGeom>
          <a:solidFill xmlns:a="http://schemas.openxmlformats.org/drawingml/2006/main">
            <a:srgbClr val="D97706"/>
          </a:solidFill>
          <a:ln xmlns:a="http://schemas.openxmlformats.org/drawingml/2006/main" w="12700">
            <a:solidFill>
              <a:srgbClr val="D97706"/>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43" name="Text 30">
            <a:extLst xmlns:a="http://schemas.openxmlformats.org/drawingml/2006/main">
              <a:ext uri="{FF2B5EF4-FFF2-40B4-BE49-F238E27FC236}">
                <a16:creationId xmlns:a16="http://schemas.microsoft.com/office/drawing/2014/main" id="{02EA3603-DE0E-7A7A-9A2D-9D3B3616E5E6}"/>
              </a:ext>
            </a:extLst>
          </p:cNvPr>
          <p:cNvSpPr>
            <a:spLocks xmlns:a="http://schemas.openxmlformats.org/drawingml/2006/main" noGrp="1"/>
          </p:cNvSpPr>
          <p:nvPr/>
        </p:nvSpPr>
        <p:spPr>
          <a:xfrm xmlns:a="http://schemas.openxmlformats.org/drawingml/2006/main" rot="0" flipH="0" flipV="0">
            <a:off x="7198157" y="5893656"/>
            <a:ext cx="585216" cy="432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1600" b="1" i="0" u="none" cap="none" spc="0">
                <a:ln>
                  <a:noFill/>
                </a:ln>
                <a:solidFill>
                  <a:srgbClr val="FFFFFF"/>
                </a:solidFill>
                <a:latin typeface="Pretendard"/>
                <a:ea typeface="Pretendard"/>
                <a:cs typeface="Pretendard"/>
              </a:rPr>
              <a:t>05</a:t>
            </a:r>
            <a:endParaRPr sz="1600" b="0" i="0" u="none" kern="1200" cap="none" spc="0" baseline="0">
              <a:ln>
                <a:noFill/>
              </a:ln>
              <a:solidFill>
                <a:prstClr val="black"/>
              </a:solidFill>
              <a:latin typeface="Pretendard"/>
              <a:ea typeface="Pretendard"/>
              <a:cs typeface="Pretendard"/>
            </a:endParaRPr>
          </a:p>
        </p:txBody>
      </p:sp>
      <p:sp>
        <p:nvSpPr>
          <p:cNvPr id="44" name="Shape 31">
            <a:extLst xmlns:a="http://schemas.openxmlformats.org/drawingml/2006/main">
              <a:ext uri="{FF2B5EF4-FFF2-40B4-BE49-F238E27FC236}">
                <a16:creationId xmlns:a16="http://schemas.microsoft.com/office/drawing/2014/main" id="{C6E23F35-FA65-DFBC-1B70-4582C808CFDD}"/>
              </a:ext>
            </a:extLst>
          </p:cNvPr>
          <p:cNvSpPr>
            <a:spLocks xmlns:a="http://schemas.openxmlformats.org/drawingml/2006/main" noGrp="1"/>
          </p:cNvSpPr>
          <p:nvPr/>
        </p:nvSpPr>
        <p:spPr>
          <a:xfrm xmlns:a="http://schemas.openxmlformats.org/drawingml/2006/main" rot="0" flipH="0" flipV="0">
            <a:off x="7958938" y="6109656"/>
            <a:ext cx="0" cy="0"/>
          </a:xfrm>
          <a:prstGeom xmlns:a="http://schemas.openxmlformats.org/drawingml/2006/main" prst="line">
            <a:avLst/>
          </a:prstGeom>
          <a:noFill xmlns:a="http://schemas.openxmlformats.org/drawingml/2006/main"/>
          <a:ln xmlns:a="http://schemas.openxmlformats.org/drawingml/2006/main" w="12700">
            <a:solidFill>
              <a:srgbClr val="D97706"/>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45" name="Text 32">
            <a:extLst xmlns:a="http://schemas.openxmlformats.org/drawingml/2006/main">
              <a:ext uri="{FF2B5EF4-FFF2-40B4-BE49-F238E27FC236}">
                <a16:creationId xmlns:a16="http://schemas.microsoft.com/office/drawing/2014/main" id="{7985626B-D8A8-26FA-9DC1-B8DF16D8EBB7}"/>
              </a:ext>
            </a:extLst>
          </p:cNvPr>
          <p:cNvSpPr>
            <a:spLocks xmlns:a="http://schemas.openxmlformats.org/drawingml/2006/main" noGrp="1"/>
          </p:cNvSpPr>
          <p:nvPr/>
        </p:nvSpPr>
        <p:spPr>
          <a:xfrm xmlns:a="http://schemas.openxmlformats.org/drawingml/2006/main" rot="0" flipH="0" flipV="0">
            <a:off x="7958938" y="5778456"/>
            <a:ext cx="5925312" cy="66239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a:solidFill>
                  <a:srgbClr val="505060"/>
                </a:solidFill>
                <a:latin typeface="Pretendard"/>
                <a:ea typeface="Pretendard"/>
                <a:cs typeface="Pretendard"/>
              </a:rPr>
              <a:t>에이젼트</a:t>
            </a:r>
            <a:r>
              <a:rPr>
                <a:solidFill>
                  <a:srgbClr val="505060"/>
                </a:solidFill>
                <a:latin typeface="Pretendard"/>
                <a:ea typeface="Pretendard"/>
                <a:cs typeface="Pretendard"/>
              </a:rPr>
              <a:t> 개발</a:t>
            </a:r>
            <a:r>
              <a:rPr sz="1800" b="0" i="0" u="none" cap="none" spc="0">
                <a:ln>
                  <a:noFill/>
                </a:ln>
                <a:solidFill>
                  <a:srgbClr val="505060"/>
                </a:solidFill>
                <a:latin typeface="Pretendard"/>
                <a:ea typeface="Pretendard"/>
                <a:cs typeface="Pretendard"/>
              </a:rPr>
              <a:t> </a:t>
            </a:r>
            <a:endParaRPr sz="1800" b="0" i="0" u="none" kern="1200" cap="none" spc="0" baseline="0">
              <a:ln>
                <a:noFill/>
              </a:ln>
              <a:solidFill>
                <a:prstClr val="black"/>
              </a:solidFill>
              <a:latin typeface="Pretendard"/>
              <a:ea typeface="Pretendard"/>
              <a:cs typeface="Pretendard"/>
            </a:endParaRPr>
          </a:p>
        </p:txBody>
      </p:sp>
      <p:sp>
        <p:nvSpPr>
          <p:cNvPr id="47" name="Shape 33">
            <a:extLst xmlns:a="http://schemas.openxmlformats.org/drawingml/2006/main">
              <a:ext uri="{FF2B5EF4-FFF2-40B4-BE49-F238E27FC236}">
                <a16:creationId xmlns:a16="http://schemas.microsoft.com/office/drawing/2014/main" id="{F8FA9010-A703-AD08-C88F-F08DC558C083}"/>
              </a:ext>
            </a:extLst>
          </p:cNvPr>
          <p:cNvSpPr>
            <a:spLocks xmlns:a="http://schemas.openxmlformats.org/drawingml/2006/main" noGrp="1"/>
          </p:cNvSpPr>
          <p:nvPr/>
        </p:nvSpPr>
        <p:spPr>
          <a:xfrm xmlns:a="http://schemas.openxmlformats.org/drawingml/2006/main" rot="0" flipH="0" flipV="0">
            <a:off x="6993331" y="6675005"/>
            <a:ext cx="7125005" cy="7200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12700">
            <a:solidFill>
              <a:srgbClr val="DDDDE0"/>
            </a:solidFill>
            <a:prstDash val="solid"/>
          </a:ln>
          <a:effectLst xmlns:a="http://schemas.openxmlformats.org/drawingml/2006/main">
            <a:outerShdw blurRad="63500" dist="12700" dir="8100000" algn="bl" rotWithShape="0">
              <a:srgbClr val="000000">
                <a:alpha val="8000"/>
              </a:srgbClr>
            </a:outerShdw>
          </a:effectLst>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48" name="Shape 34">
            <a:extLst xmlns:a="http://schemas.openxmlformats.org/drawingml/2006/main">
              <a:ext uri="{FF2B5EF4-FFF2-40B4-BE49-F238E27FC236}">
                <a16:creationId xmlns:a16="http://schemas.microsoft.com/office/drawing/2014/main" id="{38B9E10B-5E44-A30F-E5E5-3D11E9F98072}"/>
              </a:ext>
            </a:extLst>
          </p:cNvPr>
          <p:cNvSpPr>
            <a:spLocks xmlns:a="http://schemas.openxmlformats.org/drawingml/2006/main" noGrp="1"/>
          </p:cNvSpPr>
          <p:nvPr/>
        </p:nvSpPr>
        <p:spPr>
          <a:xfrm xmlns:a="http://schemas.openxmlformats.org/drawingml/2006/main" rot="0" flipH="0" flipV="0">
            <a:off x="7198157" y="6819005"/>
            <a:ext cx="585216" cy="432000"/>
          </a:xfrm>
          <a:prstGeom xmlns:a="http://schemas.openxmlformats.org/drawingml/2006/main" prst="roundRect">
            <a:avLst>
              <a:gd name="adj" fmla="val 16667"/>
            </a:avLst>
          </a:prstGeom>
          <a:solidFill xmlns:a="http://schemas.openxmlformats.org/drawingml/2006/main">
            <a:srgbClr val="DC2626"/>
          </a:solidFill>
          <a:ln xmlns:a="http://schemas.openxmlformats.org/drawingml/2006/main" w="12700">
            <a:solidFill>
              <a:srgbClr val="DC2626"/>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49" name="Text 35">
            <a:extLst xmlns:a="http://schemas.openxmlformats.org/drawingml/2006/main">
              <a:ext uri="{FF2B5EF4-FFF2-40B4-BE49-F238E27FC236}">
                <a16:creationId xmlns:a16="http://schemas.microsoft.com/office/drawing/2014/main" id="{0DB84D31-61BF-0ACC-131F-4195ED297384}"/>
              </a:ext>
            </a:extLst>
          </p:cNvPr>
          <p:cNvSpPr>
            <a:spLocks xmlns:a="http://schemas.openxmlformats.org/drawingml/2006/main" noGrp="1"/>
          </p:cNvSpPr>
          <p:nvPr/>
        </p:nvSpPr>
        <p:spPr>
          <a:xfrm xmlns:a="http://schemas.openxmlformats.org/drawingml/2006/main" rot="0" flipH="0" flipV="0">
            <a:off x="7198157" y="6819005"/>
            <a:ext cx="585216" cy="432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1600" b="1" i="0" u="none" cap="none" spc="0">
                <a:ln>
                  <a:noFill/>
                </a:ln>
                <a:solidFill>
                  <a:srgbClr val="FFFFFF"/>
                </a:solidFill>
                <a:latin typeface="Pretendard"/>
                <a:ea typeface="Pretendard"/>
                <a:cs typeface="Pretendard"/>
              </a:rPr>
              <a:t>06</a:t>
            </a:r>
            <a:endParaRPr sz="1600" b="0" i="0" u="none" kern="1200" cap="none" spc="0" baseline="0">
              <a:ln>
                <a:noFill/>
              </a:ln>
              <a:solidFill>
                <a:prstClr val="black"/>
              </a:solidFill>
              <a:latin typeface="Pretendard"/>
              <a:ea typeface="Pretendard"/>
              <a:cs typeface="Pretendard"/>
            </a:endParaRPr>
          </a:p>
        </p:txBody>
      </p:sp>
      <p:sp>
        <p:nvSpPr>
          <p:cNvPr id="50" name="Shape 36">
            <a:extLst xmlns:a="http://schemas.openxmlformats.org/drawingml/2006/main">
              <a:ext uri="{FF2B5EF4-FFF2-40B4-BE49-F238E27FC236}">
                <a16:creationId xmlns:a16="http://schemas.microsoft.com/office/drawing/2014/main" id="{93AEDA77-9469-8C64-009B-503019790765}"/>
              </a:ext>
            </a:extLst>
          </p:cNvPr>
          <p:cNvSpPr>
            <a:spLocks xmlns:a="http://schemas.openxmlformats.org/drawingml/2006/main" noGrp="1"/>
          </p:cNvSpPr>
          <p:nvPr/>
        </p:nvSpPr>
        <p:spPr>
          <a:xfrm xmlns:a="http://schemas.openxmlformats.org/drawingml/2006/main" rot="0" flipH="0" flipV="0">
            <a:off x="7958938" y="7035005"/>
            <a:ext cx="0" cy="0"/>
          </a:xfrm>
          <a:prstGeom xmlns:a="http://schemas.openxmlformats.org/drawingml/2006/main" prst="line">
            <a:avLst/>
          </a:prstGeom>
          <a:noFill xmlns:a="http://schemas.openxmlformats.org/drawingml/2006/main"/>
          <a:ln xmlns:a="http://schemas.openxmlformats.org/drawingml/2006/main" w="12700">
            <a:solidFill>
              <a:srgbClr val="DC2626"/>
            </a:solidFill>
            <a:prstDash val="solid"/>
          </a:ln>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endParaRPr sz="2400" b="0" i="0" u="none" kern="1200" cap="none" spc="0" baseline="0">
              <a:ln>
                <a:noFill/>
              </a:ln>
              <a:solidFill>
                <a:prstClr val="black"/>
              </a:solidFill>
              <a:latin typeface="Pretendard"/>
              <a:ea typeface="Pretendard"/>
              <a:cs typeface="Pretendard"/>
            </a:endParaRPr>
          </a:p>
        </p:txBody>
      </p:sp>
      <p:sp>
        <p:nvSpPr>
          <p:cNvPr id="51" name="Text 37">
            <a:extLst xmlns:a="http://schemas.openxmlformats.org/drawingml/2006/main">
              <a:ext uri="{FF2B5EF4-FFF2-40B4-BE49-F238E27FC236}">
                <a16:creationId xmlns:a16="http://schemas.microsoft.com/office/drawing/2014/main" id="{C636BBA2-D90C-B95A-FB39-C1FDC45D1EA3}"/>
              </a:ext>
            </a:extLst>
          </p:cNvPr>
          <p:cNvSpPr>
            <a:spLocks xmlns:a="http://schemas.openxmlformats.org/drawingml/2006/main" noGrp="1"/>
          </p:cNvSpPr>
          <p:nvPr/>
        </p:nvSpPr>
        <p:spPr>
          <a:xfrm xmlns:a="http://schemas.openxmlformats.org/drawingml/2006/main" rot="0" flipH="0" flipV="0">
            <a:off x="7958938" y="6703806"/>
            <a:ext cx="5925312" cy="662399"/>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800" b="0" i="0" u="none" cap="none" spc="0">
                <a:ln>
                  <a:noFill/>
                </a:ln>
                <a:solidFill>
                  <a:srgbClr val="505060"/>
                </a:solidFill>
                <a:latin typeface="Pretendard"/>
                <a:ea typeface="Pretendard"/>
                <a:cs typeface="Pretendard"/>
              </a:rPr>
              <a:t>플러그인 개발 및 배포</a:t>
            </a:r>
            <a:endParaRPr sz="1800" b="0" i="0" u="none" kern="1200" cap="none" spc="0" baseline="0">
              <a:ln>
                <a:noFill/>
              </a:ln>
              <a:solidFill>
                <a:prstClr val="black"/>
              </a:solidFill>
              <a:latin typeface="Pretendard"/>
              <a:ea typeface="Pretendard"/>
              <a:cs typeface="Pretendard"/>
            </a:endParaRPr>
          </a:p>
        </p:txBody>
      </p:sp>
    </p:spTree>
    <p:extLst>
      <p:ext uri="{BB962C8B-B14F-4D97-AF65-F5344CB8AC3E}">
        <p14:creationId xmlns:p14="http://schemas.microsoft.com/office/powerpoint/2010/main" val="17866782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텍스트 개체 틀 1">
            <a:extLst xmlns:a="http://schemas.openxmlformats.org/drawingml/2006/main">
              <a:ext uri="{FF2B5EF4-FFF2-40B4-BE49-F238E27FC236}">
                <a16:creationId xmlns:a16="http://schemas.microsoft.com/office/drawing/2014/main" id="{DEE91A8C-379E-7C8E-9268-BF1B896C50F8}"/>
              </a:ext>
            </a:extLst>
          </p:cNvPr>
          <p:cNvSpPr>
            <a:spLocks xmlns:a="http://schemas.openxmlformats.org/drawingml/2006/main" noGrp="1"/>
          </p:cNvSpPr>
          <p:nvPr>
            <p:ph type="body" idx="11"/>
          </p:nvPr>
        </p:nvSpPr>
        <p:spPr>
          <a:xfrm xmlns:a="http://schemas.openxmlformats.org/drawingml/2006/main">
            <a:off x="1604010" y="3657770"/>
            <a:ext cx="11414760" cy="772805"/>
          </a:xfrm>
        </p:spPr>
        <p:txBody>
          <a:bodyPr xmlns:a="http://schemas.openxmlformats.org/drawingml/2006/main"/>
          <a:lstStyle xmlns:a="http://schemas.openxmlformats.org/drawingml/2006/main"/>
          <a:p xmlns:a="http://schemas.openxmlformats.org/drawingml/2006/main">
            <a:r>
              <a:t>RAG</a:t>
            </a:r>
            <a:endParaRPr/>
          </a:p>
        </p:txBody>
      </p:sp>
      <p:sp>
        <p:nvSpPr>
          <p:cNvPr id="3" name="텍스트 개체 틀 2">
            <a:extLst xmlns:a="http://schemas.openxmlformats.org/drawingml/2006/main">
              <a:ext uri="{FF2B5EF4-FFF2-40B4-BE49-F238E27FC236}">
                <a16:creationId xmlns:a16="http://schemas.microsoft.com/office/drawing/2014/main" id="{BC46742C-B7A4-27FA-14E8-11CA66EB29A7}"/>
              </a:ext>
            </a:extLst>
          </p:cNvPr>
          <p:cNvSpPr>
            <a:spLocks xmlns:a="http://schemas.openxmlformats.org/drawingml/2006/main" noGrp="1"/>
          </p:cNvSpPr>
          <p:nvPr>
            <p:ph type="body" idx="12"/>
          </p:nvPr>
        </p:nvSpPr>
        <p:spPr>
          <a:xfrm xmlns:a="http://schemas.openxmlformats.org/drawingml/2006/main">
            <a:off x="1611630" y="3288439"/>
            <a:ext cx="11414760" cy="332399"/>
          </a:xfrm>
        </p:spPr>
        <p:txBody>
          <a:bodyPr xmlns:a="http://schemas.openxmlformats.org/drawingml/2006/main"/>
          <a:lstStyle xmlns:a="http://schemas.openxmlformats.org/drawingml/2006/main"/>
          <a:p xmlns:a="http://schemas.openxmlformats.org/drawingml/2006/main">
            <a:pPr>
              <a:spcBef>
                <a:spcPct val="0"/>
              </a:spcBef>
              <a:spcAft>
                <a:spcPts val="600"/>
              </a:spcAft>
              <a:buNone/>
            </a:pPr>
            <a:r>
              <a:rPr>
                <a:solidFill>
                  <a:schemeClr val="tx2"/>
                </a:solidFill>
                <a:latin typeface="Pretendard"/>
                <a:ea typeface="Pretendard"/>
                <a:cs typeface="Pretendard"/>
              </a:rPr>
              <a:t>하이브리드 </a:t>
            </a:r>
            <a:r>
              <a:rPr>
                <a:solidFill>
                  <a:schemeClr val="tx2"/>
                </a:solidFill>
                <a:latin typeface="Pretendard"/>
                <a:ea typeface="Pretendard"/>
                <a:cs typeface="Pretendard"/>
              </a:rPr>
              <a:t>AI</a:t>
            </a:r>
          </a:p>
        </p:txBody>
      </p:sp>
    </p:spTree>
    <p:extLst>
      <p:ext uri="{BB962C8B-B14F-4D97-AF65-F5344CB8AC3E}">
        <p14:creationId xmlns:p14="http://schemas.microsoft.com/office/powerpoint/2010/main" val="16840835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native-1">
            <a:extLst xmlns:a="http://schemas.openxmlformats.org/drawingml/2006/main">
              <a:ext uri="{FF2B5EF4-FFF2-40B4-BE49-F238E27FC236}">
                <a16:creationId xmlns:a16="http://schemas.microsoft.com/office/drawing/2014/main" id="{911A6E38-9292-49D0-AE86-F777F5F50E31}"/>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2">
            <a:extLst xmlns:a="http://schemas.openxmlformats.org/drawingml/2006/main">
              <a:ext uri="{FF2B5EF4-FFF2-40B4-BE49-F238E27FC236}">
                <a16:creationId xmlns:a16="http://schemas.microsoft.com/office/drawing/2014/main" id="{F485F49F-196C-4104-8B66-93244E074C9C}"/>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INDEXER  /  전체 구조</a:t>
            </a:r>
          </a:p>
        </p:txBody>
      </p:sp>
      <p:sp>
        <p:nvSpPr>
          <p:cNvPr id="3" name="native-3">
            <a:extLst xmlns:a="http://schemas.openxmlformats.org/drawingml/2006/main">
              <a:ext uri="{FF2B5EF4-FFF2-40B4-BE49-F238E27FC236}">
                <a16:creationId xmlns:a16="http://schemas.microsoft.com/office/drawing/2014/main" id="{91A8BAD2-44EB-435D-AF4A-5058F7A3C738}"/>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Indexer 전체 흐름</a:t>
            </a:r>
          </a:p>
        </p:txBody>
      </p:sp>
      <p:sp>
        <p:nvSpPr>
          <p:cNvPr id="4" name="native-4">
            <a:extLst xmlns:a="http://schemas.openxmlformats.org/drawingml/2006/main">
              <a:ext uri="{FF2B5EF4-FFF2-40B4-BE49-F238E27FC236}">
                <a16:creationId xmlns:a16="http://schemas.microsoft.com/office/drawing/2014/main" id="{57BF7565-5C03-4195-A838-9FF865E9E2BC}"/>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원문을 검색 가능한 작은 근거로 바꾸어 저장하는 사전 준비 과정</a:t>
            </a:r>
          </a:p>
        </p:txBody>
      </p:sp>
      <p:sp>
        <p:nvSpPr>
          <p:cNvPr id="5" name="native-5">
            <a:extLst xmlns:a="http://schemas.openxmlformats.org/drawingml/2006/main">
              <a:ext uri="{FF2B5EF4-FFF2-40B4-BE49-F238E27FC236}">
                <a16:creationId xmlns:a16="http://schemas.microsoft.com/office/drawing/2014/main" id="{812C2590-6F25-429D-BFF5-EE0D3E222968}"/>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6">
            <a:extLst xmlns:a="http://schemas.openxmlformats.org/drawingml/2006/main">
              <a:ext uri="{FF2B5EF4-FFF2-40B4-BE49-F238E27FC236}">
                <a16:creationId xmlns:a16="http://schemas.microsoft.com/office/drawing/2014/main" id="{9C2EEC47-29FE-44F3-90E9-DFF7C5C1714E}"/>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7">
            <a:extLst xmlns:a="http://schemas.openxmlformats.org/drawingml/2006/main">
              <a:ext uri="{FF2B5EF4-FFF2-40B4-BE49-F238E27FC236}">
                <a16:creationId xmlns:a16="http://schemas.microsoft.com/office/drawing/2014/main" id="{76C6E0E3-C26B-48D2-A95E-94BA4B10F274}"/>
              </a:ext>
            </a:extLst>
          </p:cNvPr>
          <p:cNvSpPr>
            <a:spLocks xmlns:a="http://schemas.openxmlformats.org/drawingml/2006/main" noGrp="1"/>
          </p:cNvSpPr>
          <p:nvPr/>
        </p:nvSpPr>
        <p:spPr>
          <a:xfrm xmlns:a="http://schemas.openxmlformats.org/drawingml/2006/main">
            <a:off x="685800" y="2647950"/>
            <a:ext cx="3000375" cy="12192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1  원문 선택</a:t>
            </a:r>
          </a:p>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select_sources</a:t>
            </a:r>
          </a:p>
        </p:txBody>
      </p:sp>
      <p:sp>
        <p:nvSpPr>
          <p:cNvPr id="8" name="native-8">
            <a:extLst xmlns:a="http://schemas.openxmlformats.org/drawingml/2006/main">
              <a:ext uri="{FF2B5EF4-FFF2-40B4-BE49-F238E27FC236}">
                <a16:creationId xmlns:a16="http://schemas.microsoft.com/office/drawing/2014/main" id="{AF76CE14-CA55-4196-8833-93D9DC22336F}"/>
              </a:ext>
            </a:extLst>
          </p:cNvPr>
          <p:cNvSpPr>
            <a:spLocks xmlns:a="http://schemas.openxmlformats.org/drawingml/2006/main" noGrp="1"/>
          </p:cNvSpPr>
          <p:nvPr/>
        </p:nvSpPr>
        <p:spPr>
          <a:xfrm xmlns:a="http://schemas.openxmlformats.org/drawingml/2006/main">
            <a:off x="4105275" y="2647950"/>
            <a:ext cx="3000375" cy="12192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2  내용 추출</a:t>
            </a:r>
          </a:p>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extract</a:t>
            </a:r>
          </a:p>
        </p:txBody>
      </p:sp>
      <p:sp>
        <p:nvSpPr>
          <p:cNvPr id="9" name="native-9">
            <a:extLst xmlns:a="http://schemas.openxmlformats.org/drawingml/2006/main">
              <a:ext uri="{FF2B5EF4-FFF2-40B4-BE49-F238E27FC236}">
                <a16:creationId xmlns:a16="http://schemas.microsoft.com/office/drawing/2014/main" id="{F7021192-8C86-47B1-AB4E-9CF365341048}"/>
              </a:ext>
            </a:extLst>
          </p:cNvPr>
          <p:cNvSpPr>
            <a:spLocks xmlns:a="http://schemas.openxmlformats.org/drawingml/2006/main" noGrp="1"/>
          </p:cNvSpPr>
          <p:nvPr/>
        </p:nvSpPr>
        <p:spPr>
          <a:xfrm xmlns:a="http://schemas.openxmlformats.org/drawingml/2006/main">
            <a:off x="7524750" y="2647950"/>
            <a:ext cx="3000375" cy="12192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3  프로필 적용</a:t>
            </a:r>
          </a:p>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apply_profile</a:t>
            </a:r>
          </a:p>
        </p:txBody>
      </p:sp>
      <p:sp>
        <p:nvSpPr>
          <p:cNvPr id="10" name="native-10">
            <a:extLst xmlns:a="http://schemas.openxmlformats.org/drawingml/2006/main">
              <a:ext uri="{FF2B5EF4-FFF2-40B4-BE49-F238E27FC236}">
                <a16:creationId xmlns:a16="http://schemas.microsoft.com/office/drawing/2014/main" id="{25649757-EFC3-452E-AA26-BF282203A653}"/>
              </a:ext>
            </a:extLst>
          </p:cNvPr>
          <p:cNvSpPr>
            <a:spLocks xmlns:a="http://schemas.openxmlformats.org/drawingml/2006/main" noGrp="1"/>
          </p:cNvSpPr>
          <p:nvPr/>
        </p:nvSpPr>
        <p:spPr>
          <a:xfrm xmlns:a="http://schemas.openxmlformats.org/drawingml/2006/main">
            <a:off x="10944225" y="2647950"/>
            <a:ext cx="3000375" cy="12192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4  필수값 검증</a:t>
            </a:r>
          </a:p>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validate_metadata</a:t>
            </a:r>
          </a:p>
        </p:txBody>
      </p:sp>
      <p:cxnSp>
        <p:nvCxnSpPr>
          <p:cNvPr id="35" name=""/>
          <p:cNvCxnSpPr>
            <a:stCxn xmlns:a="http://schemas.openxmlformats.org/drawingml/2006/main" id="7" idx="3"/>
            <a:endCxn xmlns:a="http://schemas.openxmlformats.org/drawingml/2006/main" id="8" idx="1"/>
          </p:cNvCxnSpPr>
          <p:nvPr/>
        </p:nvCxnSpPr>
        <p:spPr>
          <a:xfrm xmlns:a="http://schemas.openxmlformats.org/drawingml/2006/main">
            <a:off x="3686175" y="3257550"/>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36" name=""/>
          <p:cNvCxnSpPr>
            <a:stCxn xmlns:a="http://schemas.openxmlformats.org/drawingml/2006/main" id="8" idx="3"/>
            <a:endCxn xmlns:a="http://schemas.openxmlformats.org/drawingml/2006/main" id="9" idx="1"/>
          </p:cNvCxnSpPr>
          <p:nvPr/>
        </p:nvCxnSpPr>
        <p:spPr>
          <a:xfrm xmlns:a="http://schemas.openxmlformats.org/drawingml/2006/main">
            <a:off x="7105650" y="3257550"/>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37" name=""/>
          <p:cNvCxnSpPr>
            <a:stCxn xmlns:a="http://schemas.openxmlformats.org/drawingml/2006/main" id="9" idx="3"/>
            <a:endCxn xmlns:a="http://schemas.openxmlformats.org/drawingml/2006/main" id="10" idx="1"/>
          </p:cNvCxnSpPr>
          <p:nvPr/>
        </p:nvCxnSpPr>
        <p:spPr>
          <a:xfrm xmlns:a="http://schemas.openxmlformats.org/drawingml/2006/main">
            <a:off x="10525125" y="3257550"/>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sp>
        <p:nvSpPr>
          <p:cNvPr id="14" name="native-11">
            <a:extLst xmlns:a="http://schemas.openxmlformats.org/drawingml/2006/main">
              <a:ext uri="{FF2B5EF4-FFF2-40B4-BE49-F238E27FC236}">
                <a16:creationId xmlns:a16="http://schemas.microsoft.com/office/drawing/2014/main" id="{BD921FA1-53C9-4E2C-AFBB-07E67CC3A963}"/>
              </a:ext>
            </a:extLst>
          </p:cNvPr>
          <p:cNvSpPr>
            <a:spLocks xmlns:a="http://schemas.openxmlformats.org/drawingml/2006/main" noGrp="1"/>
          </p:cNvSpPr>
          <p:nvPr/>
        </p:nvSpPr>
        <p:spPr>
          <a:xfrm xmlns:a="http://schemas.openxmlformats.org/drawingml/2006/main">
            <a:off x="685800" y="4619625"/>
            <a:ext cx="3000375" cy="12192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5  의미 단위 분할</a:t>
            </a:r>
          </a:p>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chunk</a:t>
            </a:r>
          </a:p>
        </p:txBody>
      </p:sp>
      <p:sp>
        <p:nvSpPr>
          <p:cNvPr id="15" name="native-12">
            <a:extLst xmlns:a="http://schemas.openxmlformats.org/drawingml/2006/main">
              <a:ext uri="{FF2B5EF4-FFF2-40B4-BE49-F238E27FC236}">
                <a16:creationId xmlns:a16="http://schemas.microsoft.com/office/drawing/2014/main" id="{01E15983-E448-4756-9566-090062B70713}"/>
              </a:ext>
            </a:extLst>
          </p:cNvPr>
          <p:cNvSpPr>
            <a:spLocks xmlns:a="http://schemas.openxmlformats.org/drawingml/2006/main" noGrp="1"/>
          </p:cNvSpPr>
          <p:nvPr/>
        </p:nvSpPr>
        <p:spPr>
          <a:xfrm xmlns:a="http://schemas.openxmlformats.org/drawingml/2006/main">
            <a:off x="4105275" y="4619625"/>
            <a:ext cx="3000375" cy="12192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6  벡터 생성</a:t>
            </a:r>
          </a:p>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embed</a:t>
            </a:r>
          </a:p>
        </p:txBody>
      </p:sp>
      <p:sp>
        <p:nvSpPr>
          <p:cNvPr id="16" name="native-13">
            <a:extLst xmlns:a="http://schemas.openxmlformats.org/drawingml/2006/main">
              <a:ext uri="{FF2B5EF4-FFF2-40B4-BE49-F238E27FC236}">
                <a16:creationId xmlns:a16="http://schemas.microsoft.com/office/drawing/2014/main" id="{20BF0776-2D28-4C22-B3FE-5F4656DA3824}"/>
              </a:ext>
            </a:extLst>
          </p:cNvPr>
          <p:cNvSpPr>
            <a:spLocks xmlns:a="http://schemas.openxmlformats.org/drawingml/2006/main" noGrp="1"/>
          </p:cNvSpPr>
          <p:nvPr/>
        </p:nvSpPr>
        <p:spPr>
          <a:xfrm xmlns:a="http://schemas.openxmlformats.org/drawingml/2006/main">
            <a:off x="7524750" y="4619625"/>
            <a:ext cx="3000375" cy="12192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7  Chroma 저장</a:t>
            </a:r>
          </a:p>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upsert</a:t>
            </a:r>
          </a:p>
        </p:txBody>
      </p:sp>
      <p:sp>
        <p:nvSpPr>
          <p:cNvPr id="17" name="native-14">
            <a:extLst xmlns:a="http://schemas.openxmlformats.org/drawingml/2006/main">
              <a:ext uri="{FF2B5EF4-FFF2-40B4-BE49-F238E27FC236}">
                <a16:creationId xmlns:a16="http://schemas.microsoft.com/office/drawing/2014/main" id="{4D947EDA-BE05-4255-B7B0-21E5D6411BC2}"/>
              </a:ext>
            </a:extLst>
          </p:cNvPr>
          <p:cNvSpPr>
            <a:spLocks xmlns:a="http://schemas.openxmlformats.org/drawingml/2006/main" noGrp="1"/>
          </p:cNvSpPr>
          <p:nvPr/>
        </p:nvSpPr>
        <p:spPr>
          <a:xfrm xmlns:a="http://schemas.openxmlformats.org/drawingml/2006/main">
            <a:off x="10944225" y="4619625"/>
            <a:ext cx="3000375" cy="12192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8  검색 세대 발행</a:t>
            </a:r>
          </a:p>
          <a:p xmlns:a="http://schemas.openxmlformats.org/drawingml/2006/main">
            <a:pPr algn="ctr">
              <a:defRPr sz="1875" b="1">
                <a:solidFill>
                  <a:srgbClr val="17365D"/>
                </a:solidFill>
                <a:latin typeface="Pretendard"/>
                <a:ea typeface="Pretendard"/>
                <a:cs typeface="Pretendard"/>
              </a:defRPr>
            </a:pPr>
            <a:r>
              <a:rPr sz="1875" b="1">
                <a:solidFill>
                  <a:srgbClr val="17365D"/>
                </a:solidFill>
                <a:latin typeface="Pretendard"/>
                <a:ea typeface="Pretendard"/>
                <a:cs typeface="Pretendard"/>
              </a:rPr>
              <a:t>finalize_index</a:t>
            </a:r>
          </a:p>
        </p:txBody>
      </p:sp>
      <p:cxnSp>
        <p:nvCxnSpPr>
          <p:cNvPr id="42" name=""/>
          <p:cNvCxnSpPr>
            <a:stCxn xmlns:a="http://schemas.openxmlformats.org/drawingml/2006/main" id="14" idx="3"/>
            <a:endCxn xmlns:a="http://schemas.openxmlformats.org/drawingml/2006/main" id="15" idx="1"/>
          </p:cNvCxnSpPr>
          <p:nvPr/>
        </p:nvCxnSpPr>
        <p:spPr>
          <a:xfrm xmlns:a="http://schemas.openxmlformats.org/drawingml/2006/main">
            <a:off x="3686175" y="5229225"/>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43" name=""/>
          <p:cNvCxnSpPr>
            <a:stCxn xmlns:a="http://schemas.openxmlformats.org/drawingml/2006/main" id="15" idx="3"/>
            <a:endCxn xmlns:a="http://schemas.openxmlformats.org/drawingml/2006/main" id="16" idx="1"/>
          </p:cNvCxnSpPr>
          <p:nvPr/>
        </p:nvCxnSpPr>
        <p:spPr>
          <a:xfrm xmlns:a="http://schemas.openxmlformats.org/drawingml/2006/main">
            <a:off x="7105650" y="5229225"/>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44" name=""/>
          <p:cNvCxnSpPr>
            <a:stCxn xmlns:a="http://schemas.openxmlformats.org/drawingml/2006/main" id="16" idx="3"/>
            <a:endCxn xmlns:a="http://schemas.openxmlformats.org/drawingml/2006/main" id="17" idx="1"/>
          </p:cNvCxnSpPr>
          <p:nvPr/>
        </p:nvCxnSpPr>
        <p:spPr>
          <a:xfrm xmlns:a="http://schemas.openxmlformats.org/drawingml/2006/main">
            <a:off x="10525125" y="5229225"/>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45" name=""/>
          <p:cNvCxnSpPr>
            <a:stCxn xmlns:a="http://schemas.openxmlformats.org/drawingml/2006/main" id="10" idx="2"/>
            <a:endCxn xmlns:a="http://schemas.openxmlformats.org/drawingml/2006/main" id="14" idx="0"/>
          </p:cNvCxnSpPr>
          <p:nvPr/>
        </p:nvCxnSpPr>
        <p:spPr>
          <a:xfrm xmlns:a="http://schemas.openxmlformats.org/drawingml/2006/main" flipH="1">
            <a:off x="2185988" y="3867150"/>
            <a:ext cx="10258425" cy="752475"/>
          </a:xfrm>
          <a:prstGeom xmlns:a="http://schemas.openxmlformats.org/drawingml/2006/main" prst="bentConnector4">
            <a:avLst>
              <a:gd name="adj1" fmla="val 0"/>
              <a:gd name="adj2" fmla="val 50000"/>
            </a:avLst>
          </a:prstGeom>
          <a:ln xmlns:a="http://schemas.openxmlformats.org/drawingml/2006/main" w="20955">
            <a:solidFill>
              <a:srgbClr val="0070C0"/>
            </a:solidFill>
            <a:tailEnd type="triangle" w="sm" len="sm"/>
          </a:ln>
        </p:spPr>
      </p:cxnSp>
      <p:sp>
        <p:nvSpPr>
          <p:cNvPr id="22" name="native-15">
            <a:extLst xmlns:a="http://schemas.openxmlformats.org/drawingml/2006/main">
              <a:ext uri="{FF2B5EF4-FFF2-40B4-BE49-F238E27FC236}">
                <a16:creationId xmlns:a16="http://schemas.microsoft.com/office/drawing/2014/main" id="{8CD03A4E-E290-4EA8-A81C-D0FC724CEBA1}"/>
              </a:ext>
            </a:extLst>
          </p:cNvPr>
          <p:cNvSpPr>
            <a:spLocks xmlns:a="http://schemas.openxmlformats.org/drawingml/2006/main" noGrp="1"/>
          </p:cNvSpPr>
          <p:nvPr/>
        </p:nvSpPr>
        <p:spPr>
          <a:xfrm xmlns:a="http://schemas.openxmlformats.org/drawingml/2006/main">
            <a:off x="685800" y="6191250"/>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986800"/>
                </a:solidFill>
                <a:latin typeface="Pretendard"/>
                <a:ea typeface="Pretendard"/>
                <a:cs typeface="Pretendard"/>
              </a:defRPr>
            </a:pPr>
            <a:r>
              <a:rPr sz="1725" b="0">
                <a:solidFill>
                  <a:srgbClr val="986800"/>
                </a:solidFill>
                <a:latin typeface="Pretendard"/>
                <a:ea typeface="Pretendard"/>
                <a:cs typeface="Pretendard"/>
              </a:rPr>
              <a:t>원문 없음 또는 메타데이터 오류 시 종료</a:t>
            </a:r>
          </a:p>
        </p:txBody>
      </p:sp>
      <p:sp>
        <p:nvSpPr>
          <p:cNvPr id="23" name="native-16">
            <a:extLst xmlns:a="http://schemas.openxmlformats.org/drawingml/2006/main">
              <a:ext uri="{FF2B5EF4-FFF2-40B4-BE49-F238E27FC236}">
                <a16:creationId xmlns:a16="http://schemas.microsoft.com/office/drawing/2014/main" id="{51982063-2B3C-4594-AB4E-13EA50186553}"/>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dry-run은 청킹까지 실행  /  저장 완료 후 BM25와 활성 인덱스 정보 발행</a:t>
            </a:r>
          </a:p>
        </p:txBody>
      </p:sp>
      <p:sp>
        <p:nvSpPr>
          <p:cNvPr id="24" name="native-262">
            <a:extLst xmlns:a="http://schemas.openxmlformats.org/drawingml/2006/main">
              <a:ext uri="{FF2B5EF4-FFF2-40B4-BE49-F238E27FC236}">
                <a16:creationId xmlns:a16="http://schemas.microsoft.com/office/drawing/2014/main" id="{59DFF8DE-7D97-45E3-A55B-59DE48735EEA}"/>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04</a:t>
            </a:r>
          </a:p>
        </p:txBody>
      </p:sp>
    </p:spTree>
    <p:extLst>
      <p:ext uri="{BB962C8B-B14F-4D97-AF65-F5344CB8AC3E}">
        <p14:creationId xmlns:p14="http://schemas.microsoft.com/office/powerpoint/2010/main" val="28109220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native-17">
            <a:extLst xmlns:a="http://schemas.openxmlformats.org/drawingml/2006/main">
              <a:ext uri="{FF2B5EF4-FFF2-40B4-BE49-F238E27FC236}">
                <a16:creationId xmlns:a16="http://schemas.microsoft.com/office/drawing/2014/main" id="{EC1BBF06-38E6-4EC0-B8D0-419FD9F3CA5B}"/>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18">
            <a:extLst xmlns:a="http://schemas.openxmlformats.org/drawingml/2006/main">
              <a:ext uri="{FF2B5EF4-FFF2-40B4-BE49-F238E27FC236}">
                <a16:creationId xmlns:a16="http://schemas.microsoft.com/office/drawing/2014/main" id="{2AC355A2-AFD2-4CF1-8AB1-EF9BB491B9E2}"/>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INDEXER  /  입력</a:t>
            </a:r>
          </a:p>
        </p:txBody>
      </p:sp>
      <p:sp>
        <p:nvSpPr>
          <p:cNvPr id="3" name="native-19">
            <a:extLst xmlns:a="http://schemas.openxmlformats.org/drawingml/2006/main">
              <a:ext uri="{FF2B5EF4-FFF2-40B4-BE49-F238E27FC236}">
                <a16:creationId xmlns:a16="http://schemas.microsoft.com/office/drawing/2014/main" id="{81E04094-14A1-4060-8450-4C19ECAA6BB2}"/>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원문 3종을 같은 Document 구조로 정리</a:t>
            </a:r>
          </a:p>
        </p:txBody>
      </p:sp>
      <p:sp>
        <p:nvSpPr>
          <p:cNvPr id="4" name="native-20">
            <a:extLst xmlns:a="http://schemas.openxmlformats.org/drawingml/2006/main">
              <a:ext uri="{FF2B5EF4-FFF2-40B4-BE49-F238E27FC236}">
                <a16:creationId xmlns:a16="http://schemas.microsoft.com/office/drawing/2014/main" id="{9F51BEEF-6A3B-43D8-9833-1C2E76C9CD9D}"/>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파일 형식은 달라도 본문과 메타데이터를 함께 전달</a:t>
            </a:r>
          </a:p>
        </p:txBody>
      </p:sp>
      <p:sp>
        <p:nvSpPr>
          <p:cNvPr id="5" name="native-21">
            <a:extLst xmlns:a="http://schemas.openxmlformats.org/drawingml/2006/main">
              <a:ext uri="{FF2B5EF4-FFF2-40B4-BE49-F238E27FC236}">
                <a16:creationId xmlns:a16="http://schemas.microsoft.com/office/drawing/2014/main" id="{C40546B0-F6C0-4666-A684-BE6C18B69140}"/>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22">
            <a:extLst xmlns:a="http://schemas.openxmlformats.org/drawingml/2006/main">
              <a:ext uri="{FF2B5EF4-FFF2-40B4-BE49-F238E27FC236}">
                <a16:creationId xmlns:a16="http://schemas.microsoft.com/office/drawing/2014/main" id="{B5AF112D-4E9B-48BF-8CAF-CDF57BE83AC5}"/>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23">
            <a:extLst xmlns:a="http://schemas.openxmlformats.org/drawingml/2006/main">
              <a:ext uri="{FF2B5EF4-FFF2-40B4-BE49-F238E27FC236}">
                <a16:creationId xmlns:a16="http://schemas.microsoft.com/office/drawing/2014/main" id="{3D58B494-33E7-4E0B-91B8-DA79575F63D3}"/>
              </a:ext>
            </a:extLst>
          </p:cNvPr>
          <p:cNvSpPr>
            <a:spLocks xmlns:a="http://schemas.openxmlformats.org/drawingml/2006/main" noGrp="1"/>
          </p:cNvSpPr>
          <p:nvPr/>
        </p:nvSpPr>
        <p:spPr>
          <a:xfrm xmlns:a="http://schemas.openxmlformats.org/drawingml/2006/main">
            <a:off x="685800" y="2533650"/>
            <a:ext cx="2905125" cy="9906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D1  약관 PDF</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1개 파일</a:t>
            </a:r>
          </a:p>
        </p:txBody>
      </p:sp>
      <p:sp>
        <p:nvSpPr>
          <p:cNvPr id="8" name="native-24">
            <a:extLst xmlns:a="http://schemas.openxmlformats.org/drawingml/2006/main">
              <a:ext uri="{FF2B5EF4-FFF2-40B4-BE49-F238E27FC236}">
                <a16:creationId xmlns:a16="http://schemas.microsoft.com/office/drawing/2014/main" id="{895D15F9-6A6F-4A89-9DA6-7DED0AD35DAF}"/>
              </a:ext>
            </a:extLst>
          </p:cNvPr>
          <p:cNvSpPr>
            <a:spLocks xmlns:a="http://schemas.openxmlformats.org/drawingml/2006/main" noGrp="1"/>
          </p:cNvSpPr>
          <p:nvPr/>
        </p:nvSpPr>
        <p:spPr>
          <a:xfrm xmlns:a="http://schemas.openxmlformats.org/drawingml/2006/main">
            <a:off x="685800" y="3924300"/>
            <a:ext cx="2905125" cy="9906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D2  카드 혜택 PDF</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1개 파일</a:t>
            </a:r>
          </a:p>
        </p:txBody>
      </p:sp>
      <p:sp>
        <p:nvSpPr>
          <p:cNvPr id="9" name="native-25">
            <a:extLst xmlns:a="http://schemas.openxmlformats.org/drawingml/2006/main">
              <a:ext uri="{FF2B5EF4-FFF2-40B4-BE49-F238E27FC236}">
                <a16:creationId xmlns:a16="http://schemas.microsoft.com/office/drawing/2014/main" id="{796F8D4E-B6C4-4430-885D-050B5686763E}"/>
              </a:ext>
            </a:extLst>
          </p:cNvPr>
          <p:cNvSpPr>
            <a:spLocks xmlns:a="http://schemas.openxmlformats.org/drawingml/2006/main" noGrp="1"/>
          </p:cNvSpPr>
          <p:nvPr/>
        </p:nvSpPr>
        <p:spPr>
          <a:xfrm xmlns:a="http://schemas.openxmlformats.org/drawingml/2006/main">
            <a:off x="685800" y="5314950"/>
            <a:ext cx="2905125" cy="9906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D3  상담 TXT</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6개 파일</a:t>
            </a:r>
          </a:p>
        </p:txBody>
      </p:sp>
      <p:sp>
        <p:nvSpPr>
          <p:cNvPr id="10" name="native-26">
            <a:extLst xmlns:a="http://schemas.openxmlformats.org/drawingml/2006/main">
              <a:ext uri="{FF2B5EF4-FFF2-40B4-BE49-F238E27FC236}">
                <a16:creationId xmlns:a16="http://schemas.microsoft.com/office/drawing/2014/main" id="{7A41B349-1663-4F4F-8710-E000FCFEE595}"/>
              </a:ext>
            </a:extLst>
          </p:cNvPr>
          <p:cNvSpPr>
            <a:spLocks xmlns:a="http://schemas.openxmlformats.org/drawingml/2006/main" noGrp="1"/>
          </p:cNvSpPr>
          <p:nvPr/>
        </p:nvSpPr>
        <p:spPr>
          <a:xfrm xmlns:a="http://schemas.openxmlformats.org/drawingml/2006/main">
            <a:off x="4905375" y="2952750"/>
            <a:ext cx="8334375" cy="685800"/>
          </a:xfrm>
          <a:prstGeom xmlns:a="http://schemas.openxmlformats.org/drawingml/2006/main" prst="rect">
            <a:avLst/>
          </a:prstGeom>
          <a:solidFill xmlns:a="http://schemas.openxmlformats.org/drawingml/2006/main">
            <a:srgbClr val="17365D"/>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325" b="1">
                <a:solidFill>
                  <a:srgbClr val="FFFFFF"/>
                </a:solidFill>
                <a:latin typeface="Pretendard"/>
                <a:ea typeface="Pretendard"/>
                <a:cs typeface="Pretendard"/>
              </a:defRPr>
            </a:pPr>
            <a:r>
              <a:rPr sz="2325" b="1">
                <a:solidFill>
                  <a:srgbClr val="FFFFFF"/>
                </a:solidFill>
                <a:latin typeface="Pretendard"/>
                <a:ea typeface="Pretendard"/>
                <a:cs typeface="Pretendard"/>
              </a:rPr>
              <a:t>Document</a:t>
            </a:r>
          </a:p>
        </p:txBody>
      </p:sp>
      <p:cxnSp>
        <p:nvCxnSpPr>
          <p:cNvPr id="28" name=""/>
          <p:cNvCxnSpPr>
            <a:stCxn xmlns:a="http://schemas.openxmlformats.org/drawingml/2006/main" id="7" idx="3"/>
            <a:endCxn xmlns:a="http://schemas.openxmlformats.org/drawingml/2006/main" id="10" idx="1"/>
          </p:cNvCxnSpPr>
          <p:nvPr/>
        </p:nvCxnSpPr>
        <p:spPr>
          <a:xfrm xmlns:a="http://schemas.openxmlformats.org/drawingml/2006/main">
            <a:off x="3590925" y="3028950"/>
            <a:ext cx="1314450" cy="266700"/>
          </a:xfrm>
          <a:prstGeom xmlns:a="http://schemas.openxmlformats.org/drawingml/2006/main" prst="bentConnector3">
            <a:avLst>
              <a:gd name="adj1" fmla="val 50000"/>
            </a:avLst>
          </a:prstGeom>
          <a:ln xmlns:a="http://schemas.openxmlformats.org/drawingml/2006/main" w="20955">
            <a:solidFill>
              <a:srgbClr val="0070C0"/>
            </a:solidFill>
            <a:tailEnd type="triangle" w="sm" len="sm"/>
          </a:ln>
        </p:spPr>
      </p:cxnSp>
      <p:cxnSp>
        <p:nvCxnSpPr>
          <p:cNvPr id="29" name=""/>
          <p:cNvCxnSpPr>
            <a:stCxn xmlns:a="http://schemas.openxmlformats.org/drawingml/2006/main" id="8" idx="3"/>
            <a:endCxn xmlns:a="http://schemas.openxmlformats.org/drawingml/2006/main" id="10" idx="1"/>
          </p:cNvCxnSpPr>
          <p:nvPr/>
        </p:nvCxnSpPr>
        <p:spPr>
          <a:xfrm xmlns:a="http://schemas.openxmlformats.org/drawingml/2006/main" flipV="1">
            <a:off x="3590925" y="3295650"/>
            <a:ext cx="1314450" cy="1123950"/>
          </a:xfrm>
          <a:prstGeom xmlns:a="http://schemas.openxmlformats.org/drawingml/2006/main" prst="bentConnector3">
            <a:avLst>
              <a:gd name="adj1" fmla="val 50000"/>
            </a:avLst>
          </a:prstGeom>
          <a:ln xmlns:a="http://schemas.openxmlformats.org/drawingml/2006/main" w="20955">
            <a:solidFill>
              <a:srgbClr val="0070C0"/>
            </a:solidFill>
            <a:tailEnd type="triangle" w="sm" len="sm"/>
          </a:ln>
        </p:spPr>
      </p:cxnSp>
      <p:cxnSp>
        <p:nvCxnSpPr>
          <p:cNvPr id="30" name=""/>
          <p:cNvCxnSpPr>
            <a:stCxn xmlns:a="http://schemas.openxmlformats.org/drawingml/2006/main" id="9" idx="3"/>
            <a:endCxn xmlns:a="http://schemas.openxmlformats.org/drawingml/2006/main" id="10" idx="1"/>
          </p:cNvCxnSpPr>
          <p:nvPr/>
        </p:nvCxnSpPr>
        <p:spPr>
          <a:xfrm xmlns:a="http://schemas.openxmlformats.org/drawingml/2006/main" flipV="1">
            <a:off x="3590925" y="3295650"/>
            <a:ext cx="1314450" cy="2514600"/>
          </a:xfrm>
          <a:prstGeom xmlns:a="http://schemas.openxmlformats.org/drawingml/2006/main" prst="bentConnector3">
            <a:avLst>
              <a:gd name="adj1" fmla="val 50000"/>
            </a:avLst>
          </a:prstGeom>
          <a:ln xmlns:a="http://schemas.openxmlformats.org/drawingml/2006/main" w="20955">
            <a:solidFill>
              <a:srgbClr val="0070C0"/>
            </a:solidFill>
            <a:tailEnd type="triangle" w="sm" len="sm"/>
          </a:ln>
        </p:spPr>
      </p:cxnSp>
      <p:sp>
        <p:nvSpPr>
          <p:cNvPr id="14" name="native-27">
            <a:extLst xmlns:a="http://schemas.openxmlformats.org/drawingml/2006/main">
              <a:ext uri="{FF2B5EF4-FFF2-40B4-BE49-F238E27FC236}">
                <a16:creationId xmlns:a16="http://schemas.microsoft.com/office/drawing/2014/main" id="{EBD7106A-662B-4302-A933-93ECA1ACD451}"/>
              </a:ext>
            </a:extLst>
          </p:cNvPr>
          <p:cNvSpPr>
            <a:spLocks xmlns:a="http://schemas.openxmlformats.org/drawingml/2006/main" noGrp="1"/>
          </p:cNvSpPr>
          <p:nvPr/>
        </p:nvSpPr>
        <p:spPr>
          <a:xfrm xmlns:a="http://schemas.openxmlformats.org/drawingml/2006/main">
            <a:off x="4905375" y="3829050"/>
            <a:ext cx="8334375" cy="89535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page_content</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검색할 본문</a:t>
            </a:r>
          </a:p>
        </p:txBody>
      </p:sp>
      <p:sp>
        <p:nvSpPr>
          <p:cNvPr id="15" name="native-28">
            <a:extLst xmlns:a="http://schemas.openxmlformats.org/drawingml/2006/main">
              <a:ext uri="{FF2B5EF4-FFF2-40B4-BE49-F238E27FC236}">
                <a16:creationId xmlns:a16="http://schemas.microsoft.com/office/drawing/2014/main" id="{383A3786-0044-4F0B-A9C9-C4DAF13368ED}"/>
              </a:ext>
            </a:extLst>
          </p:cNvPr>
          <p:cNvSpPr>
            <a:spLocks xmlns:a="http://schemas.openxmlformats.org/drawingml/2006/main" noGrp="1"/>
          </p:cNvSpPr>
          <p:nvPr/>
        </p:nvSpPr>
        <p:spPr>
          <a:xfrm xmlns:a="http://schemas.openxmlformats.org/drawingml/2006/main">
            <a:off x="4905375" y="4914900"/>
            <a:ext cx="8334375" cy="1066800"/>
          </a:xfrm>
          <a:prstGeom xmlns:a="http://schemas.openxmlformats.org/drawingml/2006/main" prst="rect">
            <a:avLst/>
          </a:prstGeom>
          <a:solidFill xmlns:a="http://schemas.openxmlformats.org/drawingml/2006/main">
            <a:srgbClr val="F3F5F7"/>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metadata</a:t>
            </a:r>
          </a:p>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문서 유형 · 출처 · 위치 · 공개 등급</a:t>
            </a:r>
          </a:p>
        </p:txBody>
      </p:sp>
      <p:sp>
        <p:nvSpPr>
          <p:cNvPr id="16" name="native-29">
            <a:extLst xmlns:a="http://schemas.openxmlformats.org/drawingml/2006/main">
              <a:ext uri="{FF2B5EF4-FFF2-40B4-BE49-F238E27FC236}">
                <a16:creationId xmlns:a16="http://schemas.microsoft.com/office/drawing/2014/main" id="{8BC29380-CC77-42B5-9BA5-378254DCA56B}"/>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PDF는 페이지별, 상담은 상담 1건별 Document 생성  /  중간 저장: documents.jsonl</a:t>
            </a:r>
          </a:p>
        </p:txBody>
      </p:sp>
      <p:sp>
        <p:nvSpPr>
          <p:cNvPr id="17" name="native-263">
            <a:extLst xmlns:a="http://schemas.openxmlformats.org/drawingml/2006/main">
              <a:ext uri="{FF2B5EF4-FFF2-40B4-BE49-F238E27FC236}">
                <a16:creationId xmlns:a16="http://schemas.microsoft.com/office/drawing/2014/main" id="{37E3BE3B-9B46-4AFB-90C0-3BFB93AF2702}"/>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05</a:t>
            </a:r>
          </a:p>
        </p:txBody>
      </p:sp>
    </p:spTree>
    <p:extLst>
      <p:ext uri="{BB962C8B-B14F-4D97-AF65-F5344CB8AC3E}">
        <p14:creationId xmlns:p14="http://schemas.microsoft.com/office/powerpoint/2010/main" val="27161915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native-30">
            <a:extLst xmlns:a="http://schemas.openxmlformats.org/drawingml/2006/main">
              <a:ext uri="{FF2B5EF4-FFF2-40B4-BE49-F238E27FC236}">
                <a16:creationId xmlns:a16="http://schemas.microsoft.com/office/drawing/2014/main" id="{B3F5B38D-52EE-48FF-8827-C30546206EC8}"/>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31">
            <a:extLst xmlns:a="http://schemas.openxmlformats.org/drawingml/2006/main">
              <a:ext uri="{FF2B5EF4-FFF2-40B4-BE49-F238E27FC236}">
                <a16:creationId xmlns:a16="http://schemas.microsoft.com/office/drawing/2014/main" id="{2C15EC17-AC5C-4051-B5F0-6CB95BD617CF}"/>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INDEXER  /  프로필과 검증</a:t>
            </a:r>
          </a:p>
        </p:txBody>
      </p:sp>
      <p:sp>
        <p:nvSpPr>
          <p:cNvPr id="3" name="native-32">
            <a:extLst xmlns:a="http://schemas.openxmlformats.org/drawingml/2006/main">
              <a:ext uri="{FF2B5EF4-FFF2-40B4-BE49-F238E27FC236}">
                <a16:creationId xmlns:a16="http://schemas.microsoft.com/office/drawing/2014/main" id="{D654BDC2-5CD1-4D15-B518-62A0F928B46B}"/>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메타데이터는 근거를 되찾는 주소</a:t>
            </a:r>
          </a:p>
        </p:txBody>
      </p:sp>
      <p:sp>
        <p:nvSpPr>
          <p:cNvPr id="4" name="native-33">
            <a:extLst xmlns:a="http://schemas.openxmlformats.org/drawingml/2006/main">
              <a:ext uri="{FF2B5EF4-FFF2-40B4-BE49-F238E27FC236}">
                <a16:creationId xmlns:a16="http://schemas.microsoft.com/office/drawing/2014/main" id="{603C391C-064A-4A07-B15B-7D5ADDC41E8A}"/>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본문만 저장하면 답변의 출처와 원문 위치를 설명하기 어려움</a:t>
            </a:r>
          </a:p>
        </p:txBody>
      </p:sp>
      <p:sp>
        <p:nvSpPr>
          <p:cNvPr id="5" name="native-34">
            <a:extLst xmlns:a="http://schemas.openxmlformats.org/drawingml/2006/main">
              <a:ext uri="{FF2B5EF4-FFF2-40B4-BE49-F238E27FC236}">
                <a16:creationId xmlns:a16="http://schemas.microsoft.com/office/drawing/2014/main" id="{7F0DD908-BBAA-4379-B88F-E218BC03B39C}"/>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35">
            <a:extLst xmlns:a="http://schemas.openxmlformats.org/drawingml/2006/main">
              <a:ext uri="{FF2B5EF4-FFF2-40B4-BE49-F238E27FC236}">
                <a16:creationId xmlns:a16="http://schemas.microsoft.com/office/drawing/2014/main" id="{17F42FD8-E2ED-4060-B18A-289997E8439E}"/>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36">
            <a:extLst xmlns:a="http://schemas.openxmlformats.org/drawingml/2006/main">
              <a:ext uri="{FF2B5EF4-FFF2-40B4-BE49-F238E27FC236}">
                <a16:creationId xmlns:a16="http://schemas.microsoft.com/office/drawing/2014/main" id="{BE2619BD-BE2B-45F7-8F47-81177FC17029}"/>
              </a:ext>
            </a:extLst>
          </p:cNvPr>
          <p:cNvSpPr>
            <a:spLocks xmlns:a="http://schemas.openxmlformats.org/drawingml/2006/main" noGrp="1"/>
          </p:cNvSpPr>
          <p:nvPr/>
        </p:nvSpPr>
        <p:spPr>
          <a:xfrm xmlns:a="http://schemas.openxmlformats.org/drawingml/2006/main">
            <a:off x="685800" y="2428875"/>
            <a:ext cx="4140200" cy="12192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추출 결과</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본문 + 출처 정보</a:t>
            </a:r>
          </a:p>
        </p:txBody>
      </p:sp>
      <p:sp>
        <p:nvSpPr>
          <p:cNvPr id="8" name="native-37">
            <a:extLst xmlns:a="http://schemas.openxmlformats.org/drawingml/2006/main">
              <a:ext uri="{FF2B5EF4-FFF2-40B4-BE49-F238E27FC236}">
                <a16:creationId xmlns:a16="http://schemas.microsoft.com/office/drawing/2014/main" id="{3E788BF0-1E5C-445A-866E-B0E45A3B9B8D}"/>
              </a:ext>
            </a:extLst>
          </p:cNvPr>
          <p:cNvSpPr>
            <a:spLocks xmlns:a="http://schemas.openxmlformats.org/drawingml/2006/main" noGrp="1"/>
          </p:cNvSpPr>
          <p:nvPr/>
        </p:nvSpPr>
        <p:spPr>
          <a:xfrm xmlns:a="http://schemas.openxmlformats.org/drawingml/2006/main">
            <a:off x="5245100" y="2428875"/>
            <a:ext cx="4140200" cy="12192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프로필 적용</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owner · access_level</a:t>
            </a:r>
          </a:p>
        </p:txBody>
      </p:sp>
      <p:sp>
        <p:nvSpPr>
          <p:cNvPr id="9" name="native-38">
            <a:extLst xmlns:a="http://schemas.openxmlformats.org/drawingml/2006/main">
              <a:ext uri="{FF2B5EF4-FFF2-40B4-BE49-F238E27FC236}">
                <a16:creationId xmlns:a16="http://schemas.microsoft.com/office/drawing/2014/main" id="{E27FEB6C-02F4-4775-A42A-181180261F8B}"/>
              </a:ext>
            </a:extLst>
          </p:cNvPr>
          <p:cNvSpPr>
            <a:spLocks xmlns:a="http://schemas.openxmlformats.org/drawingml/2006/main" noGrp="1"/>
          </p:cNvSpPr>
          <p:nvPr/>
        </p:nvSpPr>
        <p:spPr>
          <a:xfrm xmlns:a="http://schemas.openxmlformats.org/drawingml/2006/main">
            <a:off x="9804400" y="2428875"/>
            <a:ext cx="4140200" cy="12192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필수값 검증</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누락 · 형식 검사</a:t>
            </a:r>
          </a:p>
        </p:txBody>
      </p: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a:off x="4826000" y="3038475"/>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25" name=""/>
          <p:cNvCxnSpPr>
            <a:stCxn xmlns:a="http://schemas.openxmlformats.org/drawingml/2006/main" id="8" idx="3"/>
            <a:endCxn xmlns:a="http://schemas.openxmlformats.org/drawingml/2006/main" id="9" idx="1"/>
          </p:cNvCxnSpPr>
          <p:nvPr/>
        </p:nvCxnSpPr>
        <p:spPr>
          <a:xfrm xmlns:a="http://schemas.openxmlformats.org/drawingml/2006/main">
            <a:off x="9385300" y="3038475"/>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graphicFrame>
        <p:nvGraphicFramePr>
          <p:cNvPr id="26" name=""/>
          <p:cNvGraphicFramePr/>
          <p:nvPr/>
        </p:nvGraphicFramePr>
        <p:xfrm>
          <a:off xmlns:a="http://schemas.openxmlformats.org/drawingml/2006/main" x="685800" y="4191000"/>
          <a:ext xmlns:a="http://schemas.openxmlformats.org/drawingml/2006/main" cx="13258800" cy="2266950"/>
        </p:xfrm>
        <a:graphic xmlns:a="http://schemas.openxmlformats.org/drawingml/2006/main">
          <a:graphicData uri="http://schemas.openxmlformats.org/drawingml/2006/table">
            <a:tbl>
              <a:tblPr/>
              <a:tblGrid>
                <a:gridCol w="3238500"/>
                <a:gridCol w="10020300"/>
              </a:tblGrid>
              <a:tr h="566738">
                <a:tc>
                  <a:txBody>
                    <a:bodyPr lIns="152400" tIns="95250" rIns="152400" bIns="95250"/>
                    <a:lstStyle/>
                    <a:p>
                      <a:r>
                        <a:rPr sz="1875" b="1">
                          <a:solidFill>
                            <a:srgbClr val="FFFFFF"/>
                          </a:solidFill>
                          <a:latin typeface="Pretendard"/>
                          <a:ea typeface="Pretendard"/>
                          <a:cs typeface="Pretendard"/>
                        </a:rPr>
                        <a:t>정보</a:t>
                      </a:r>
                    </a:p>
                  </a:txBody>
                  <a:tcPr marL="91440" marR="91440" marT="45720" marB="45720" anchor="ctr">
                    <a:solidFill>
                      <a:srgbClr val="17365D"/>
                    </a:solidFill>
                  </a:tcPr>
                </a:tc>
                <a:tc>
                  <a:txBody>
                    <a:bodyPr lIns="152400" tIns="95250" rIns="152400" bIns="95250"/>
                    <a:lstStyle/>
                    <a:p>
                      <a:r>
                        <a:rPr sz="1875" b="1">
                          <a:solidFill>
                            <a:srgbClr val="FFFFFF"/>
                          </a:solidFill>
                          <a:latin typeface="Pretendard"/>
                          <a:ea typeface="Pretendard"/>
                          <a:cs typeface="Pretendard"/>
                        </a:rPr>
                        <a:t>예시 역할</a:t>
                      </a:r>
                    </a:p>
                  </a:txBody>
                  <a:tcPr marL="91440" marR="91440" marT="45720" marB="45720" anchor="ctr">
                    <a:solidFill>
                      <a:srgbClr val="17365D"/>
                    </a:solidFill>
                  </a:tcPr>
                </a:tc>
              </a:tr>
              <a:tr h="566738">
                <a:tc>
                  <a:txBody>
                    <a:bodyPr lIns="152400" tIns="95250" rIns="152400" bIns="95250"/>
                    <a:lstStyle/>
                    <a:p>
                      <a:r>
                        <a:rPr sz="1875" b="0">
                          <a:solidFill>
                            <a:srgbClr val="243746"/>
                          </a:solidFill>
                          <a:latin typeface="Pretendard"/>
                          <a:ea typeface="Pretendard"/>
                          <a:cs typeface="Pretendard"/>
                        </a:rPr>
                        <a:t>문서 유형</a:t>
                      </a:r>
                    </a:p>
                  </a:txBody>
                  <a:tcPr marL="91440" marR="91440" marT="45720" marB="45720" anchor="ctr">
                    <a:solidFill>
                      <a:srgbClr val="FFFFFF"/>
                    </a:solidFill>
                  </a:tcPr>
                </a:tc>
                <a:tc>
                  <a:txBody>
                    <a:bodyPr lIns="152400" tIns="95250" rIns="152400" bIns="95250"/>
                    <a:lstStyle/>
                    <a:p>
                      <a:r>
                        <a:rPr sz="1875" b="0">
                          <a:solidFill>
                            <a:srgbClr val="243746"/>
                          </a:solidFill>
                          <a:latin typeface="Pretendard"/>
                          <a:ea typeface="Pretendard"/>
                          <a:cs typeface="Pretendard"/>
                        </a:rPr>
                        <a:t>약관·혜택·상담의 성격 구분</a:t>
                      </a:r>
                    </a:p>
                  </a:txBody>
                  <a:tcPr marL="91440" marR="91440" marT="45720" marB="45720" anchor="ctr">
                    <a:solidFill>
                      <a:srgbClr val="FFFFFF"/>
                    </a:solidFill>
                  </a:tcPr>
                </a:tc>
              </a:tr>
              <a:tr h="566738">
                <a:tc>
                  <a:txBody>
                    <a:bodyPr lIns="152400" tIns="95250" rIns="152400" bIns="95250"/>
                    <a:lstStyle/>
                    <a:p>
                      <a:r>
                        <a:rPr sz="1875" b="0">
                          <a:solidFill>
                            <a:srgbClr val="243746"/>
                          </a:solidFill>
                          <a:latin typeface="Pretendard"/>
                          <a:ea typeface="Pretendard"/>
                          <a:cs typeface="Pretendard"/>
                        </a:rPr>
                        <a:t>원문 위치</a:t>
                      </a:r>
                    </a:p>
                  </a:txBody>
                  <a:tcPr marL="91440" marR="91440" marT="45720" marB="45720" anchor="ctr">
                    <a:solidFill>
                      <a:srgbClr val="F3F5F7"/>
                    </a:solidFill>
                  </a:tcPr>
                </a:tc>
                <a:tc>
                  <a:txBody>
                    <a:bodyPr lIns="152400" tIns="95250" rIns="152400" bIns="95250"/>
                    <a:lstStyle/>
                    <a:p>
                      <a:r>
                        <a:rPr sz="1875" b="0">
                          <a:solidFill>
                            <a:srgbClr val="243746"/>
                          </a:solidFill>
                          <a:latin typeface="Pretendard"/>
                          <a:ea typeface="Pretendard"/>
                          <a:cs typeface="Pretendard"/>
                        </a:rPr>
                        <a:t>조 번호, 카드·혜택 위치, 상담·대화 범위</a:t>
                      </a:r>
                    </a:p>
                  </a:txBody>
                  <a:tcPr marL="91440" marR="91440" marT="45720" marB="45720" anchor="ctr">
                    <a:solidFill>
                      <a:srgbClr val="F3F5F7"/>
                    </a:solidFill>
                  </a:tcPr>
                </a:tc>
              </a:tr>
              <a:tr h="566738">
                <a:tc>
                  <a:txBody>
                    <a:bodyPr lIns="152400" tIns="95250" rIns="152400" bIns="95250"/>
                    <a:lstStyle/>
                    <a:p>
                      <a:r>
                        <a:rPr sz="1875" b="0">
                          <a:solidFill>
                            <a:srgbClr val="243746"/>
                          </a:solidFill>
                          <a:latin typeface="Pretendard"/>
                          <a:ea typeface="Pretendard"/>
                          <a:cs typeface="Pretendard"/>
                        </a:rPr>
                        <a:t>관리 정보</a:t>
                      </a:r>
                    </a:p>
                  </a:txBody>
                  <a:tcPr marL="91440" marR="91440" marT="45720" marB="45720" anchor="ctr">
                    <a:solidFill>
                      <a:srgbClr val="FFFFFF"/>
                    </a:solidFill>
                  </a:tcPr>
                </a:tc>
                <a:tc>
                  <a:txBody>
                    <a:bodyPr lIns="152400" tIns="95250" rIns="152400" bIns="95250"/>
                    <a:lstStyle/>
                    <a:p>
                      <a:r>
                        <a:rPr sz="1875" b="0">
                          <a:solidFill>
                            <a:srgbClr val="243746"/>
                          </a:solidFill>
                          <a:latin typeface="Pretendard"/>
                          <a:ea typeface="Pretendard"/>
                          <a:cs typeface="Pretendard"/>
                        </a:rPr>
                        <a:t>소유자와 공개 등급을 일관되게 적용</a:t>
                      </a:r>
                    </a:p>
                  </a:txBody>
                  <a:tcPr marL="91440" marR="91440" marT="45720" marB="45720" anchor="ctr">
                    <a:solidFill>
                      <a:srgbClr val="FFFFFF"/>
                    </a:solidFill>
                  </a:tcPr>
                </a:tc>
              </a:tr>
            </a:tbl>
          </a:graphicData>
        </a:graphic>
      </p:graphicFrame>
      <p:sp>
        <p:nvSpPr>
          <p:cNvPr id="13" name="native-39">
            <a:extLst xmlns:a="http://schemas.openxmlformats.org/drawingml/2006/main">
              <a:ext uri="{FF2B5EF4-FFF2-40B4-BE49-F238E27FC236}">
                <a16:creationId xmlns:a16="http://schemas.microsoft.com/office/drawing/2014/main" id="{893811A3-BB55-4B53-9698-1B4DC779A0B7}"/>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검증 실패 시 청킹과 저장을 진행하지 않음</a:t>
            </a:r>
          </a:p>
        </p:txBody>
      </p:sp>
      <p:sp>
        <p:nvSpPr>
          <p:cNvPr id="14" name="native-264">
            <a:extLst xmlns:a="http://schemas.openxmlformats.org/drawingml/2006/main">
              <a:ext uri="{FF2B5EF4-FFF2-40B4-BE49-F238E27FC236}">
                <a16:creationId xmlns:a16="http://schemas.microsoft.com/office/drawing/2014/main" id="{8894BD7C-2857-42FA-9C99-19EE760E2C6C}"/>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06</a:t>
            </a:r>
          </a:p>
        </p:txBody>
      </p:sp>
    </p:spTree>
    <p:extLst>
      <p:ext uri="{BB962C8B-B14F-4D97-AF65-F5344CB8AC3E}">
        <p14:creationId xmlns:p14="http://schemas.microsoft.com/office/powerpoint/2010/main" val="168408351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native-40">
            <a:extLst xmlns:a="http://schemas.openxmlformats.org/drawingml/2006/main">
              <a:ext uri="{FF2B5EF4-FFF2-40B4-BE49-F238E27FC236}">
                <a16:creationId xmlns:a16="http://schemas.microsoft.com/office/drawing/2014/main" id="{33776004-99AF-4F4B-BFD8-B7898E13D10A}"/>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41">
            <a:extLst xmlns:a="http://schemas.openxmlformats.org/drawingml/2006/main">
              <a:ext uri="{FF2B5EF4-FFF2-40B4-BE49-F238E27FC236}">
                <a16:creationId xmlns:a16="http://schemas.microsoft.com/office/drawing/2014/main" id="{376CC009-2870-4176-A4F5-15F7FF3AC94C}"/>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INDEXER  /  PDF 추출</a:t>
            </a:r>
          </a:p>
        </p:txBody>
      </p:sp>
      <p:sp>
        <p:nvSpPr>
          <p:cNvPr id="3" name="native-42">
            <a:extLst xmlns:a="http://schemas.openxmlformats.org/drawingml/2006/main">
              <a:ext uri="{FF2B5EF4-FFF2-40B4-BE49-F238E27FC236}">
                <a16:creationId xmlns:a16="http://schemas.microsoft.com/office/drawing/2014/main" id="{3D1D134D-B8F5-473E-9C94-0C0824B4E97B}"/>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PDF 텍스트 추출과 반복 요소 제거</a:t>
            </a:r>
          </a:p>
        </p:txBody>
      </p:sp>
      <p:sp>
        <p:nvSpPr>
          <p:cNvPr id="4" name="native-43">
            <a:extLst xmlns:a="http://schemas.openxmlformats.org/drawingml/2006/main">
              <a:ext uri="{FF2B5EF4-FFF2-40B4-BE49-F238E27FC236}">
                <a16:creationId xmlns:a16="http://schemas.microsoft.com/office/drawing/2014/main" id="{FC361A9B-75C3-4D5E-8AFA-224BD470B2BC}"/>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글자와 좌표를 함께 읽어 페이지의 읽기 순서 복원</a:t>
            </a:r>
          </a:p>
        </p:txBody>
      </p:sp>
      <p:sp>
        <p:nvSpPr>
          <p:cNvPr id="5" name="native-44">
            <a:extLst xmlns:a="http://schemas.openxmlformats.org/drawingml/2006/main">
              <a:ext uri="{FF2B5EF4-FFF2-40B4-BE49-F238E27FC236}">
                <a16:creationId xmlns:a16="http://schemas.microsoft.com/office/drawing/2014/main" id="{4E51D455-8CBD-4CC2-9E2B-8AE7AA7D4482}"/>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45">
            <a:extLst xmlns:a="http://schemas.openxmlformats.org/drawingml/2006/main">
              <a:ext uri="{FF2B5EF4-FFF2-40B4-BE49-F238E27FC236}">
                <a16:creationId xmlns:a16="http://schemas.microsoft.com/office/drawing/2014/main" id="{16A29CD1-F69F-4FE8-9841-1D1067F59349}"/>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46">
            <a:extLst xmlns:a="http://schemas.openxmlformats.org/drawingml/2006/main">
              <a:ext uri="{FF2B5EF4-FFF2-40B4-BE49-F238E27FC236}">
                <a16:creationId xmlns:a16="http://schemas.microsoft.com/office/drawing/2014/main" id="{640E2741-5BB1-4567-B240-75B6B512E008}"/>
              </a:ext>
            </a:extLst>
          </p:cNvPr>
          <p:cNvSpPr>
            <a:spLocks xmlns:a="http://schemas.openxmlformats.org/drawingml/2006/main" noGrp="1"/>
          </p:cNvSpPr>
          <p:nvPr/>
        </p:nvSpPr>
        <p:spPr>
          <a:xfrm xmlns:a="http://schemas.openxmlformats.org/drawingml/2006/main">
            <a:off x="857250" y="2466975"/>
            <a:ext cx="3962400" cy="4010025"/>
          </a:xfrm>
          <a:prstGeom xmlns:a="http://schemas.openxmlformats.org/drawingml/2006/main" prst="rect">
            <a:avLst/>
          </a:prstGeom>
          <a:solidFill xmlns:a="http://schemas.openxmlformats.org/drawingml/2006/main">
            <a:srgbClr val="FFFFFF"/>
          </a:solidFill>
          <a:ln xmlns:a="http://schemas.openxmlformats.org/drawingml/2006/main" w="12383">
            <a:solidFill>
              <a:srgbClr val="17365D"/>
            </a:solidFill>
          </a:ln>
        </p:spPr>
      </p:sp>
      <p:sp>
        <p:nvSpPr>
          <p:cNvPr id="8" name="native-47">
            <a:extLst xmlns:a="http://schemas.openxmlformats.org/drawingml/2006/main">
              <a:ext uri="{FF2B5EF4-FFF2-40B4-BE49-F238E27FC236}">
                <a16:creationId xmlns:a16="http://schemas.microsoft.com/office/drawing/2014/main" id="{4FAB0496-CC4B-4697-9D66-183C9128CF62}"/>
              </a:ext>
            </a:extLst>
          </p:cNvPr>
          <p:cNvSpPr>
            <a:spLocks xmlns:a="http://schemas.openxmlformats.org/drawingml/2006/main" noGrp="1"/>
          </p:cNvSpPr>
          <p:nvPr/>
        </p:nvSpPr>
        <p:spPr>
          <a:xfrm xmlns:a="http://schemas.openxmlformats.org/drawingml/2006/main">
            <a:off x="1085850" y="2638425"/>
            <a:ext cx="3505200" cy="542925"/>
          </a:xfrm>
          <a:prstGeom xmlns:a="http://schemas.openxmlformats.org/drawingml/2006/main" prst="rect">
            <a:avLst/>
          </a:prstGeom>
          <a:solidFill xmlns:a="http://schemas.openxmlformats.org/drawingml/2006/main">
            <a:srgbClr val="FFF5DF"/>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725" b="1">
                <a:solidFill>
                  <a:srgbClr val="986800"/>
                </a:solidFill>
                <a:latin typeface="Pretendard"/>
                <a:ea typeface="Pretendard"/>
                <a:cs typeface="Pretendard"/>
              </a:defRPr>
            </a:pPr>
            <a:r>
              <a:rPr sz="1725" b="1">
                <a:solidFill>
                  <a:srgbClr val="986800"/>
                </a:solidFill>
                <a:latin typeface="Pretendard"/>
                <a:ea typeface="Pretendard"/>
                <a:cs typeface="Pretendard"/>
              </a:rPr>
              <a:t>반복 머리말  ·  상단 5.5%</a:t>
            </a:r>
          </a:p>
        </p:txBody>
      </p:sp>
      <p:sp>
        <p:nvSpPr>
          <p:cNvPr id="9" name="native-48">
            <a:extLst xmlns:a="http://schemas.openxmlformats.org/drawingml/2006/main">
              <a:ext uri="{FF2B5EF4-FFF2-40B4-BE49-F238E27FC236}">
                <a16:creationId xmlns:a16="http://schemas.microsoft.com/office/drawing/2014/main" id="{8B497FDE-D04E-46B2-8884-707B13C10A33}"/>
              </a:ext>
            </a:extLst>
          </p:cNvPr>
          <p:cNvSpPr>
            <a:spLocks xmlns:a="http://schemas.openxmlformats.org/drawingml/2006/main" noGrp="1"/>
          </p:cNvSpPr>
          <p:nvPr/>
        </p:nvSpPr>
        <p:spPr>
          <a:xfrm xmlns:a="http://schemas.openxmlformats.org/drawingml/2006/main">
            <a:off x="1190625" y="3371850"/>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제12조  이용 조건</a:t>
            </a:r>
          </a:p>
          <a:p xmlns:a="http://schemas.openxmlformats.org/drawingml/2006/main">
            <a:r>
              <a:t/>
            </a:r>
          </a:p>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① 본문 내용 추출</a:t>
            </a:r>
          </a:p>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② 문단과 좌표 수집</a:t>
            </a:r>
          </a:p>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③ 표 영역 확인</a:t>
            </a:r>
          </a:p>
        </p:txBody>
      </p:sp>
      <p:sp>
        <p:nvSpPr>
          <p:cNvPr id="10" name="native-49">
            <a:extLst xmlns:a="http://schemas.openxmlformats.org/drawingml/2006/main">
              <a:ext uri="{FF2B5EF4-FFF2-40B4-BE49-F238E27FC236}">
                <a16:creationId xmlns:a16="http://schemas.microsoft.com/office/drawing/2014/main" id="{415895F5-AE6D-42A7-A26E-01F75ADAAF76}"/>
              </a:ext>
            </a:extLst>
          </p:cNvPr>
          <p:cNvSpPr>
            <a:spLocks xmlns:a="http://schemas.openxmlformats.org/drawingml/2006/main" noGrp="1"/>
          </p:cNvSpPr>
          <p:nvPr/>
        </p:nvSpPr>
        <p:spPr>
          <a:xfrm xmlns:a="http://schemas.openxmlformats.org/drawingml/2006/main">
            <a:off x="1085850" y="5772150"/>
            <a:ext cx="3505200" cy="542925"/>
          </a:xfrm>
          <a:prstGeom xmlns:a="http://schemas.openxmlformats.org/drawingml/2006/main" prst="rect">
            <a:avLst/>
          </a:prstGeom>
          <a:solidFill xmlns:a="http://schemas.openxmlformats.org/drawingml/2006/main">
            <a:srgbClr val="FFF5DF"/>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725" b="1">
                <a:solidFill>
                  <a:srgbClr val="986800"/>
                </a:solidFill>
                <a:latin typeface="Pretendard"/>
                <a:ea typeface="Pretendard"/>
                <a:cs typeface="Pretendard"/>
              </a:defRPr>
            </a:pPr>
            <a:r>
              <a:rPr sz="1725" b="1">
                <a:solidFill>
                  <a:srgbClr val="986800"/>
                </a:solidFill>
                <a:latin typeface="Pretendard"/>
                <a:ea typeface="Pretendard"/>
                <a:cs typeface="Pretendard"/>
              </a:rPr>
              <a:t>반복 꼬리말  ·  하단 5%</a:t>
            </a:r>
          </a:p>
        </p:txBody>
      </p:sp>
      <p:sp>
        <p:nvSpPr>
          <p:cNvPr id="11" name="native-50">
            <a:extLst xmlns:a="http://schemas.openxmlformats.org/drawingml/2006/main">
              <a:ext uri="{FF2B5EF4-FFF2-40B4-BE49-F238E27FC236}">
                <a16:creationId xmlns:a16="http://schemas.microsoft.com/office/drawing/2014/main" id="{5D79686E-2F54-4BED-BF64-828764AADE19}"/>
              </a:ext>
            </a:extLst>
          </p:cNvPr>
          <p:cNvSpPr>
            <a:spLocks xmlns:a="http://schemas.openxmlformats.org/drawingml/2006/main" noGrp="1"/>
          </p:cNvSpPr>
          <p:nvPr/>
        </p:nvSpPr>
        <p:spPr>
          <a:xfrm xmlns:a="http://schemas.openxmlformats.org/drawingml/2006/main">
            <a:off x="6191250" y="2667000"/>
            <a:ext cx="6858000" cy="9525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PyMuPDF</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텍스트 + bbox 좌표</a:t>
            </a:r>
          </a:p>
        </p:txBody>
      </p:sp>
      <p:cxnSp>
        <p:nvCxnSpPr>
          <p:cNvPr id="30" name=""/>
          <p:cNvCxnSpPr>
            <a:stCxn xmlns:a="http://schemas.openxmlformats.org/drawingml/2006/main" id="7" idx="3"/>
            <a:endCxn xmlns:a="http://schemas.openxmlformats.org/drawingml/2006/main" id="11" idx="1"/>
          </p:cNvCxnSpPr>
          <p:nvPr/>
        </p:nvCxnSpPr>
        <p:spPr>
          <a:xfrm xmlns:a="http://schemas.openxmlformats.org/drawingml/2006/main" flipV="1">
            <a:off x="4819650" y="3143250"/>
            <a:ext cx="1371600" cy="1328738"/>
          </a:xfrm>
          <a:prstGeom xmlns:a="http://schemas.openxmlformats.org/drawingml/2006/main" prst="bentConnector3">
            <a:avLst>
              <a:gd name="adj1" fmla="val 50000"/>
            </a:avLst>
          </a:prstGeom>
          <a:ln xmlns:a="http://schemas.openxmlformats.org/drawingml/2006/main" w="20955">
            <a:solidFill>
              <a:srgbClr val="0070C0"/>
            </a:solidFill>
            <a:tailEnd type="triangle" w="sm" len="sm"/>
          </a:ln>
        </p:spPr>
      </p:cxnSp>
      <p:sp>
        <p:nvSpPr>
          <p:cNvPr id="13" name="native-51">
            <a:extLst xmlns:a="http://schemas.openxmlformats.org/drawingml/2006/main">
              <a:ext uri="{FF2B5EF4-FFF2-40B4-BE49-F238E27FC236}">
                <a16:creationId xmlns:a16="http://schemas.microsoft.com/office/drawing/2014/main" id="{898D0DFE-471B-4A75-9E65-72F3A7036AF2}"/>
              </a:ext>
            </a:extLst>
          </p:cNvPr>
          <p:cNvSpPr>
            <a:spLocks xmlns:a="http://schemas.openxmlformats.org/drawingml/2006/main" noGrp="1"/>
          </p:cNvSpPr>
          <p:nvPr/>
        </p:nvSpPr>
        <p:spPr>
          <a:xfrm xmlns:a="http://schemas.openxmlformats.org/drawingml/2006/main">
            <a:off x="6191250" y="4191000"/>
            <a:ext cx="6858000" cy="85725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반복 문구·페이지 번호 제거</a:t>
            </a:r>
          </a:p>
        </p:txBody>
      </p:sp>
      <p:cxnSp>
        <p:nvCxnSpPr>
          <p:cNvPr id="32" name=""/>
          <p:cNvCxnSpPr>
            <a:stCxn xmlns:a="http://schemas.openxmlformats.org/drawingml/2006/main" id="11" idx="2"/>
            <a:endCxn xmlns:a="http://schemas.openxmlformats.org/drawingml/2006/main" id="13" idx="0"/>
          </p:cNvCxnSpPr>
          <p:nvPr/>
        </p:nvCxnSpPr>
        <p:spPr>
          <a:xfrm xmlns:a="http://schemas.openxmlformats.org/drawingml/2006/main">
            <a:off x="9620250" y="3619500"/>
            <a:ext cx="0" cy="571500"/>
          </a:xfrm>
          <a:prstGeom xmlns:a="http://schemas.openxmlformats.org/drawingml/2006/main" prst="straightConnector1">
            <a:avLst/>
          </a:prstGeom>
          <a:ln xmlns:a="http://schemas.openxmlformats.org/drawingml/2006/main" w="20955">
            <a:solidFill>
              <a:srgbClr val="0070C0"/>
            </a:solidFill>
            <a:tailEnd type="triangle" w="sm" len="sm"/>
          </a:ln>
        </p:spPr>
      </p:cxnSp>
      <p:sp>
        <p:nvSpPr>
          <p:cNvPr id="15" name="native-52">
            <a:extLst xmlns:a="http://schemas.openxmlformats.org/drawingml/2006/main">
              <a:ext uri="{FF2B5EF4-FFF2-40B4-BE49-F238E27FC236}">
                <a16:creationId xmlns:a16="http://schemas.microsoft.com/office/drawing/2014/main" id="{80B4A9B3-A5A5-4450-B782-7991F1C777ED}"/>
              </a:ext>
            </a:extLst>
          </p:cNvPr>
          <p:cNvSpPr>
            <a:spLocks xmlns:a="http://schemas.openxmlformats.org/drawingml/2006/main" noGrp="1"/>
          </p:cNvSpPr>
          <p:nvPr/>
        </p:nvSpPr>
        <p:spPr>
          <a:xfrm xmlns:a="http://schemas.openxmlformats.org/drawingml/2006/main">
            <a:off x="6191250" y="5619750"/>
            <a:ext cx="6858000" cy="85725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페이지별 본문과 위치 정보 생성</a:t>
            </a:r>
          </a:p>
        </p:txBody>
      </p:sp>
      <p:cxnSp>
        <p:nvCxnSpPr>
          <p:cNvPr id="34" name=""/>
          <p:cNvCxnSpPr>
            <a:stCxn xmlns:a="http://schemas.openxmlformats.org/drawingml/2006/main" id="13" idx="2"/>
            <a:endCxn xmlns:a="http://schemas.openxmlformats.org/drawingml/2006/main" id="15" idx="0"/>
          </p:cNvCxnSpPr>
          <p:nvPr/>
        </p:nvCxnSpPr>
        <p:spPr>
          <a:xfrm xmlns:a="http://schemas.openxmlformats.org/drawingml/2006/main">
            <a:off x="9620250" y="5048250"/>
            <a:ext cx="0" cy="571500"/>
          </a:xfrm>
          <a:prstGeom xmlns:a="http://schemas.openxmlformats.org/drawingml/2006/main" prst="straightConnector1">
            <a:avLst/>
          </a:prstGeom>
          <a:ln xmlns:a="http://schemas.openxmlformats.org/drawingml/2006/main" w="20955">
            <a:solidFill>
              <a:srgbClr val="0070C0"/>
            </a:solidFill>
            <a:tailEnd type="triangle" w="sm" len="sm"/>
          </a:ln>
        </p:spPr>
      </p:cxnSp>
      <p:sp>
        <p:nvSpPr>
          <p:cNvPr id="17" name="native-53">
            <a:extLst xmlns:a="http://schemas.openxmlformats.org/drawingml/2006/main">
              <a:ext uri="{FF2B5EF4-FFF2-40B4-BE49-F238E27FC236}">
                <a16:creationId xmlns:a16="http://schemas.microsoft.com/office/drawing/2014/main" id="{E5798848-0047-42AA-93EB-1D0D864B28F7}"/>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텍스트 계층이 없는 스캔 PDF는 OCR 처리 없이 경고 기록  /  암호화 PDF는 처리 중단</a:t>
            </a:r>
          </a:p>
        </p:txBody>
      </p:sp>
      <p:sp>
        <p:nvSpPr>
          <p:cNvPr id="18" name="native-265">
            <a:extLst xmlns:a="http://schemas.openxmlformats.org/drawingml/2006/main">
              <a:ext uri="{FF2B5EF4-FFF2-40B4-BE49-F238E27FC236}">
                <a16:creationId xmlns:a16="http://schemas.microsoft.com/office/drawing/2014/main" id="{F5B0BAE9-D0CD-433B-BCF2-A843E6B2CF04}"/>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07</a:t>
            </a:r>
          </a:p>
        </p:txBody>
      </p:sp>
    </p:spTree>
    <p:extLst>
      <p:ext uri="{BB962C8B-B14F-4D97-AF65-F5344CB8AC3E}">
        <p14:creationId xmlns:p14="http://schemas.microsoft.com/office/powerpoint/2010/main" val="1247434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native-54">
            <a:extLst xmlns:a="http://schemas.openxmlformats.org/drawingml/2006/main">
              <a:ext uri="{FF2B5EF4-FFF2-40B4-BE49-F238E27FC236}">
                <a16:creationId xmlns:a16="http://schemas.microsoft.com/office/drawing/2014/main" id="{2E924299-BED8-476E-89C8-FA25005A46A3}"/>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55">
            <a:extLst xmlns:a="http://schemas.openxmlformats.org/drawingml/2006/main">
              <a:ext uri="{FF2B5EF4-FFF2-40B4-BE49-F238E27FC236}">
                <a16:creationId xmlns:a16="http://schemas.microsoft.com/office/drawing/2014/main" id="{9737C14C-B19F-4C86-A668-F0E342D7D061}"/>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INDEXER  /  표 추출</a:t>
            </a:r>
          </a:p>
        </p:txBody>
      </p:sp>
      <p:sp>
        <p:nvSpPr>
          <p:cNvPr id="3" name="native-56">
            <a:extLst xmlns:a="http://schemas.openxmlformats.org/drawingml/2006/main">
              <a:ext uri="{FF2B5EF4-FFF2-40B4-BE49-F238E27FC236}">
                <a16:creationId xmlns:a16="http://schemas.microsoft.com/office/drawing/2014/main" id="{4B2D2A01-B3AB-4539-AAD5-3D3162D0D0AA}"/>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표는 행과 열의 관계를 보존</a:t>
            </a:r>
          </a:p>
        </p:txBody>
      </p:sp>
      <p:sp>
        <p:nvSpPr>
          <p:cNvPr id="4" name="native-57">
            <a:extLst xmlns:a="http://schemas.openxmlformats.org/drawingml/2006/main">
              <a:ext uri="{FF2B5EF4-FFF2-40B4-BE49-F238E27FC236}">
                <a16:creationId xmlns:a16="http://schemas.microsoft.com/office/drawing/2014/main" id="{C7222117-1EBE-420D-9CAB-BD585DE6FCC8}"/>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표 변환으로 원문 글자가 빠지지 않는지 확인 후 Markdown으로 저장</a:t>
            </a:r>
          </a:p>
        </p:txBody>
      </p:sp>
      <p:sp>
        <p:nvSpPr>
          <p:cNvPr id="5" name="native-58">
            <a:extLst xmlns:a="http://schemas.openxmlformats.org/drawingml/2006/main">
              <a:ext uri="{FF2B5EF4-FFF2-40B4-BE49-F238E27FC236}">
                <a16:creationId xmlns:a16="http://schemas.microsoft.com/office/drawing/2014/main" id="{C85FF415-8826-4FF7-AF33-914FC1426572}"/>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59">
            <a:extLst xmlns:a="http://schemas.openxmlformats.org/drawingml/2006/main">
              <a:ext uri="{FF2B5EF4-FFF2-40B4-BE49-F238E27FC236}">
                <a16:creationId xmlns:a16="http://schemas.microsoft.com/office/drawing/2014/main" id="{55E86925-C433-4CEE-9D8E-D6F861835B63}"/>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graphicFrame>
        <p:nvGraphicFramePr>
          <p:cNvPr id="24" name=""/>
          <p:cNvGraphicFramePr/>
          <p:nvPr/>
        </p:nvGraphicFramePr>
        <p:xfrm>
          <a:off xmlns:a="http://schemas.openxmlformats.org/drawingml/2006/main" x="685800" y="2743200"/>
          <a:ext xmlns:a="http://schemas.openxmlformats.org/drawingml/2006/main" cx="4857750" cy="2400300"/>
        </p:xfrm>
        <a:graphic xmlns:a="http://schemas.openxmlformats.org/drawingml/2006/main">
          <a:graphicData uri="http://schemas.openxmlformats.org/drawingml/2006/table">
            <a:tbl>
              <a:tblPr/>
              <a:tblGrid>
                <a:gridCol w="2190750"/>
                <a:gridCol w="2667000"/>
              </a:tblGrid>
              <a:tr h="800100">
                <a:tc>
                  <a:txBody>
                    <a:bodyPr lIns="152400" tIns="95250" rIns="152400" bIns="95250"/>
                    <a:lstStyle/>
                    <a:p>
                      <a:r>
                        <a:rPr sz="2100" b="1">
                          <a:solidFill>
                            <a:srgbClr val="FFFFFF"/>
                          </a:solidFill>
                          <a:latin typeface="Pretendard"/>
                          <a:ea typeface="Pretendard"/>
                          <a:cs typeface="Pretendard"/>
                        </a:rPr>
                        <a:t>구분</a:t>
                      </a:r>
                    </a:p>
                  </a:txBody>
                  <a:tcPr marL="91440" marR="91440" marT="45720" marB="45720" anchor="ctr">
                    <a:solidFill>
                      <a:srgbClr val="17365D"/>
                    </a:solidFill>
                  </a:tcPr>
                </a:tc>
                <a:tc>
                  <a:txBody>
                    <a:bodyPr lIns="152400" tIns="95250" rIns="152400" bIns="95250"/>
                    <a:lstStyle/>
                    <a:p>
                      <a:r>
                        <a:rPr sz="2100" b="1">
                          <a:solidFill>
                            <a:srgbClr val="FFFFFF"/>
                          </a:solidFill>
                          <a:latin typeface="Pretendard"/>
                          <a:ea typeface="Pretendard"/>
                          <a:cs typeface="Pretendard"/>
                        </a:rPr>
                        <a:t>연회비</a:t>
                      </a:r>
                    </a:p>
                  </a:txBody>
                  <a:tcPr marL="91440" marR="91440" marT="45720" marB="45720" anchor="ctr">
                    <a:solidFill>
                      <a:srgbClr val="17365D"/>
                    </a:solidFill>
                  </a:tcPr>
                </a:tc>
              </a:tr>
              <a:tr h="800100">
                <a:tc>
                  <a:txBody>
                    <a:bodyPr lIns="152400" tIns="95250" rIns="152400" bIns="95250"/>
                    <a:lstStyle/>
                    <a:p>
                      <a:r>
                        <a:rPr sz="2100" b="0">
                          <a:solidFill>
                            <a:srgbClr val="243746"/>
                          </a:solidFill>
                          <a:latin typeface="Pretendard"/>
                          <a:ea typeface="Pretendard"/>
                          <a:cs typeface="Pretendard"/>
                        </a:rPr>
                        <a:t>국내전용</a:t>
                      </a:r>
                    </a:p>
                  </a:txBody>
                  <a:tcPr marL="91440" marR="91440" marT="45720" marB="45720" anchor="ctr">
                    <a:solidFill>
                      <a:srgbClr val="FFFFFF"/>
                    </a:solidFill>
                  </a:tcPr>
                </a:tc>
                <a:tc>
                  <a:txBody>
                    <a:bodyPr lIns="152400" tIns="95250" rIns="152400" bIns="95250"/>
                    <a:lstStyle/>
                    <a:p>
                      <a:r>
                        <a:rPr sz="2100" b="0">
                          <a:solidFill>
                            <a:srgbClr val="243746"/>
                          </a:solidFill>
                          <a:latin typeface="Pretendard"/>
                          <a:ea typeface="Pretendard"/>
                          <a:cs typeface="Pretendard"/>
                        </a:rPr>
                        <a:t>예시 금액 A</a:t>
                      </a:r>
                    </a:p>
                  </a:txBody>
                  <a:tcPr marL="91440" marR="91440" marT="45720" marB="45720" anchor="ctr">
                    <a:solidFill>
                      <a:srgbClr val="FFFFFF"/>
                    </a:solidFill>
                  </a:tcPr>
                </a:tc>
              </a:tr>
              <a:tr h="800100">
                <a:tc>
                  <a:txBody>
                    <a:bodyPr lIns="152400" tIns="95250" rIns="152400" bIns="95250"/>
                    <a:lstStyle/>
                    <a:p>
                      <a:r>
                        <a:rPr sz="2100" b="0">
                          <a:solidFill>
                            <a:srgbClr val="243746"/>
                          </a:solidFill>
                          <a:latin typeface="Pretendard"/>
                          <a:ea typeface="Pretendard"/>
                          <a:cs typeface="Pretendard"/>
                        </a:rPr>
                        <a:t>해외겸용</a:t>
                      </a:r>
                    </a:p>
                  </a:txBody>
                  <a:tcPr marL="91440" marR="91440" marT="45720" marB="45720" anchor="ctr">
                    <a:solidFill>
                      <a:srgbClr val="F3F5F7"/>
                    </a:solidFill>
                  </a:tcPr>
                </a:tc>
                <a:tc>
                  <a:txBody>
                    <a:bodyPr lIns="152400" tIns="95250" rIns="152400" bIns="95250"/>
                    <a:lstStyle/>
                    <a:p>
                      <a:r>
                        <a:rPr sz="2100" b="0">
                          <a:solidFill>
                            <a:srgbClr val="243746"/>
                          </a:solidFill>
                          <a:latin typeface="Pretendard"/>
                          <a:ea typeface="Pretendard"/>
                          <a:cs typeface="Pretendard"/>
                        </a:rPr>
                        <a:t>예시 금액 B</a:t>
                      </a:r>
                    </a:p>
                  </a:txBody>
                  <a:tcPr marL="91440" marR="91440" marT="45720" marB="45720" anchor="ctr">
                    <a:solidFill>
                      <a:srgbClr val="F3F5F7"/>
                    </a:solidFill>
                  </a:tcPr>
                </a:tc>
              </a:tr>
            </a:tbl>
          </a:graphicData>
        </a:graphic>
      </p:graphicFrame>
      <p:sp>
        <p:nvSpPr>
          <p:cNvPr id="8" name="native-60">
            <a:extLst xmlns:a="http://schemas.openxmlformats.org/drawingml/2006/main">
              <a:ext uri="{FF2B5EF4-FFF2-40B4-BE49-F238E27FC236}">
                <a16:creationId xmlns:a16="http://schemas.microsoft.com/office/drawing/2014/main" id="{3A1071E7-AE99-43E5-B0BC-169CD139D69D}"/>
              </a:ext>
            </a:extLst>
          </p:cNvPr>
          <p:cNvSpPr>
            <a:spLocks xmlns:a="http://schemas.openxmlformats.org/drawingml/2006/main" noGrp="1"/>
          </p:cNvSpPr>
          <p:nvPr/>
        </p:nvSpPr>
        <p:spPr>
          <a:xfrm xmlns:a="http://schemas.openxmlformats.org/drawingml/2006/main">
            <a:off x="685800" y="52197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576879"/>
                </a:solidFill>
                <a:latin typeface="Pretendard"/>
                <a:ea typeface="Pretendard"/>
                <a:cs typeface="Pretendard"/>
              </a:defRPr>
            </a:pPr>
            <a:r>
              <a:rPr sz="1575" b="0">
                <a:solidFill>
                  <a:srgbClr val="576879"/>
                </a:solidFill>
                <a:latin typeface="Pretendard"/>
                <a:ea typeface="Pretendard"/>
                <a:cs typeface="Pretendard"/>
              </a:rPr>
              <a:t>설명용 가상 표</a:t>
            </a:r>
          </a:p>
        </p:txBody>
      </p:sp>
      <p:sp>
        <p:nvSpPr>
          <p:cNvPr id="9" name="native-61">
            <a:extLst xmlns:a="http://schemas.openxmlformats.org/drawingml/2006/main">
              <a:ext uri="{FF2B5EF4-FFF2-40B4-BE49-F238E27FC236}">
                <a16:creationId xmlns:a16="http://schemas.microsoft.com/office/drawing/2014/main" id="{9C850FEA-C00B-4880-8681-BF167E531998}"/>
              </a:ext>
            </a:extLst>
          </p:cNvPr>
          <p:cNvSpPr>
            <a:spLocks xmlns:a="http://schemas.openxmlformats.org/drawingml/2006/main" noGrp="1"/>
          </p:cNvSpPr>
          <p:nvPr/>
        </p:nvSpPr>
        <p:spPr>
          <a:xfrm xmlns:a="http://schemas.openxmlformats.org/drawingml/2006/main">
            <a:off x="6391275" y="3067050"/>
            <a:ext cx="2857500" cy="1562100"/>
          </a:xfrm>
          <a:prstGeom xmlns:a="http://schemas.openxmlformats.org/drawingml/2006/main" prst="diamond">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원문과</a:t>
            </a:r>
          </a:p>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글자 일치?</a:t>
            </a:r>
          </a:p>
        </p:txBody>
      </p:sp>
      <p:sp>
        <p:nvSpPr>
          <p:cNvPr id="10" name="native-62">
            <a:extLst xmlns:a="http://schemas.openxmlformats.org/drawingml/2006/main">
              <a:ext uri="{FF2B5EF4-FFF2-40B4-BE49-F238E27FC236}">
                <a16:creationId xmlns:a16="http://schemas.microsoft.com/office/drawing/2014/main" id="{735BFAD4-3555-460C-9B75-278B88D26A6D}"/>
              </a:ext>
            </a:extLst>
          </p:cNvPr>
          <p:cNvSpPr>
            <a:spLocks xmlns:a="http://schemas.openxmlformats.org/drawingml/2006/main" noGrp="1"/>
          </p:cNvSpPr>
          <p:nvPr/>
        </p:nvSpPr>
        <p:spPr>
          <a:xfrm xmlns:a="http://schemas.openxmlformats.org/drawingml/2006/main">
            <a:off x="10382250" y="2505075"/>
            <a:ext cx="3429000" cy="10287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일치</a:t>
            </a:r>
          </a:p>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Markdown 표 저장</a:t>
            </a:r>
          </a:p>
        </p:txBody>
      </p:sp>
      <p:sp>
        <p:nvSpPr>
          <p:cNvPr id="11" name="native-63">
            <a:extLst xmlns:a="http://schemas.openxmlformats.org/drawingml/2006/main">
              <a:ext uri="{FF2B5EF4-FFF2-40B4-BE49-F238E27FC236}">
                <a16:creationId xmlns:a16="http://schemas.microsoft.com/office/drawing/2014/main" id="{BBB7C562-1A18-43A8-AE6E-E1345A519D3B}"/>
              </a:ext>
            </a:extLst>
          </p:cNvPr>
          <p:cNvSpPr>
            <a:spLocks xmlns:a="http://schemas.openxmlformats.org/drawingml/2006/main" noGrp="1"/>
          </p:cNvSpPr>
          <p:nvPr/>
        </p:nvSpPr>
        <p:spPr>
          <a:xfrm xmlns:a="http://schemas.openxmlformats.org/drawingml/2006/main">
            <a:off x="10382250" y="4343400"/>
            <a:ext cx="3429000" cy="1028700"/>
          </a:xfrm>
          <a:prstGeom xmlns:a="http://schemas.openxmlformats.org/drawingml/2006/main" prst="rect">
            <a:avLst/>
          </a:prstGeom>
          <a:solidFill xmlns:a="http://schemas.openxmlformats.org/drawingml/2006/main">
            <a:srgbClr val="FFF5DF"/>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025" b="1">
                <a:solidFill>
                  <a:srgbClr val="986800"/>
                </a:solidFill>
                <a:latin typeface="Pretendard"/>
                <a:ea typeface="Pretendard"/>
                <a:cs typeface="Pretendard"/>
              </a:defRPr>
            </a:pPr>
            <a:r>
              <a:rPr sz="2025" b="1">
                <a:solidFill>
                  <a:srgbClr val="986800"/>
                </a:solidFill>
                <a:latin typeface="Pretendard"/>
                <a:ea typeface="Pretendard"/>
                <a:cs typeface="Pretendard"/>
              </a:rPr>
              <a:t>불일치</a:t>
            </a:r>
          </a:p>
          <a:p xmlns:a="http://schemas.openxmlformats.org/drawingml/2006/main">
            <a:pPr algn="ctr">
              <a:defRPr sz="2025" b="1">
                <a:solidFill>
                  <a:srgbClr val="986800"/>
                </a:solidFill>
                <a:latin typeface="Pretendard"/>
                <a:ea typeface="Pretendard"/>
                <a:cs typeface="Pretendard"/>
              </a:defRPr>
            </a:pPr>
            <a:r>
              <a:rPr sz="2025" b="1">
                <a:solidFill>
                  <a:srgbClr val="986800"/>
                </a:solidFill>
                <a:latin typeface="Pretendard"/>
                <a:ea typeface="Pretendard"/>
                <a:cs typeface="Pretendard"/>
              </a:rPr>
              <a:t>원래 텍스트 + 경고</a:t>
            </a:r>
          </a:p>
        </p:txBody>
      </p:sp>
      <p:sp>
        <p:nvSpPr>
          <p:cNvPr id="12" name="native-64">
            <a:extLst xmlns:a="http://schemas.openxmlformats.org/drawingml/2006/main">
              <a:ext uri="{FF2B5EF4-FFF2-40B4-BE49-F238E27FC236}">
                <a16:creationId xmlns:a16="http://schemas.microsoft.com/office/drawing/2014/main" id="{64561C24-E414-44B3-97A7-7C51DD4A41EC}"/>
              </a:ext>
            </a:extLst>
          </p:cNvPr>
          <p:cNvSpPr>
            <a:spLocks xmlns:a="http://schemas.openxmlformats.org/drawingml/2006/main" noGrp="1"/>
          </p:cNvSpPr>
          <p:nvPr/>
        </p:nvSpPr>
        <p:spPr>
          <a:xfrm xmlns:a="http://schemas.openxmlformats.org/drawingml/2006/main">
            <a:off x="2276475" y="5629275"/>
            <a:ext cx="2381250" cy="54292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800" b="1">
                <a:solidFill>
                  <a:srgbClr val="17365D"/>
                </a:solidFill>
                <a:latin typeface="Pretendard"/>
                <a:ea typeface="Pretendard"/>
                <a:cs typeface="Pretendard"/>
              </a:defRPr>
            </a:pPr>
            <a:r>
              <a:rPr sz="1800" b="1">
                <a:solidFill>
                  <a:srgbClr val="17365D"/>
                </a:solidFill>
                <a:latin typeface="Pretendard"/>
                <a:ea typeface="Pretendard"/>
                <a:cs typeface="Pretendard"/>
              </a:rPr>
              <a:t>표 영역</a:t>
            </a:r>
          </a:p>
        </p:txBody>
      </p:sp>
      <p:cxnSp>
        <p:nvCxnSpPr>
          <p:cNvPr id="30" name=""/>
          <p:cNvCxnSpPr>
            <a:stCxn xmlns:a="http://schemas.openxmlformats.org/drawingml/2006/main" id="12" idx="3"/>
            <a:endCxn xmlns:a="http://schemas.openxmlformats.org/drawingml/2006/main" id="9" idx="1"/>
          </p:cNvCxnSpPr>
          <p:nvPr/>
        </p:nvCxnSpPr>
        <p:spPr>
          <a:xfrm xmlns:a="http://schemas.openxmlformats.org/drawingml/2006/main" flipV="1">
            <a:off x="4657725" y="3848100"/>
            <a:ext cx="1733550" cy="2052638"/>
          </a:xfrm>
          <a:prstGeom xmlns:a="http://schemas.openxmlformats.org/drawingml/2006/main" prst="bentConnector3">
            <a:avLst>
              <a:gd name="adj1" fmla="val 86813"/>
            </a:avLst>
          </a:prstGeom>
          <a:ln xmlns:a="http://schemas.openxmlformats.org/drawingml/2006/main" w="20955">
            <a:solidFill>
              <a:srgbClr val="0070C0"/>
            </a:solidFill>
            <a:tailEnd type="triangle" w="sm" len="sm"/>
          </a:ln>
        </p:spPr>
      </p:cxnSp>
      <p:cxnSp>
        <p:nvCxnSpPr>
          <p:cNvPr id="31" name=""/>
          <p:cNvCxnSpPr>
            <a:stCxn xmlns:a="http://schemas.openxmlformats.org/drawingml/2006/main" id="9" idx="3"/>
            <a:endCxn xmlns:a="http://schemas.openxmlformats.org/drawingml/2006/main" id="10" idx="1"/>
          </p:cNvCxnSpPr>
          <p:nvPr/>
        </p:nvCxnSpPr>
        <p:spPr>
          <a:xfrm xmlns:a="http://schemas.openxmlformats.org/drawingml/2006/main" flipV="1">
            <a:off x="9248775" y="3019425"/>
            <a:ext cx="1133475" cy="828675"/>
          </a:xfrm>
          <a:prstGeom xmlns:a="http://schemas.openxmlformats.org/drawingml/2006/main" prst="bentConnector3">
            <a:avLst>
              <a:gd name="adj1" fmla="val 50000"/>
            </a:avLst>
          </a:prstGeom>
          <a:ln xmlns:a="http://schemas.openxmlformats.org/drawingml/2006/main" w="20955">
            <a:solidFill>
              <a:srgbClr val="0070C0"/>
            </a:solidFill>
            <a:tailEnd type="triangle" w="sm" len="sm"/>
          </a:ln>
        </p:spPr>
      </p:cxnSp>
      <p:cxnSp>
        <p:nvCxnSpPr>
          <p:cNvPr id="32" name=""/>
          <p:cNvCxnSpPr>
            <a:stCxn xmlns:a="http://schemas.openxmlformats.org/drawingml/2006/main" id="9" idx="3"/>
            <a:endCxn xmlns:a="http://schemas.openxmlformats.org/drawingml/2006/main" id="11" idx="1"/>
          </p:cNvCxnSpPr>
          <p:nvPr/>
        </p:nvCxnSpPr>
        <p:spPr>
          <a:xfrm xmlns:a="http://schemas.openxmlformats.org/drawingml/2006/main">
            <a:off x="9248775" y="3848100"/>
            <a:ext cx="1133475" cy="1009650"/>
          </a:xfrm>
          <a:prstGeom xmlns:a="http://schemas.openxmlformats.org/drawingml/2006/main" prst="bentConnector3">
            <a:avLst>
              <a:gd name="adj1" fmla="val 50000"/>
            </a:avLst>
          </a:prstGeom>
          <a:ln xmlns:a="http://schemas.openxmlformats.org/drawingml/2006/main" w="20955">
            <a:solidFill>
              <a:srgbClr val="0070C0"/>
            </a:solidFill>
            <a:tailEnd type="triangle" w="sm" len="sm"/>
          </a:ln>
        </p:spPr>
      </p:cxnSp>
      <p:sp>
        <p:nvSpPr>
          <p:cNvPr id="16" name="native-65">
            <a:extLst xmlns:a="http://schemas.openxmlformats.org/drawingml/2006/main">
              <a:ext uri="{FF2B5EF4-FFF2-40B4-BE49-F238E27FC236}">
                <a16:creationId xmlns:a16="http://schemas.microsoft.com/office/drawing/2014/main" id="{2C2C121E-8BE9-42CB-B067-FCEC3EA4985E}"/>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D2의 테두리 없는 표는 좌표 기반 행을 추가 정규화하여 표로 구성</a:t>
            </a:r>
          </a:p>
        </p:txBody>
      </p:sp>
      <p:sp>
        <p:nvSpPr>
          <p:cNvPr id="17" name="native-266">
            <a:extLst xmlns:a="http://schemas.openxmlformats.org/drawingml/2006/main">
              <a:ext uri="{FF2B5EF4-FFF2-40B4-BE49-F238E27FC236}">
                <a16:creationId xmlns:a16="http://schemas.microsoft.com/office/drawing/2014/main" id="{5AA80896-D33B-4E45-BF37-4C67C2DCCAE9}"/>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08</a:t>
            </a:r>
          </a:p>
        </p:txBody>
      </p:sp>
    </p:spTree>
    <p:extLst>
      <p:ext uri="{BB962C8B-B14F-4D97-AF65-F5344CB8AC3E}">
        <p14:creationId xmlns:p14="http://schemas.microsoft.com/office/powerpoint/2010/main" val="16840835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native-66">
            <a:extLst xmlns:a="http://schemas.openxmlformats.org/drawingml/2006/main">
              <a:ext uri="{FF2B5EF4-FFF2-40B4-BE49-F238E27FC236}">
                <a16:creationId xmlns:a16="http://schemas.microsoft.com/office/drawing/2014/main" id="{03648F76-AD86-4FDA-A7B3-FDFD165FED40}"/>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67">
            <a:extLst xmlns:a="http://schemas.openxmlformats.org/drawingml/2006/main">
              <a:ext uri="{FF2B5EF4-FFF2-40B4-BE49-F238E27FC236}">
                <a16:creationId xmlns:a16="http://schemas.microsoft.com/office/drawing/2014/main" id="{FEEC2C28-6CA4-4911-B35B-325D1084F2A1}"/>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INDEXER  /  상담 추출</a:t>
            </a:r>
          </a:p>
        </p:txBody>
      </p:sp>
      <p:sp>
        <p:nvSpPr>
          <p:cNvPr id="3" name="native-68">
            <a:extLst xmlns:a="http://schemas.openxmlformats.org/drawingml/2006/main">
              <a:ext uri="{FF2B5EF4-FFF2-40B4-BE49-F238E27FC236}">
                <a16:creationId xmlns:a16="http://schemas.microsoft.com/office/drawing/2014/main" id="{DC75A834-5DAA-464D-ADCD-9292BAD1E6A1}"/>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상담 내용의 개인정보 처리</a:t>
            </a:r>
          </a:p>
        </p:txBody>
      </p:sp>
      <p:sp>
        <p:nvSpPr>
          <p:cNvPr id="4" name="native-69">
            <a:extLst xmlns:a="http://schemas.openxmlformats.org/drawingml/2006/main">
              <a:ext uri="{FF2B5EF4-FFF2-40B4-BE49-F238E27FC236}">
                <a16:creationId xmlns:a16="http://schemas.microsoft.com/office/drawing/2014/main" id="{7C71BED7-0E46-4DA0-90BF-CBE0E9D05998}"/>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상담을 나누고 가명화한 뒤, 개인정보 잔존 여부를 한 번 더 검사</a:t>
            </a:r>
          </a:p>
        </p:txBody>
      </p:sp>
      <p:sp>
        <p:nvSpPr>
          <p:cNvPr id="5" name="native-70">
            <a:extLst xmlns:a="http://schemas.openxmlformats.org/drawingml/2006/main">
              <a:ext uri="{FF2B5EF4-FFF2-40B4-BE49-F238E27FC236}">
                <a16:creationId xmlns:a16="http://schemas.microsoft.com/office/drawing/2014/main" id="{6A483C84-36E8-4ECA-9DB6-890F60ED810A}"/>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71">
            <a:extLst xmlns:a="http://schemas.openxmlformats.org/drawingml/2006/main">
              <a:ext uri="{FF2B5EF4-FFF2-40B4-BE49-F238E27FC236}">
                <a16:creationId xmlns:a16="http://schemas.microsoft.com/office/drawing/2014/main" id="{70B7D12A-B939-45FE-8407-516BF647ED75}"/>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72">
            <a:extLst xmlns:a="http://schemas.openxmlformats.org/drawingml/2006/main">
              <a:ext uri="{FF2B5EF4-FFF2-40B4-BE49-F238E27FC236}">
                <a16:creationId xmlns:a16="http://schemas.microsoft.com/office/drawing/2014/main" id="{33611AA4-A23B-4B63-A415-E318FFBCFC6D}"/>
              </a:ext>
            </a:extLst>
          </p:cNvPr>
          <p:cNvSpPr>
            <a:spLocks xmlns:a="http://schemas.openxmlformats.org/drawingml/2006/main" noGrp="1"/>
          </p:cNvSpPr>
          <p:nvPr/>
        </p:nvSpPr>
        <p:spPr>
          <a:xfrm xmlns:a="http://schemas.openxmlformats.org/drawingml/2006/main">
            <a:off x="685800" y="2476500"/>
            <a:ext cx="3000375" cy="109537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상담ID 기준 분리</a:t>
            </a:r>
          </a:p>
        </p:txBody>
      </p:sp>
      <p:sp>
        <p:nvSpPr>
          <p:cNvPr id="8" name="native-73">
            <a:extLst xmlns:a="http://schemas.openxmlformats.org/drawingml/2006/main">
              <a:ext uri="{FF2B5EF4-FFF2-40B4-BE49-F238E27FC236}">
                <a16:creationId xmlns:a16="http://schemas.microsoft.com/office/drawing/2014/main" id="{71A68183-4C2F-42C4-A263-3A82730C5A3B}"/>
              </a:ext>
            </a:extLst>
          </p:cNvPr>
          <p:cNvSpPr>
            <a:spLocks xmlns:a="http://schemas.openxmlformats.org/drawingml/2006/main" noGrp="1"/>
          </p:cNvSpPr>
          <p:nvPr/>
        </p:nvSpPr>
        <p:spPr>
          <a:xfrm xmlns:a="http://schemas.openxmlformats.org/drawingml/2006/main">
            <a:off x="4105275" y="2476500"/>
            <a:ext cx="3000375" cy="109537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삭제·일반화·가명화</a:t>
            </a:r>
          </a:p>
        </p:txBody>
      </p:sp>
      <p:sp>
        <p:nvSpPr>
          <p:cNvPr id="9" name="native-74">
            <a:extLst xmlns:a="http://schemas.openxmlformats.org/drawingml/2006/main">
              <a:ext uri="{FF2B5EF4-FFF2-40B4-BE49-F238E27FC236}">
                <a16:creationId xmlns:a16="http://schemas.microsoft.com/office/drawing/2014/main" id="{3D5B4496-E3B0-4CB0-A02C-CF24B6894AA1}"/>
              </a:ext>
            </a:extLst>
          </p:cNvPr>
          <p:cNvSpPr>
            <a:spLocks xmlns:a="http://schemas.openxmlformats.org/drawingml/2006/main" noGrp="1"/>
          </p:cNvSpPr>
          <p:nvPr/>
        </p:nvSpPr>
        <p:spPr>
          <a:xfrm xmlns:a="http://schemas.openxmlformats.org/drawingml/2006/main">
            <a:off x="7524750" y="2476500"/>
            <a:ext cx="3000375" cy="109537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잔존 검사</a:t>
            </a:r>
          </a:p>
        </p:txBody>
      </p:sp>
      <p:sp>
        <p:nvSpPr>
          <p:cNvPr id="10" name="native-75">
            <a:extLst xmlns:a="http://schemas.openxmlformats.org/drawingml/2006/main">
              <a:ext uri="{FF2B5EF4-FFF2-40B4-BE49-F238E27FC236}">
                <a16:creationId xmlns:a16="http://schemas.microsoft.com/office/drawing/2014/main" id="{2C4967D9-FB9F-4D35-8BD9-35CB87A24565}"/>
              </a:ext>
            </a:extLst>
          </p:cNvPr>
          <p:cNvSpPr>
            <a:spLocks xmlns:a="http://schemas.openxmlformats.org/drawingml/2006/main" noGrp="1"/>
          </p:cNvSpPr>
          <p:nvPr/>
        </p:nvSpPr>
        <p:spPr>
          <a:xfrm xmlns:a="http://schemas.openxmlformats.org/drawingml/2006/main">
            <a:off x="10944225" y="2476500"/>
            <a:ext cx="3000375" cy="109537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Document 생성</a:t>
            </a:r>
          </a:p>
        </p:txBody>
      </p:sp>
      <p:cxnSp>
        <p:nvCxnSpPr>
          <p:cNvPr id="27" name=""/>
          <p:cNvCxnSpPr>
            <a:stCxn xmlns:a="http://schemas.openxmlformats.org/drawingml/2006/main" id="7" idx="3"/>
            <a:endCxn xmlns:a="http://schemas.openxmlformats.org/drawingml/2006/main" id="8" idx="1"/>
          </p:cNvCxnSpPr>
          <p:nvPr/>
        </p:nvCxnSpPr>
        <p:spPr>
          <a:xfrm xmlns:a="http://schemas.openxmlformats.org/drawingml/2006/main">
            <a:off x="3686175" y="3024188"/>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28" name=""/>
          <p:cNvCxnSpPr>
            <a:stCxn xmlns:a="http://schemas.openxmlformats.org/drawingml/2006/main" id="8" idx="3"/>
            <a:endCxn xmlns:a="http://schemas.openxmlformats.org/drawingml/2006/main" id="9" idx="1"/>
          </p:cNvCxnSpPr>
          <p:nvPr/>
        </p:nvCxnSpPr>
        <p:spPr>
          <a:xfrm xmlns:a="http://schemas.openxmlformats.org/drawingml/2006/main">
            <a:off x="7105650" y="3024188"/>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29" name=""/>
          <p:cNvCxnSpPr>
            <a:stCxn xmlns:a="http://schemas.openxmlformats.org/drawingml/2006/main" id="9" idx="3"/>
            <a:endCxn xmlns:a="http://schemas.openxmlformats.org/drawingml/2006/main" id="10" idx="1"/>
          </p:cNvCxnSpPr>
          <p:nvPr/>
        </p:nvCxnSpPr>
        <p:spPr>
          <a:xfrm xmlns:a="http://schemas.openxmlformats.org/drawingml/2006/main">
            <a:off x="10525125" y="3024188"/>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graphicFrame>
        <p:nvGraphicFramePr>
          <p:cNvPr id="30" name=""/>
          <p:cNvGraphicFramePr/>
          <p:nvPr/>
        </p:nvGraphicFramePr>
        <p:xfrm>
          <a:off xmlns:a="http://schemas.openxmlformats.org/drawingml/2006/main" x="685800" y="4181475"/>
          <a:ext xmlns:a="http://schemas.openxmlformats.org/drawingml/2006/main" cx="13258800" cy="2324100"/>
        </p:xfrm>
        <a:graphic xmlns:a="http://schemas.openxmlformats.org/drawingml/2006/main">
          <a:graphicData uri="http://schemas.openxmlformats.org/drawingml/2006/table">
            <a:tbl>
              <a:tblPr/>
              <a:tblGrid>
                <a:gridCol w="2381250"/>
                <a:gridCol w="5334000"/>
                <a:gridCol w="5543550"/>
              </a:tblGrid>
              <a:tr h="581025">
                <a:tc>
                  <a:txBody>
                    <a:bodyPr lIns="152400" tIns="95250" rIns="152400" bIns="95250"/>
                    <a:lstStyle/>
                    <a:p>
                      <a:r>
                        <a:rPr sz="1950" b="1">
                          <a:solidFill>
                            <a:srgbClr val="FFFFFF"/>
                          </a:solidFill>
                          <a:latin typeface="Pretendard"/>
                          <a:ea typeface="Pretendard"/>
                          <a:cs typeface="Pretendard"/>
                        </a:rPr>
                        <a:t>처리 방식</a:t>
                      </a:r>
                    </a:p>
                  </a:txBody>
                  <a:tcPr marL="91440" marR="91440" marT="45720" marB="45720" anchor="ctr">
                    <a:solidFill>
                      <a:srgbClr val="17365D"/>
                    </a:solidFill>
                  </a:tcPr>
                </a:tc>
                <a:tc>
                  <a:txBody>
                    <a:bodyPr lIns="152400" tIns="95250" rIns="152400" bIns="95250"/>
                    <a:lstStyle/>
                    <a:p>
                      <a:r>
                        <a:rPr sz="1950" b="1">
                          <a:solidFill>
                            <a:srgbClr val="FFFFFF"/>
                          </a:solidFill>
                          <a:latin typeface="Pretendard"/>
                          <a:ea typeface="Pretendard"/>
                          <a:cs typeface="Pretendard"/>
                        </a:rPr>
                        <a:t>대상</a:t>
                      </a:r>
                    </a:p>
                  </a:txBody>
                  <a:tcPr marL="91440" marR="91440" marT="45720" marB="45720" anchor="ctr">
                    <a:solidFill>
                      <a:srgbClr val="17365D"/>
                    </a:solidFill>
                  </a:tcPr>
                </a:tc>
                <a:tc>
                  <a:txBody>
                    <a:bodyPr lIns="152400" tIns="95250" rIns="152400" bIns="95250"/>
                    <a:lstStyle/>
                    <a:p>
                      <a:r>
                        <a:rPr sz="1950" b="1">
                          <a:solidFill>
                            <a:srgbClr val="FFFFFF"/>
                          </a:solidFill>
                          <a:latin typeface="Pretendard"/>
                          <a:ea typeface="Pretendard"/>
                          <a:cs typeface="Pretendard"/>
                        </a:rPr>
                        <a:t>결과</a:t>
                      </a:r>
                    </a:p>
                  </a:txBody>
                  <a:tcPr marL="91440" marR="91440" marT="45720" marB="45720" anchor="ctr">
                    <a:solidFill>
                      <a:srgbClr val="17365D"/>
                    </a:solidFill>
                  </a:tcPr>
                </a:tc>
              </a:tr>
              <a:tr h="581025">
                <a:tc>
                  <a:txBody>
                    <a:bodyPr lIns="152400" tIns="95250" rIns="152400" bIns="95250"/>
                    <a:lstStyle/>
                    <a:p>
                      <a:r>
                        <a:rPr sz="1950" b="0">
                          <a:solidFill>
                            <a:srgbClr val="243746"/>
                          </a:solidFill>
                          <a:latin typeface="Pretendard"/>
                          <a:ea typeface="Pretendard"/>
                          <a:cs typeface="Pretendard"/>
                        </a:rPr>
                        <a:t>삭제</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이름·전화·이메일·카드번호</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검색 본문에서 제거</a:t>
                      </a:r>
                    </a:p>
                  </a:txBody>
                  <a:tcPr marL="91440" marR="91440" marT="45720" marB="45720" anchor="ctr">
                    <a:solidFill>
                      <a:srgbClr val="FFFFFF"/>
                    </a:solidFill>
                  </a:tcPr>
                </a:tc>
              </a:tr>
              <a:tr h="581025">
                <a:tc>
                  <a:txBody>
                    <a:bodyPr lIns="152400" tIns="95250" rIns="152400" bIns="95250"/>
                    <a:lstStyle/>
                    <a:p>
                      <a:r>
                        <a:rPr sz="1950" b="0">
                          <a:solidFill>
                            <a:srgbClr val="243746"/>
                          </a:solidFill>
                          <a:latin typeface="Pretendard"/>
                          <a:ea typeface="Pretendard"/>
                          <a:cs typeface="Pretendard"/>
                        </a:rPr>
                        <a:t>일반화</a:t>
                      </a:r>
                    </a:p>
                  </a:txBody>
                  <a:tcPr marL="91440" marR="91440" marT="45720" marB="45720" anchor="ctr">
                    <a:solidFill>
                      <a:srgbClr val="F3F5F7"/>
                    </a:solidFill>
                  </a:tcPr>
                </a:tc>
                <a:tc>
                  <a:txBody>
                    <a:bodyPr lIns="152400" tIns="95250" rIns="152400" bIns="95250"/>
                    <a:lstStyle/>
                    <a:p>
                      <a:r>
                        <a:rPr sz="1950" b="0">
                          <a:solidFill>
                            <a:srgbClr val="243746"/>
                          </a:solidFill>
                          <a:latin typeface="Pretendard"/>
                          <a:ea typeface="Pretendard"/>
                          <a:cs typeface="Pretendard"/>
                        </a:rPr>
                        <a:t>생년월일·나이</a:t>
                      </a:r>
                    </a:p>
                  </a:txBody>
                  <a:tcPr marL="91440" marR="91440" marT="45720" marB="45720" anchor="ctr">
                    <a:solidFill>
                      <a:srgbClr val="F3F5F7"/>
                    </a:solidFill>
                  </a:tcPr>
                </a:tc>
                <a:tc>
                  <a:txBody>
                    <a:bodyPr lIns="152400" tIns="95250" rIns="152400" bIns="95250"/>
                    <a:lstStyle/>
                    <a:p>
                      <a:r>
                        <a:rPr sz="1950" b="0">
                          <a:solidFill>
                            <a:srgbClr val="243746"/>
                          </a:solidFill>
                          <a:latin typeface="Pretendard"/>
                          <a:ea typeface="Pretendard"/>
                          <a:cs typeface="Pretendard"/>
                        </a:rPr>
                        <a:t>연령대로 변환</a:t>
                      </a:r>
                    </a:p>
                  </a:txBody>
                  <a:tcPr marL="91440" marR="91440" marT="45720" marB="45720" anchor="ctr">
                    <a:solidFill>
                      <a:srgbClr val="F3F5F7"/>
                    </a:solidFill>
                  </a:tcPr>
                </a:tc>
              </a:tr>
              <a:tr h="581025">
                <a:tc>
                  <a:txBody>
                    <a:bodyPr lIns="152400" tIns="95250" rIns="152400" bIns="95250"/>
                    <a:lstStyle/>
                    <a:p>
                      <a:r>
                        <a:rPr sz="1950" b="0">
                          <a:solidFill>
                            <a:srgbClr val="243746"/>
                          </a:solidFill>
                          <a:latin typeface="Pretendard"/>
                          <a:ea typeface="Pretendard"/>
                          <a:cs typeface="Pretendard"/>
                        </a:rPr>
                        <a:t>가명화</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회원 ID·상담사 ID</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해시 기반 가명 ID</a:t>
                      </a:r>
                    </a:p>
                  </a:txBody>
                  <a:tcPr marL="91440" marR="91440" marT="45720" marB="45720" anchor="ctr">
                    <a:solidFill>
                      <a:srgbClr val="FFFFFF"/>
                    </a:solidFill>
                  </a:tcPr>
                </a:tc>
              </a:tr>
            </a:tbl>
          </a:graphicData>
        </a:graphic>
      </p:graphicFrame>
      <p:sp>
        <p:nvSpPr>
          <p:cNvPr id="15" name="native-76">
            <a:extLst xmlns:a="http://schemas.openxmlformats.org/drawingml/2006/main">
              <a:ext uri="{FF2B5EF4-FFF2-40B4-BE49-F238E27FC236}">
                <a16:creationId xmlns:a16="http://schemas.microsoft.com/office/drawing/2014/main" id="{E9BC0C94-9B54-4CF5-A8F3-BC512C9CA8FF}"/>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개인정보 잔존 시 즉시 중단  /  상담의 공개 등급은 restricted</a:t>
            </a:r>
          </a:p>
        </p:txBody>
      </p:sp>
      <p:sp>
        <p:nvSpPr>
          <p:cNvPr id="16" name="native-267">
            <a:extLst xmlns:a="http://schemas.openxmlformats.org/drawingml/2006/main">
              <a:ext uri="{FF2B5EF4-FFF2-40B4-BE49-F238E27FC236}">
                <a16:creationId xmlns:a16="http://schemas.microsoft.com/office/drawing/2014/main" id="{13FE4DD4-D701-4C39-BBF4-5DC33AD3D564}"/>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09</a:t>
            </a:r>
          </a:p>
        </p:txBody>
      </p:sp>
    </p:spTree>
    <p:extLst>
      <p:ext uri="{BB962C8B-B14F-4D97-AF65-F5344CB8AC3E}">
        <p14:creationId xmlns:p14="http://schemas.microsoft.com/office/powerpoint/2010/main" val="33293569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native-77">
            <a:extLst xmlns:a="http://schemas.openxmlformats.org/drawingml/2006/main">
              <a:ext uri="{FF2B5EF4-FFF2-40B4-BE49-F238E27FC236}">
                <a16:creationId xmlns:a16="http://schemas.microsoft.com/office/drawing/2014/main" id="{71B318D5-BC5E-43EA-B091-BBD625FFE612}"/>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78">
            <a:extLst xmlns:a="http://schemas.openxmlformats.org/drawingml/2006/main">
              <a:ext uri="{FF2B5EF4-FFF2-40B4-BE49-F238E27FC236}">
                <a16:creationId xmlns:a16="http://schemas.microsoft.com/office/drawing/2014/main" id="{0A450266-5719-464C-B705-018E923F0EF3}"/>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INDEXER  /  청킹</a:t>
            </a:r>
          </a:p>
        </p:txBody>
      </p:sp>
      <p:sp>
        <p:nvSpPr>
          <p:cNvPr id="3" name="native-79">
            <a:extLst xmlns:a="http://schemas.openxmlformats.org/drawingml/2006/main">
              <a:ext uri="{FF2B5EF4-FFF2-40B4-BE49-F238E27FC236}">
                <a16:creationId xmlns:a16="http://schemas.microsoft.com/office/drawing/2014/main" id="{0D5A3E4F-E911-46C6-AD41-FFF3F5DAB3A8}"/>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청킹은 문서의 의미 단위에 맞춰 분할</a:t>
            </a:r>
          </a:p>
        </p:txBody>
      </p:sp>
      <p:sp>
        <p:nvSpPr>
          <p:cNvPr id="4" name="native-80">
            <a:extLst xmlns:a="http://schemas.openxmlformats.org/drawingml/2006/main">
              <a:ext uri="{FF2B5EF4-FFF2-40B4-BE49-F238E27FC236}">
                <a16:creationId xmlns:a16="http://schemas.microsoft.com/office/drawing/2014/main" id="{9E3E52DA-8445-4535-B350-B50ECFB4F80D}"/>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청크는 검색 결과로 꺼내 쓰는 작은 근거 조각</a:t>
            </a:r>
          </a:p>
        </p:txBody>
      </p:sp>
      <p:sp>
        <p:nvSpPr>
          <p:cNvPr id="5" name="native-81">
            <a:extLst xmlns:a="http://schemas.openxmlformats.org/drawingml/2006/main">
              <a:ext uri="{FF2B5EF4-FFF2-40B4-BE49-F238E27FC236}">
                <a16:creationId xmlns:a16="http://schemas.microsoft.com/office/drawing/2014/main" id="{15C5F1C5-D483-47D9-A86E-40D8C38AF421}"/>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82">
            <a:extLst xmlns:a="http://schemas.openxmlformats.org/drawingml/2006/main">
              <a:ext uri="{FF2B5EF4-FFF2-40B4-BE49-F238E27FC236}">
                <a16:creationId xmlns:a16="http://schemas.microsoft.com/office/drawing/2014/main" id="{DA8A58C4-6BDC-4DB8-B294-77A845DD15CB}"/>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graphicFrame>
        <p:nvGraphicFramePr>
          <p:cNvPr id="16" name=""/>
          <p:cNvGraphicFramePr/>
          <p:nvPr/>
        </p:nvGraphicFramePr>
        <p:xfrm>
          <a:off xmlns:a="http://schemas.openxmlformats.org/drawingml/2006/main" x="685800" y="2438400"/>
          <a:ext xmlns:a="http://schemas.openxmlformats.org/drawingml/2006/main" cx="13258800" cy="3695700"/>
        </p:xfrm>
        <a:graphic xmlns:a="http://schemas.openxmlformats.org/drawingml/2006/main">
          <a:graphicData uri="http://schemas.openxmlformats.org/drawingml/2006/table">
            <a:tbl>
              <a:tblPr/>
              <a:tblGrid>
                <a:gridCol w="2857500"/>
                <a:gridCol w="6000750"/>
                <a:gridCol w="4400550"/>
              </a:tblGrid>
              <a:tr h="923925">
                <a:tc>
                  <a:txBody>
                    <a:bodyPr lIns="152400" tIns="95250" rIns="152400" bIns="95250"/>
                    <a:lstStyle/>
                    <a:p>
                      <a:r>
                        <a:rPr sz="2100" b="1">
                          <a:solidFill>
                            <a:srgbClr val="FFFFFF"/>
                          </a:solidFill>
                          <a:latin typeface="Pretendard"/>
                          <a:ea typeface="Pretendard"/>
                          <a:cs typeface="Pretendard"/>
                        </a:rPr>
                        <a:t>문서</a:t>
                      </a:r>
                    </a:p>
                  </a:txBody>
                  <a:tcPr marL="91440" marR="91440" marT="45720" marB="45720" anchor="ctr">
                    <a:solidFill>
                      <a:srgbClr val="17365D"/>
                    </a:solidFill>
                  </a:tcPr>
                </a:tc>
                <a:tc>
                  <a:txBody>
                    <a:bodyPr lIns="152400" tIns="95250" rIns="152400" bIns="95250"/>
                    <a:lstStyle/>
                    <a:p>
                      <a:r>
                        <a:rPr sz="2100" b="1">
                          <a:solidFill>
                            <a:srgbClr val="FFFFFF"/>
                          </a:solidFill>
                          <a:latin typeface="Pretendard"/>
                          <a:ea typeface="Pretendard"/>
                          <a:cs typeface="Pretendard"/>
                        </a:rPr>
                        <a:t>분할 기준</a:t>
                      </a:r>
                    </a:p>
                  </a:txBody>
                  <a:tcPr marL="91440" marR="91440" marT="45720" marB="45720" anchor="ctr">
                    <a:solidFill>
                      <a:srgbClr val="17365D"/>
                    </a:solidFill>
                  </a:tcPr>
                </a:tc>
                <a:tc>
                  <a:txBody>
                    <a:bodyPr lIns="152400" tIns="95250" rIns="152400" bIns="95250"/>
                    <a:lstStyle/>
                    <a:p>
                      <a:r>
                        <a:rPr sz="2100" b="1">
                          <a:solidFill>
                            <a:srgbClr val="FFFFFF"/>
                          </a:solidFill>
                          <a:latin typeface="Pretendard"/>
                          <a:ea typeface="Pretendard"/>
                          <a:cs typeface="Pretendard"/>
                        </a:rPr>
                        <a:t>크기와 중첩</a:t>
                      </a:r>
                    </a:p>
                  </a:txBody>
                  <a:tcPr marL="91440" marR="91440" marT="45720" marB="45720" anchor="ctr">
                    <a:solidFill>
                      <a:srgbClr val="17365D"/>
                    </a:solidFill>
                  </a:tcPr>
                </a:tc>
              </a:tr>
              <a:tr h="923925">
                <a:tc>
                  <a:txBody>
                    <a:bodyPr lIns="152400" tIns="95250" rIns="152400" bIns="95250"/>
                    <a:lstStyle/>
                    <a:p>
                      <a:r>
                        <a:rPr sz="2100" b="0">
                          <a:solidFill>
                            <a:srgbClr val="243746"/>
                          </a:solidFill>
                          <a:latin typeface="Pretendard"/>
                          <a:ea typeface="Pretendard"/>
                          <a:cs typeface="Pretendard"/>
                        </a:rPr>
                        <a:t>D1 약관</a:t>
                      </a:r>
                    </a:p>
                  </a:txBody>
                  <a:tcPr marL="91440" marR="91440" marT="45720" marB="45720" anchor="ctr">
                    <a:solidFill>
                      <a:srgbClr val="FFFFFF"/>
                    </a:solidFill>
                  </a:tcPr>
                </a:tc>
                <a:tc>
                  <a:txBody>
                    <a:bodyPr lIns="152400" tIns="95250" rIns="152400" bIns="95250"/>
                    <a:lstStyle/>
                    <a:p>
                      <a:r>
                        <a:rPr sz="2100" b="0">
                          <a:solidFill>
                            <a:srgbClr val="243746"/>
                          </a:solidFill>
                          <a:latin typeface="Pretendard"/>
                          <a:ea typeface="Pretendard"/>
                          <a:cs typeface="Pretendard"/>
                        </a:rPr>
                        <a:t>조·항 경계 보존</a:t>
                      </a:r>
                    </a:p>
                    <a:p>
                      <a:r>
                        <a:rPr sz="2100" b="0">
                          <a:solidFill>
                            <a:srgbClr val="243746"/>
                          </a:solidFill>
                          <a:latin typeface="Pretendard"/>
                          <a:ea typeface="Pretendard"/>
                          <a:cs typeface="Pretendard"/>
                        </a:rPr>
                        <a:t>페이지 간 이어진 조항 결합</a:t>
                      </a:r>
                    </a:p>
                  </a:txBody>
                  <a:tcPr marL="91440" marR="91440" marT="45720" marB="45720" anchor="ctr">
                    <a:solidFill>
                      <a:srgbClr val="FFFFFF"/>
                    </a:solidFill>
                  </a:tcPr>
                </a:tc>
                <a:tc>
                  <a:txBody>
                    <a:bodyPr lIns="152400" tIns="95250" rIns="152400" bIns="95250"/>
                    <a:lstStyle/>
                    <a:p>
                      <a:r>
                        <a:rPr sz="2100" b="0">
                          <a:solidFill>
                            <a:srgbClr val="243746"/>
                          </a:solidFill>
                          <a:latin typeface="Pretendard"/>
                          <a:ea typeface="Pretendard"/>
                          <a:cs typeface="Pretendard"/>
                        </a:rPr>
                        <a:t>600자 기준</a:t>
                      </a:r>
                    </a:p>
                    <a:p>
                      <a:r>
                        <a:rPr sz="2100" b="0">
                          <a:solidFill>
                            <a:srgbClr val="243746"/>
                          </a:solidFill>
                          <a:latin typeface="Pretendard"/>
                          <a:ea typeface="Pretendard"/>
                          <a:cs typeface="Pretendard"/>
                        </a:rPr>
                        <a:t>80자 중첩</a:t>
                      </a:r>
                    </a:p>
                  </a:txBody>
                  <a:tcPr marL="91440" marR="91440" marT="45720" marB="45720" anchor="ctr">
                    <a:solidFill>
                      <a:srgbClr val="FFFFFF"/>
                    </a:solidFill>
                  </a:tcPr>
                </a:tc>
              </a:tr>
              <a:tr h="923925">
                <a:tc>
                  <a:txBody>
                    <a:bodyPr lIns="152400" tIns="95250" rIns="152400" bIns="95250"/>
                    <a:lstStyle/>
                    <a:p>
                      <a:r>
                        <a:rPr sz="2100" b="0">
                          <a:solidFill>
                            <a:srgbClr val="243746"/>
                          </a:solidFill>
                          <a:latin typeface="Pretendard"/>
                          <a:ea typeface="Pretendard"/>
                          <a:cs typeface="Pretendard"/>
                        </a:rPr>
                        <a:t>D2 카드 혜택</a:t>
                      </a:r>
                    </a:p>
                  </a:txBody>
                  <a:tcPr marL="91440" marR="91440" marT="45720" marB="45720" anchor="ctr">
                    <a:solidFill>
                      <a:srgbClr val="F3F5F7"/>
                    </a:solidFill>
                  </a:tcPr>
                </a:tc>
                <a:tc>
                  <a:txBody>
                    <a:bodyPr lIns="152400" tIns="95250" rIns="152400" bIns="95250"/>
                    <a:lstStyle/>
                    <a:p>
                      <a:r>
                        <a:rPr sz="2100" b="0">
                          <a:solidFill>
                            <a:srgbClr val="243746"/>
                          </a:solidFill>
                          <a:latin typeface="Pretendard"/>
                          <a:ea typeface="Pretendard"/>
                          <a:cs typeface="Pretendard"/>
                        </a:rPr>
                        <a:t>카드·혜택·연회비·표 단위</a:t>
                      </a:r>
                    </a:p>
                  </a:txBody>
                  <a:tcPr marL="91440" marR="91440" marT="45720" marB="45720" anchor="ctr">
                    <a:solidFill>
                      <a:srgbClr val="F3F5F7"/>
                    </a:solidFill>
                  </a:tcPr>
                </a:tc>
                <a:tc>
                  <a:txBody>
                    <a:bodyPr lIns="152400" tIns="95250" rIns="152400" bIns="95250"/>
                    <a:lstStyle/>
                    <a:p>
                      <a:r>
                        <a:rPr sz="2100" b="0">
                          <a:solidFill>
                            <a:srgbClr val="243746"/>
                          </a:solidFill>
                          <a:latin typeface="Pretendard"/>
                          <a:ea typeface="Pretendard"/>
                          <a:cs typeface="Pretendard"/>
                        </a:rPr>
                        <a:t>600자 기준</a:t>
                      </a:r>
                    </a:p>
                    <a:p>
                      <a:r>
                        <a:rPr sz="2100" b="0">
                          <a:solidFill>
                            <a:srgbClr val="243746"/>
                          </a:solidFill>
                          <a:latin typeface="Pretendard"/>
                          <a:ea typeface="Pretendard"/>
                          <a:cs typeface="Pretendard"/>
                        </a:rPr>
                        <a:t>중첩 없음</a:t>
                      </a:r>
                    </a:p>
                  </a:txBody>
                  <a:tcPr marL="91440" marR="91440" marT="45720" marB="45720" anchor="ctr">
                    <a:solidFill>
                      <a:srgbClr val="F3F5F7"/>
                    </a:solidFill>
                  </a:tcPr>
                </a:tc>
              </a:tr>
              <a:tr h="923925">
                <a:tc>
                  <a:txBody>
                    <a:bodyPr lIns="152400" tIns="95250" rIns="152400" bIns="95250"/>
                    <a:lstStyle/>
                    <a:p>
                      <a:r>
                        <a:rPr sz="2100" b="0">
                          <a:solidFill>
                            <a:srgbClr val="243746"/>
                          </a:solidFill>
                          <a:latin typeface="Pretendard"/>
                          <a:ea typeface="Pretendard"/>
                          <a:cs typeface="Pretendard"/>
                        </a:rPr>
                        <a:t>D3 상담</a:t>
                      </a:r>
                    </a:p>
                  </a:txBody>
                  <a:tcPr marL="91440" marR="91440" marT="45720" marB="45720" anchor="ctr">
                    <a:solidFill>
                      <a:srgbClr val="FFFFFF"/>
                    </a:solidFill>
                  </a:tcPr>
                </a:tc>
                <a:tc>
                  <a:txBody>
                    <a:bodyPr lIns="152400" tIns="95250" rIns="152400" bIns="95250"/>
                    <a:lstStyle/>
                    <a:p>
                      <a:r>
                        <a:rPr sz="2100" b="0">
                          <a:solidFill>
                            <a:srgbClr val="243746"/>
                          </a:solidFill>
                          <a:latin typeface="Pretendard"/>
                          <a:ea typeface="Pretendard"/>
                          <a:cs typeface="Pretendard"/>
                        </a:rPr>
                        <a:t>고객·상담사 발화를</a:t>
                      </a:r>
                    </a:p>
                    <a:p>
                      <a:r>
                        <a:rPr sz="2100" b="0">
                          <a:solidFill>
                            <a:srgbClr val="243746"/>
                          </a:solidFill>
                          <a:latin typeface="Pretendard"/>
                          <a:ea typeface="Pretendard"/>
                          <a:cs typeface="Pretendard"/>
                        </a:rPr>
                        <a:t>대화 턴으로 묶음</a:t>
                      </a:r>
                    </a:p>
                  </a:txBody>
                  <a:tcPr marL="91440" marR="91440" marT="45720" marB="45720" anchor="ctr">
                    <a:solidFill>
                      <a:srgbClr val="FFFFFF"/>
                    </a:solidFill>
                  </a:tcPr>
                </a:tc>
                <a:tc>
                  <a:txBody>
                    <a:bodyPr lIns="152400" tIns="95250" rIns="152400" bIns="95250"/>
                    <a:lstStyle/>
                    <a:p>
                      <a:r>
                        <a:rPr sz="2100" b="0">
                          <a:solidFill>
                            <a:srgbClr val="243746"/>
                          </a:solidFill>
                          <a:latin typeface="Pretendard"/>
                          <a:ea typeface="Pretendard"/>
                          <a:cs typeface="Pretendard"/>
                        </a:rPr>
                        <a:t>청크당 4턴</a:t>
                      </a:r>
                    </a:p>
                    <a:p>
                      <a:r>
                        <a:rPr sz="2100" b="0">
                          <a:solidFill>
                            <a:srgbClr val="243746"/>
                          </a:solidFill>
                          <a:latin typeface="Pretendard"/>
                          <a:ea typeface="Pretendard"/>
                          <a:cs typeface="Pretendard"/>
                        </a:rPr>
                        <a:t>1턴 중첩</a:t>
                      </a:r>
                    </a:p>
                  </a:txBody>
                  <a:tcPr marL="91440" marR="91440" marT="45720" marB="45720" anchor="ctr">
                    <a:solidFill>
                      <a:srgbClr val="FFFFFF"/>
                    </a:solidFill>
                  </a:tcPr>
                </a:tc>
              </a:tr>
            </a:tbl>
          </a:graphicData>
        </a:graphic>
      </p:graphicFrame>
      <p:sp>
        <p:nvSpPr>
          <p:cNvPr id="8" name="native-83">
            <a:extLst xmlns:a="http://schemas.openxmlformats.org/drawingml/2006/main">
              <a:ext uri="{FF2B5EF4-FFF2-40B4-BE49-F238E27FC236}">
                <a16:creationId xmlns:a16="http://schemas.microsoft.com/office/drawing/2014/main" id="{94B82638-C364-44F9-930A-EC9E866390F4}"/>
              </a:ext>
            </a:extLst>
          </p:cNvPr>
          <p:cNvSpPr>
            <a:spLocks xmlns:a="http://schemas.openxmlformats.org/drawingml/2006/main" noGrp="1"/>
          </p:cNvSpPr>
          <p:nvPr/>
        </p:nvSpPr>
        <p:spPr>
          <a:xfrm xmlns:a="http://schemas.openxmlformats.org/drawingml/2006/main">
            <a:off x="685800" y="6772275"/>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긴 속성표는 행을 자르지 않고 예외로 보존  /  600자 초과 청크는 별도 점검 대상</a:t>
            </a:r>
          </a:p>
        </p:txBody>
      </p:sp>
      <p:sp>
        <p:nvSpPr>
          <p:cNvPr id="9" name="native-268">
            <a:extLst xmlns:a="http://schemas.openxmlformats.org/drawingml/2006/main">
              <a:ext uri="{FF2B5EF4-FFF2-40B4-BE49-F238E27FC236}">
                <a16:creationId xmlns:a16="http://schemas.microsoft.com/office/drawing/2014/main" id="{AF2EDA4D-1AE6-4843-8643-37281DD8C11B}"/>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10</a:t>
            </a:r>
          </a:p>
        </p:txBody>
      </p:sp>
    </p:spTree>
    <p:extLst>
      <p:ext uri="{BB962C8B-B14F-4D97-AF65-F5344CB8AC3E}">
        <p14:creationId xmlns:p14="http://schemas.microsoft.com/office/powerpoint/2010/main" val="16840835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native-84">
            <a:extLst xmlns:a="http://schemas.openxmlformats.org/drawingml/2006/main">
              <a:ext uri="{FF2B5EF4-FFF2-40B4-BE49-F238E27FC236}">
                <a16:creationId xmlns:a16="http://schemas.microsoft.com/office/drawing/2014/main" id="{CC563D92-CF58-4124-9036-8CA2FD756D9E}"/>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85">
            <a:extLst xmlns:a="http://schemas.openxmlformats.org/drawingml/2006/main">
              <a:ext uri="{FF2B5EF4-FFF2-40B4-BE49-F238E27FC236}">
                <a16:creationId xmlns:a16="http://schemas.microsoft.com/office/drawing/2014/main" id="{4EB4B3C2-069C-46F8-A499-CA71756FF87B}"/>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INDEXER  /  벡터 저장</a:t>
            </a:r>
          </a:p>
        </p:txBody>
      </p:sp>
      <p:sp>
        <p:nvSpPr>
          <p:cNvPr id="3" name="native-86">
            <a:extLst xmlns:a="http://schemas.openxmlformats.org/drawingml/2006/main">
              <a:ext uri="{FF2B5EF4-FFF2-40B4-BE49-F238E27FC236}">
                <a16:creationId xmlns:a16="http://schemas.microsoft.com/office/drawing/2014/main" id="{0D504A53-A34D-45E2-9762-EA016CE34AD7}"/>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변경된 청크만 임베딩하고 저장</a:t>
            </a:r>
          </a:p>
        </p:txBody>
      </p:sp>
      <p:sp>
        <p:nvSpPr>
          <p:cNvPr id="4" name="native-87">
            <a:extLst xmlns:a="http://schemas.openxmlformats.org/drawingml/2006/main">
              <a:ext uri="{FF2B5EF4-FFF2-40B4-BE49-F238E27FC236}">
                <a16:creationId xmlns:a16="http://schemas.microsoft.com/office/drawing/2014/main" id="{6FD6FDE3-20D8-4D31-AE2C-AF6763011366}"/>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임베딩은 텍스트의 의미를 숫자 벡터로 표현하는 과정</a:t>
            </a:r>
          </a:p>
        </p:txBody>
      </p:sp>
      <p:sp>
        <p:nvSpPr>
          <p:cNvPr id="5" name="native-88">
            <a:extLst xmlns:a="http://schemas.openxmlformats.org/drawingml/2006/main">
              <a:ext uri="{FF2B5EF4-FFF2-40B4-BE49-F238E27FC236}">
                <a16:creationId xmlns:a16="http://schemas.microsoft.com/office/drawing/2014/main" id="{D9718383-2EE8-4F91-BEC7-12944F678867}"/>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89">
            <a:extLst xmlns:a="http://schemas.openxmlformats.org/drawingml/2006/main">
              <a:ext uri="{FF2B5EF4-FFF2-40B4-BE49-F238E27FC236}">
                <a16:creationId xmlns:a16="http://schemas.microsoft.com/office/drawing/2014/main" id="{7DB95FAE-9800-4AA9-A96A-4912FDC804EF}"/>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90">
            <a:extLst xmlns:a="http://schemas.openxmlformats.org/drawingml/2006/main">
              <a:ext uri="{FF2B5EF4-FFF2-40B4-BE49-F238E27FC236}">
                <a16:creationId xmlns:a16="http://schemas.microsoft.com/office/drawing/2014/main" id="{E96BA583-59E0-4D39-BBE4-09957837E979}"/>
              </a:ext>
            </a:extLst>
          </p:cNvPr>
          <p:cNvSpPr>
            <a:spLocks xmlns:a="http://schemas.openxmlformats.org/drawingml/2006/main" noGrp="1"/>
          </p:cNvSpPr>
          <p:nvPr/>
        </p:nvSpPr>
        <p:spPr>
          <a:xfrm xmlns:a="http://schemas.openxmlformats.org/drawingml/2006/main">
            <a:off x="685800" y="2628900"/>
            <a:ext cx="3429000" cy="12573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본문·메타데이터</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해시 비교</a:t>
            </a:r>
          </a:p>
        </p:txBody>
      </p:sp>
      <p:sp>
        <p:nvSpPr>
          <p:cNvPr id="8" name="native-91">
            <a:extLst xmlns:a="http://schemas.openxmlformats.org/drawingml/2006/main">
              <a:ext uri="{FF2B5EF4-FFF2-40B4-BE49-F238E27FC236}">
                <a16:creationId xmlns:a16="http://schemas.microsoft.com/office/drawing/2014/main" id="{2B7AA009-F8D8-44D9-A5DE-33EA9CF2C4A0}"/>
              </a:ext>
            </a:extLst>
          </p:cNvPr>
          <p:cNvSpPr>
            <a:spLocks xmlns:a="http://schemas.openxmlformats.org/drawingml/2006/main" noGrp="1"/>
          </p:cNvSpPr>
          <p:nvPr/>
        </p:nvSpPr>
        <p:spPr>
          <a:xfrm xmlns:a="http://schemas.openxmlformats.org/drawingml/2006/main">
            <a:off x="5524500" y="2628900"/>
            <a:ext cx="3619500" cy="12573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추가 또는 변경</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KURE-v2 임베딩</a:t>
            </a:r>
          </a:p>
        </p:txBody>
      </p:sp>
      <p:sp>
        <p:nvSpPr>
          <p:cNvPr id="9" name="native-92">
            <a:extLst xmlns:a="http://schemas.openxmlformats.org/drawingml/2006/main">
              <a:ext uri="{FF2B5EF4-FFF2-40B4-BE49-F238E27FC236}">
                <a16:creationId xmlns:a16="http://schemas.microsoft.com/office/drawing/2014/main" id="{33418BE4-98D6-466A-967F-3283B8A9D657}"/>
              </a:ext>
            </a:extLst>
          </p:cNvPr>
          <p:cNvSpPr>
            <a:spLocks xmlns:a="http://schemas.openxmlformats.org/drawingml/2006/main" noGrp="1"/>
          </p:cNvSpPr>
          <p:nvPr/>
        </p:nvSpPr>
        <p:spPr>
          <a:xfrm xmlns:a="http://schemas.openxmlformats.org/drawingml/2006/main">
            <a:off x="10553700" y="2628900"/>
            <a:ext cx="3390900" cy="12573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ChromaDB</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card_docs에 upsert</a:t>
            </a:r>
          </a:p>
        </p:txBody>
      </p: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4114800" y="3257550"/>
            <a:ext cx="14097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29" name=""/>
          <p:cNvCxnSpPr>
            <a:stCxn xmlns:a="http://schemas.openxmlformats.org/drawingml/2006/main" id="8" idx="3"/>
            <a:endCxn xmlns:a="http://schemas.openxmlformats.org/drawingml/2006/main" id="9" idx="1"/>
          </p:cNvCxnSpPr>
          <p:nvPr/>
        </p:nvCxnSpPr>
        <p:spPr>
          <a:xfrm xmlns:a="http://schemas.openxmlformats.org/drawingml/2006/main">
            <a:off x="9144000" y="3257550"/>
            <a:ext cx="1409700" cy="0"/>
          </a:xfrm>
          <a:prstGeom xmlns:a="http://schemas.openxmlformats.org/drawingml/2006/main" prst="straightConnector1">
            <a:avLst/>
          </a:prstGeom>
          <a:ln xmlns:a="http://schemas.openxmlformats.org/drawingml/2006/main" w="20955">
            <a:solidFill>
              <a:srgbClr val="0070C0"/>
            </a:solidFill>
            <a:tailEnd type="triangle" w="sm" len="sm"/>
          </a:ln>
        </p:spPr>
      </p:cxnSp>
      <p:sp>
        <p:nvSpPr>
          <p:cNvPr id="12" name="native-93">
            <a:extLst xmlns:a="http://schemas.openxmlformats.org/drawingml/2006/main">
              <a:ext uri="{FF2B5EF4-FFF2-40B4-BE49-F238E27FC236}">
                <a16:creationId xmlns:a16="http://schemas.microsoft.com/office/drawing/2014/main" id="{B4078BBF-F57E-4F0C-AF90-C8E7A49E3665}"/>
              </a:ext>
            </a:extLst>
          </p:cNvPr>
          <p:cNvSpPr>
            <a:spLocks xmlns:a="http://schemas.openxmlformats.org/drawingml/2006/main" noGrp="1"/>
          </p:cNvSpPr>
          <p:nvPr/>
        </p:nvSpPr>
        <p:spPr>
          <a:xfrm xmlns:a="http://schemas.openxmlformats.org/drawingml/2006/main">
            <a:off x="685800" y="4676775"/>
            <a:ext cx="3429000" cy="819150"/>
          </a:xfrm>
          <a:prstGeom xmlns:a="http://schemas.openxmlformats.org/drawingml/2006/main" prst="rect">
            <a:avLst/>
          </a:prstGeom>
          <a:solidFill xmlns:a="http://schemas.openxmlformats.org/drawingml/2006/main">
            <a:srgbClr val="F3F5F7"/>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950" b="1">
                <a:solidFill>
                  <a:srgbClr val="17365D"/>
                </a:solidFill>
                <a:latin typeface="Pretendard"/>
                <a:ea typeface="Pretendard"/>
                <a:cs typeface="Pretendard"/>
              </a:defRPr>
            </a:pPr>
            <a:r>
              <a:rPr sz="1950" b="1">
                <a:solidFill>
                  <a:srgbClr val="17365D"/>
                </a:solidFill>
                <a:latin typeface="Pretendard"/>
                <a:ea typeface="Pretendard"/>
                <a:cs typeface="Pretendard"/>
              </a:rPr>
              <a:t>둘 다 동일하면 생략</a:t>
            </a:r>
          </a:p>
        </p:txBody>
      </p:sp>
      <p:sp>
        <p:nvSpPr>
          <p:cNvPr id="13" name="native-94">
            <a:extLst xmlns:a="http://schemas.openxmlformats.org/drawingml/2006/main">
              <a:ext uri="{FF2B5EF4-FFF2-40B4-BE49-F238E27FC236}">
                <a16:creationId xmlns:a16="http://schemas.microsoft.com/office/drawing/2014/main" id="{324DDBA2-A343-4513-AF1E-571F51E0A19E}"/>
              </a:ext>
            </a:extLst>
          </p:cNvPr>
          <p:cNvSpPr>
            <a:spLocks xmlns:a="http://schemas.openxmlformats.org/drawingml/2006/main" noGrp="1"/>
          </p:cNvSpPr>
          <p:nvPr/>
        </p:nvSpPr>
        <p:spPr>
          <a:xfrm xmlns:a="http://schemas.openxmlformats.org/drawingml/2006/main">
            <a:off x="5619750" y="46291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76879"/>
                </a:solidFill>
                <a:latin typeface="Pretendard"/>
                <a:ea typeface="Pretendard"/>
                <a:cs typeface="Pretendard"/>
              </a:defRPr>
            </a:pPr>
            <a:r>
              <a:rPr sz="1725" b="0">
                <a:solidFill>
                  <a:srgbClr val="576879"/>
                </a:solidFill>
                <a:latin typeface="Pretendard"/>
                <a:ea typeface="Pretendard"/>
                <a:cs typeface="Pretendard"/>
              </a:rPr>
              <a:t>현재 모델</a:t>
            </a:r>
          </a:p>
        </p:txBody>
      </p:sp>
      <p:sp>
        <p:nvSpPr>
          <p:cNvPr id="14" name="native-95">
            <a:extLst xmlns:a="http://schemas.openxmlformats.org/drawingml/2006/main">
              <a:ext uri="{FF2B5EF4-FFF2-40B4-BE49-F238E27FC236}">
                <a16:creationId xmlns:a16="http://schemas.microsoft.com/office/drawing/2014/main" id="{406964A9-2780-47A2-A10E-F14E7567D72C}"/>
              </a:ext>
            </a:extLst>
          </p:cNvPr>
          <p:cNvSpPr>
            <a:spLocks xmlns:a="http://schemas.openxmlformats.org/drawingml/2006/main" noGrp="1"/>
          </p:cNvSpPr>
          <p:nvPr/>
        </p:nvSpPr>
        <p:spPr>
          <a:xfrm xmlns:a="http://schemas.openxmlformats.org/drawingml/2006/main">
            <a:off x="5619750" y="506730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365D"/>
                </a:solidFill>
                <a:latin typeface="Pretendard"/>
                <a:ea typeface="Pretendard"/>
                <a:cs typeface="Pretendard"/>
              </a:defRPr>
            </a:pPr>
            <a:r>
              <a:rPr sz="3300" b="1">
                <a:solidFill>
                  <a:srgbClr val="17365D"/>
                </a:solidFill>
                <a:latin typeface="Pretendard"/>
                <a:ea typeface="Pretendard"/>
                <a:cs typeface="Pretendard"/>
              </a:rPr>
              <a:t>KURE-v2</a:t>
            </a:r>
          </a:p>
        </p:txBody>
      </p:sp>
      <p:sp>
        <p:nvSpPr>
          <p:cNvPr id="15" name="native-96">
            <a:extLst xmlns:a="http://schemas.openxmlformats.org/drawingml/2006/main">
              <a:ext uri="{FF2B5EF4-FFF2-40B4-BE49-F238E27FC236}">
                <a16:creationId xmlns:a16="http://schemas.microsoft.com/office/drawing/2014/main" id="{B5D1C9AC-1F8E-4670-952B-9BFB279E5FA1}"/>
              </a:ext>
            </a:extLst>
          </p:cNvPr>
          <p:cNvSpPr>
            <a:spLocks xmlns:a="http://schemas.openxmlformats.org/drawingml/2006/main" noGrp="1"/>
          </p:cNvSpPr>
          <p:nvPr/>
        </p:nvSpPr>
        <p:spPr>
          <a:xfrm xmlns:a="http://schemas.openxmlformats.org/drawingml/2006/main">
            <a:off x="10648950" y="4629150"/>
            <a:ext cx="3295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76879"/>
                </a:solidFill>
                <a:latin typeface="Pretendard"/>
                <a:ea typeface="Pretendard"/>
                <a:cs typeface="Pretendard"/>
              </a:defRPr>
            </a:pPr>
            <a:r>
              <a:rPr sz="1725" b="0">
                <a:solidFill>
                  <a:srgbClr val="576879"/>
                </a:solidFill>
                <a:latin typeface="Pretendard"/>
                <a:ea typeface="Pretendard"/>
                <a:cs typeface="Pretendard"/>
              </a:rPr>
              <a:t>현재 벡터 차원</a:t>
            </a:r>
          </a:p>
        </p:txBody>
      </p:sp>
      <p:sp>
        <p:nvSpPr>
          <p:cNvPr id="16" name="native-97">
            <a:extLst xmlns:a="http://schemas.openxmlformats.org/drawingml/2006/main">
              <a:ext uri="{FF2B5EF4-FFF2-40B4-BE49-F238E27FC236}">
                <a16:creationId xmlns:a16="http://schemas.microsoft.com/office/drawing/2014/main" id="{3A82296F-3E92-4C83-AED3-8280AC9B4928}"/>
              </a:ext>
            </a:extLst>
          </p:cNvPr>
          <p:cNvSpPr>
            <a:spLocks xmlns:a="http://schemas.openxmlformats.org/drawingml/2006/main" noGrp="1"/>
          </p:cNvSpPr>
          <p:nvPr/>
        </p:nvSpPr>
        <p:spPr>
          <a:xfrm xmlns:a="http://schemas.openxmlformats.org/drawingml/2006/main">
            <a:off x="10648950" y="5067300"/>
            <a:ext cx="3295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600" b="1">
                <a:solidFill>
                  <a:srgbClr val="0070C0"/>
                </a:solidFill>
                <a:latin typeface="Pretendard"/>
                <a:ea typeface="Pretendard"/>
                <a:cs typeface="Pretendard"/>
              </a:defRPr>
            </a:pPr>
            <a:r>
              <a:rPr sz="3600" b="1">
                <a:solidFill>
                  <a:srgbClr val="0070C0"/>
                </a:solidFill>
                <a:latin typeface="Pretendard"/>
                <a:ea typeface="Pretendard"/>
                <a:cs typeface="Pretendard"/>
              </a:rPr>
              <a:t>768</a:t>
            </a:r>
          </a:p>
        </p:txBody>
      </p:sp>
      <p:sp>
        <p:nvSpPr>
          <p:cNvPr id="17" name="native-98">
            <a:extLst xmlns:a="http://schemas.openxmlformats.org/drawingml/2006/main">
              <a:ext uri="{FF2B5EF4-FFF2-40B4-BE49-F238E27FC236}">
                <a16:creationId xmlns:a16="http://schemas.microsoft.com/office/drawing/2014/main" id="{C19AB75D-7029-4ED7-9A3B-56920190F697}"/>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모델 서명·청킹 설정 변경 시 전체 재임베딩  /  사라진 청크의 자동 삭제는 현재 미구현</a:t>
            </a:r>
          </a:p>
        </p:txBody>
      </p:sp>
      <p:sp>
        <p:nvSpPr>
          <p:cNvPr id="18" name="native-269">
            <a:extLst xmlns:a="http://schemas.openxmlformats.org/drawingml/2006/main">
              <a:ext uri="{FF2B5EF4-FFF2-40B4-BE49-F238E27FC236}">
                <a16:creationId xmlns:a16="http://schemas.microsoft.com/office/drawing/2014/main" id="{06BDDBE2-FB28-4346-8EA5-F8976EE9C8E0}"/>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11</a:t>
            </a:r>
          </a:p>
        </p:txBody>
      </p:sp>
    </p:spTree>
    <p:extLst>
      <p:ext uri="{BB962C8B-B14F-4D97-AF65-F5344CB8AC3E}">
        <p14:creationId xmlns:p14="http://schemas.microsoft.com/office/powerpoint/2010/main" val="15989166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native-99">
            <a:extLst xmlns:a="http://schemas.openxmlformats.org/drawingml/2006/main">
              <a:ext uri="{FF2B5EF4-FFF2-40B4-BE49-F238E27FC236}">
                <a16:creationId xmlns:a16="http://schemas.microsoft.com/office/drawing/2014/main" id="{EB66FE25-3095-4076-A7B0-BCE5CB6E5919}"/>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100">
            <a:extLst xmlns:a="http://schemas.openxmlformats.org/drawingml/2006/main">
              <a:ext uri="{FF2B5EF4-FFF2-40B4-BE49-F238E27FC236}">
                <a16:creationId xmlns:a16="http://schemas.microsoft.com/office/drawing/2014/main" id="{14E14571-3C4A-44D7-892E-0D283169F5AF}"/>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INDEXER  /  검색 준비 완료</a:t>
            </a:r>
          </a:p>
        </p:txBody>
      </p:sp>
      <p:sp>
        <p:nvSpPr>
          <p:cNvPr id="3" name="native-101">
            <a:extLst xmlns:a="http://schemas.openxmlformats.org/drawingml/2006/main">
              <a:ext uri="{FF2B5EF4-FFF2-40B4-BE49-F238E27FC236}">
                <a16:creationId xmlns:a16="http://schemas.microsoft.com/office/drawing/2014/main" id="{0C56E886-A81A-464A-ABB8-1CA2B884BCE8}"/>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키워드 인덱스와 활성 검색 세대 발행</a:t>
            </a:r>
          </a:p>
        </p:txBody>
      </p:sp>
      <p:sp>
        <p:nvSpPr>
          <p:cNvPr id="4" name="native-102">
            <a:extLst xmlns:a="http://schemas.openxmlformats.org/drawingml/2006/main">
              <a:ext uri="{FF2B5EF4-FFF2-40B4-BE49-F238E27FC236}">
                <a16:creationId xmlns:a16="http://schemas.microsoft.com/office/drawing/2014/main" id="{A36FE8B8-0B57-4D2E-8CB2-52ABB0757179}"/>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Vector는 의미를, BM25는 단어의 일치를 찾아주는 검색 경로</a:t>
            </a:r>
          </a:p>
        </p:txBody>
      </p:sp>
      <p:sp>
        <p:nvSpPr>
          <p:cNvPr id="5" name="native-103">
            <a:extLst xmlns:a="http://schemas.openxmlformats.org/drawingml/2006/main">
              <a:ext uri="{FF2B5EF4-FFF2-40B4-BE49-F238E27FC236}">
                <a16:creationId xmlns:a16="http://schemas.microsoft.com/office/drawing/2014/main" id="{AB954EC1-1D8F-41D0-9A32-835D79B9C34E}"/>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104">
            <a:extLst xmlns:a="http://schemas.openxmlformats.org/drawingml/2006/main">
              <a:ext uri="{FF2B5EF4-FFF2-40B4-BE49-F238E27FC236}">
                <a16:creationId xmlns:a16="http://schemas.microsoft.com/office/drawing/2014/main" id="{9A7040CA-F260-4673-9F6B-81C887169712}"/>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105">
            <a:extLst xmlns:a="http://schemas.openxmlformats.org/drawingml/2006/main">
              <a:ext uri="{FF2B5EF4-FFF2-40B4-BE49-F238E27FC236}">
                <a16:creationId xmlns:a16="http://schemas.microsoft.com/office/drawing/2014/main" id="{8369C2D0-1ACA-49CD-9967-F5FAC5913053}"/>
              </a:ext>
            </a:extLst>
          </p:cNvPr>
          <p:cNvSpPr>
            <a:spLocks xmlns:a="http://schemas.openxmlformats.org/drawingml/2006/main" noGrp="1"/>
          </p:cNvSpPr>
          <p:nvPr/>
        </p:nvSpPr>
        <p:spPr>
          <a:xfrm xmlns:a="http://schemas.openxmlformats.org/drawingml/2006/main">
            <a:off x="685800" y="2552700"/>
            <a:ext cx="3000375" cy="10668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950" b="1">
                <a:solidFill>
                  <a:srgbClr val="17365D"/>
                </a:solidFill>
                <a:latin typeface="Pretendard"/>
                <a:ea typeface="Pretendard"/>
                <a:cs typeface="Pretendard"/>
              </a:defRPr>
            </a:pPr>
            <a:r>
              <a:rPr sz="1950" b="1">
                <a:solidFill>
                  <a:srgbClr val="17365D"/>
                </a:solidFill>
                <a:latin typeface="Pretendard"/>
                <a:ea typeface="Pretendard"/>
                <a:cs typeface="Pretendard"/>
              </a:rPr>
              <a:t>Chroma 건수·ID 확인</a:t>
            </a:r>
          </a:p>
        </p:txBody>
      </p:sp>
      <p:sp>
        <p:nvSpPr>
          <p:cNvPr id="8" name="native-106">
            <a:extLst xmlns:a="http://schemas.openxmlformats.org/drawingml/2006/main">
              <a:ext uri="{FF2B5EF4-FFF2-40B4-BE49-F238E27FC236}">
                <a16:creationId xmlns:a16="http://schemas.microsoft.com/office/drawing/2014/main" id="{94A00526-392D-4D44-8533-E7C559E2A25B}"/>
              </a:ext>
            </a:extLst>
          </p:cNvPr>
          <p:cNvSpPr>
            <a:spLocks xmlns:a="http://schemas.openxmlformats.org/drawingml/2006/main" noGrp="1"/>
          </p:cNvSpPr>
          <p:nvPr/>
        </p:nvSpPr>
        <p:spPr>
          <a:xfrm xmlns:a="http://schemas.openxmlformats.org/drawingml/2006/main">
            <a:off x="4105275" y="2552700"/>
            <a:ext cx="3000375" cy="10668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950" b="1">
                <a:solidFill>
                  <a:srgbClr val="17365D"/>
                </a:solidFill>
                <a:latin typeface="Pretendard"/>
                <a:ea typeface="Pretendard"/>
                <a:cs typeface="Pretendard"/>
              </a:defRPr>
            </a:pPr>
            <a:r>
              <a:rPr sz="1950" b="1">
                <a:solidFill>
                  <a:srgbClr val="17365D"/>
                </a:solidFill>
                <a:latin typeface="Pretendard"/>
                <a:ea typeface="Pretendard"/>
                <a:cs typeface="Pretendard"/>
              </a:rPr>
              <a:t>전체 corpus 구성</a:t>
            </a:r>
          </a:p>
        </p:txBody>
      </p:sp>
      <p:sp>
        <p:nvSpPr>
          <p:cNvPr id="9" name="native-107">
            <a:extLst xmlns:a="http://schemas.openxmlformats.org/drawingml/2006/main">
              <a:ext uri="{FF2B5EF4-FFF2-40B4-BE49-F238E27FC236}">
                <a16:creationId xmlns:a16="http://schemas.microsoft.com/office/drawing/2014/main" id="{96305216-07E0-4421-BEBD-A40733D99E35}"/>
              </a:ext>
            </a:extLst>
          </p:cNvPr>
          <p:cNvSpPr>
            <a:spLocks xmlns:a="http://schemas.openxmlformats.org/drawingml/2006/main" noGrp="1"/>
          </p:cNvSpPr>
          <p:nvPr/>
        </p:nvSpPr>
        <p:spPr>
          <a:xfrm xmlns:a="http://schemas.openxmlformats.org/drawingml/2006/main">
            <a:off x="7524750" y="2552700"/>
            <a:ext cx="3000375" cy="10668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950" b="1">
                <a:solidFill>
                  <a:srgbClr val="17365D"/>
                </a:solidFill>
                <a:latin typeface="Pretendard"/>
                <a:ea typeface="Pretendard"/>
                <a:cs typeface="Pretendard"/>
              </a:defRPr>
            </a:pPr>
            <a:r>
              <a:rPr sz="1950" b="1">
                <a:solidFill>
                  <a:srgbClr val="17365D"/>
                </a:solidFill>
                <a:latin typeface="Pretendard"/>
                <a:ea typeface="Pretendard"/>
                <a:cs typeface="Pretendard"/>
              </a:rPr>
              <a:t>Kiwi 단어 분리</a:t>
            </a:r>
          </a:p>
        </p:txBody>
      </p:sp>
      <p:sp>
        <p:nvSpPr>
          <p:cNvPr id="10" name="native-108">
            <a:extLst xmlns:a="http://schemas.openxmlformats.org/drawingml/2006/main">
              <a:ext uri="{FF2B5EF4-FFF2-40B4-BE49-F238E27FC236}">
                <a16:creationId xmlns:a16="http://schemas.microsoft.com/office/drawing/2014/main" id="{8F4739BD-88D4-4E6A-8D8C-893F321585F1}"/>
              </a:ext>
            </a:extLst>
          </p:cNvPr>
          <p:cNvSpPr>
            <a:spLocks xmlns:a="http://schemas.openxmlformats.org/drawingml/2006/main" noGrp="1"/>
          </p:cNvSpPr>
          <p:nvPr/>
        </p:nvSpPr>
        <p:spPr>
          <a:xfrm xmlns:a="http://schemas.openxmlformats.org/drawingml/2006/main">
            <a:off x="10944225" y="2552700"/>
            <a:ext cx="3000375" cy="10668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950" b="1">
                <a:solidFill>
                  <a:srgbClr val="17365D"/>
                </a:solidFill>
                <a:latin typeface="Pretendard"/>
                <a:ea typeface="Pretendard"/>
                <a:cs typeface="Pretendard"/>
              </a:defRPr>
            </a:pPr>
            <a:r>
              <a:rPr sz="1950" b="1">
                <a:solidFill>
                  <a:srgbClr val="17365D"/>
                </a:solidFill>
                <a:latin typeface="Pretendard"/>
                <a:ea typeface="Pretendard"/>
                <a:cs typeface="Pretendard"/>
              </a:rPr>
              <a:t>BM25S 인덱스 생성</a:t>
            </a:r>
          </a:p>
        </p:txBody>
      </p: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3686175" y="3086100"/>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32" name=""/>
          <p:cNvCxnSpPr>
            <a:stCxn xmlns:a="http://schemas.openxmlformats.org/drawingml/2006/main" id="8" idx="3"/>
            <a:endCxn xmlns:a="http://schemas.openxmlformats.org/drawingml/2006/main" id="9" idx="1"/>
          </p:cNvCxnSpPr>
          <p:nvPr/>
        </p:nvCxnSpPr>
        <p:spPr>
          <a:xfrm xmlns:a="http://schemas.openxmlformats.org/drawingml/2006/main">
            <a:off x="7105650" y="3086100"/>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33" name=""/>
          <p:cNvCxnSpPr>
            <a:stCxn xmlns:a="http://schemas.openxmlformats.org/drawingml/2006/main" id="9" idx="3"/>
            <a:endCxn xmlns:a="http://schemas.openxmlformats.org/drawingml/2006/main" id="10" idx="1"/>
          </p:cNvCxnSpPr>
          <p:nvPr/>
        </p:nvCxnSpPr>
        <p:spPr>
          <a:xfrm xmlns:a="http://schemas.openxmlformats.org/drawingml/2006/main">
            <a:off x="10525125" y="3086100"/>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sp>
        <p:nvSpPr>
          <p:cNvPr id="14" name="native-109">
            <a:extLst xmlns:a="http://schemas.openxmlformats.org/drawingml/2006/main">
              <a:ext uri="{FF2B5EF4-FFF2-40B4-BE49-F238E27FC236}">
                <a16:creationId xmlns:a16="http://schemas.microsoft.com/office/drawing/2014/main" id="{D03FD379-BB0B-47D5-9CB8-D13285B56229}"/>
              </a:ext>
            </a:extLst>
          </p:cNvPr>
          <p:cNvSpPr>
            <a:spLocks xmlns:a="http://schemas.openxmlformats.org/drawingml/2006/main" noGrp="1"/>
          </p:cNvSpPr>
          <p:nvPr/>
        </p:nvSpPr>
        <p:spPr>
          <a:xfrm xmlns:a="http://schemas.openxmlformats.org/drawingml/2006/main">
            <a:off x="685800" y="4524375"/>
            <a:ext cx="5762625" cy="120015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새 generation 폴더</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corpus + BM25 + 카드명 사전</a:t>
            </a:r>
          </a:p>
        </p:txBody>
      </p:sp>
      <p:sp>
        <p:nvSpPr>
          <p:cNvPr id="15" name="native-110">
            <a:extLst xmlns:a="http://schemas.openxmlformats.org/drawingml/2006/main">
              <a:ext uri="{FF2B5EF4-FFF2-40B4-BE49-F238E27FC236}">
                <a16:creationId xmlns:a16="http://schemas.microsoft.com/office/drawing/2014/main" id="{556E735D-F1F3-4AD2-907D-CD9EDC766460}"/>
              </a:ext>
            </a:extLst>
          </p:cNvPr>
          <p:cNvSpPr>
            <a:spLocks xmlns:a="http://schemas.openxmlformats.org/drawingml/2006/main" noGrp="1"/>
          </p:cNvSpPr>
          <p:nvPr/>
        </p:nvSpPr>
        <p:spPr>
          <a:xfrm xmlns:a="http://schemas.openxmlformats.org/drawingml/2006/main">
            <a:off x="7886700" y="4524375"/>
            <a:ext cx="6057900" cy="1200150"/>
          </a:xfrm>
          <a:prstGeom xmlns:a="http://schemas.openxmlformats.org/drawingml/2006/main" prst="rect">
            <a:avLst/>
          </a:prstGeom>
          <a:solidFill xmlns:a="http://schemas.openxmlformats.org/drawingml/2006/main">
            <a:srgbClr val="17365D"/>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active_index.json</a:t>
            </a:r>
          </a:p>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새 검색 세대 가리키기</a:t>
            </a:r>
          </a:p>
        </p:txBody>
      </p:sp>
      <p:cxnSp>
        <p:nvCxnSpPr>
          <p:cNvPr id="36" name=""/>
          <p:cNvCxnSpPr>
            <a:stCxn xmlns:a="http://schemas.openxmlformats.org/drawingml/2006/main" id="14" idx="3"/>
            <a:endCxn xmlns:a="http://schemas.openxmlformats.org/drawingml/2006/main" id="15" idx="1"/>
          </p:cNvCxnSpPr>
          <p:nvPr/>
        </p:nvCxnSpPr>
        <p:spPr>
          <a:xfrm xmlns:a="http://schemas.openxmlformats.org/drawingml/2006/main">
            <a:off x="6448425" y="5124450"/>
            <a:ext cx="1438275"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37" name=""/>
          <p:cNvCxnSpPr>
            <a:stCxn xmlns:a="http://schemas.openxmlformats.org/drawingml/2006/main" id="10" idx="2"/>
            <a:endCxn xmlns:a="http://schemas.openxmlformats.org/drawingml/2006/main" id="14" idx="0"/>
          </p:cNvCxnSpPr>
          <p:nvPr/>
        </p:nvCxnSpPr>
        <p:spPr>
          <a:xfrm xmlns:a="http://schemas.openxmlformats.org/drawingml/2006/main" flipH="1">
            <a:off x="3567113" y="3619500"/>
            <a:ext cx="8877300" cy="904875"/>
          </a:xfrm>
          <a:prstGeom xmlns:a="http://schemas.openxmlformats.org/drawingml/2006/main" prst="bentConnector4">
            <a:avLst>
              <a:gd name="adj1" fmla="val 0"/>
              <a:gd name="adj2" fmla="val 50000"/>
            </a:avLst>
          </a:prstGeom>
          <a:ln xmlns:a="http://schemas.openxmlformats.org/drawingml/2006/main" w="20955">
            <a:solidFill>
              <a:srgbClr val="0070C0"/>
            </a:solidFill>
            <a:tailEnd type="triangle" w="sm" len="sm"/>
          </a:ln>
        </p:spPr>
      </p:cxnSp>
      <p:sp>
        <p:nvSpPr>
          <p:cNvPr id="18" name="native-111">
            <a:extLst xmlns:a="http://schemas.openxmlformats.org/drawingml/2006/main">
              <a:ext uri="{FF2B5EF4-FFF2-40B4-BE49-F238E27FC236}">
                <a16:creationId xmlns:a16="http://schemas.microsoft.com/office/drawing/2014/main" id="{1DFDCE5B-091E-4BC1-99E5-B55DA5A27294}"/>
              </a:ext>
            </a:extLst>
          </p:cNvPr>
          <p:cNvSpPr>
            <a:spLocks xmlns:a="http://schemas.openxmlformats.org/drawingml/2006/main" noGrp="1"/>
          </p:cNvSpPr>
          <p:nvPr/>
        </p:nvSpPr>
        <p:spPr>
          <a:xfrm xmlns:a="http://schemas.openxmlformats.org/drawingml/2006/main">
            <a:off x="685800" y="6029325"/>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008E91"/>
                </a:solidFill>
                <a:latin typeface="Pretendard"/>
                <a:ea typeface="Pretendard"/>
                <a:cs typeface="Pretendard"/>
              </a:defRPr>
            </a:pPr>
            <a:r>
              <a:rPr sz="1875" b="1">
                <a:solidFill>
                  <a:srgbClr val="008E91"/>
                </a:solidFill>
                <a:latin typeface="Pretendard"/>
                <a:ea typeface="Pretendard"/>
                <a:cs typeface="Pretendard"/>
              </a:rPr>
              <a:t>카드명 64개를 사용자 사전으로 생성</a:t>
            </a:r>
          </a:p>
        </p:txBody>
      </p:sp>
      <p:sp>
        <p:nvSpPr>
          <p:cNvPr id="19" name="native-112">
            <a:extLst xmlns:a="http://schemas.openxmlformats.org/drawingml/2006/main">
              <a:ext uri="{FF2B5EF4-FFF2-40B4-BE49-F238E27FC236}">
                <a16:creationId xmlns:a16="http://schemas.microsoft.com/office/drawing/2014/main" id="{95F3CA2F-88B2-4A72-930D-64AD3B056064}"/>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현재 저장 청크 485개  =  D1 53개 + D2 336개 + D3 96개  /  2026.09.20 확인</a:t>
            </a:r>
          </a:p>
        </p:txBody>
      </p:sp>
      <p:sp>
        <p:nvSpPr>
          <p:cNvPr id="20" name="native-270">
            <a:extLst xmlns:a="http://schemas.openxmlformats.org/drawingml/2006/main">
              <a:ext uri="{FF2B5EF4-FFF2-40B4-BE49-F238E27FC236}">
                <a16:creationId xmlns:a16="http://schemas.microsoft.com/office/drawing/2014/main" id="{56BFEFF2-782D-43D4-808D-A2E7F0B619FF}"/>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12</a:t>
            </a:r>
          </a:p>
        </p:txBody>
      </p:sp>
    </p:spTree>
    <p:extLst>
      <p:ext uri="{BB962C8B-B14F-4D97-AF65-F5344CB8AC3E}">
        <p14:creationId xmlns:p14="http://schemas.microsoft.com/office/powerpoint/2010/main" val="16840835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native-113">
            <a:extLst xmlns:a="http://schemas.openxmlformats.org/drawingml/2006/main">
              <a:ext uri="{FF2B5EF4-FFF2-40B4-BE49-F238E27FC236}">
                <a16:creationId xmlns:a16="http://schemas.microsoft.com/office/drawing/2014/main" id="{4ACB1CF9-EC92-45BC-B652-C2017F96243E}"/>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114">
            <a:extLst xmlns:a="http://schemas.openxmlformats.org/drawingml/2006/main">
              <a:ext uri="{FF2B5EF4-FFF2-40B4-BE49-F238E27FC236}">
                <a16:creationId xmlns:a16="http://schemas.microsoft.com/office/drawing/2014/main" id="{212802B4-D3A4-4415-9994-DB3E5AC05939}"/>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RETRIEVER  /  전체 구조 1</a:t>
            </a:r>
          </a:p>
        </p:txBody>
      </p:sp>
      <p:sp>
        <p:nvSpPr>
          <p:cNvPr id="3" name="native-115">
            <a:extLst xmlns:a="http://schemas.openxmlformats.org/drawingml/2006/main">
              <a:ext uri="{FF2B5EF4-FFF2-40B4-BE49-F238E27FC236}">
                <a16:creationId xmlns:a16="http://schemas.microsoft.com/office/drawing/2014/main" id="{CCDA4E22-E31F-4FAA-994B-F37C8528BB0A}"/>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Retriever 검색 흐름</a:t>
            </a:r>
          </a:p>
        </p:txBody>
      </p:sp>
      <p:sp>
        <p:nvSpPr>
          <p:cNvPr id="4" name="native-116">
            <a:extLst xmlns:a="http://schemas.openxmlformats.org/drawingml/2006/main">
              <a:ext uri="{FF2B5EF4-FFF2-40B4-BE49-F238E27FC236}">
                <a16:creationId xmlns:a16="http://schemas.microsoft.com/office/drawing/2014/main" id="{895A15D4-9FAA-4586-AE2F-39605BFC9B1B}"/>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원 질문 검색을 출발점으로, 필요할 때 질문을 바꾸고 후보를 다시 정렬</a:t>
            </a:r>
          </a:p>
        </p:txBody>
      </p:sp>
      <p:sp>
        <p:nvSpPr>
          <p:cNvPr id="5" name="native-117">
            <a:extLst xmlns:a="http://schemas.openxmlformats.org/drawingml/2006/main">
              <a:ext uri="{FF2B5EF4-FFF2-40B4-BE49-F238E27FC236}">
                <a16:creationId xmlns:a16="http://schemas.microsoft.com/office/drawing/2014/main" id="{9A4A993E-ED06-4FDC-9FC2-428DC068FBA0}"/>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118">
            <a:extLst xmlns:a="http://schemas.openxmlformats.org/drawingml/2006/main">
              <a:ext uri="{FF2B5EF4-FFF2-40B4-BE49-F238E27FC236}">
                <a16:creationId xmlns:a16="http://schemas.microsoft.com/office/drawing/2014/main" id="{F09B2789-3D66-4B94-B9B8-85F44255CFBC}"/>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119">
            <a:extLst xmlns:a="http://schemas.openxmlformats.org/drawingml/2006/main">
              <a:ext uri="{FF2B5EF4-FFF2-40B4-BE49-F238E27FC236}">
                <a16:creationId xmlns:a16="http://schemas.microsoft.com/office/drawing/2014/main" id="{4AF46703-61D8-4F69-BE43-8525CE75FFB6}"/>
              </a:ext>
            </a:extLst>
          </p:cNvPr>
          <p:cNvSpPr>
            <a:spLocks xmlns:a="http://schemas.openxmlformats.org/drawingml/2006/main" noGrp="1"/>
          </p:cNvSpPr>
          <p:nvPr/>
        </p:nvSpPr>
        <p:spPr>
          <a:xfrm xmlns:a="http://schemas.openxmlformats.org/drawingml/2006/main">
            <a:off x="685800" y="2543175"/>
            <a:ext cx="4140200" cy="111442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1  요청·인덱스 확인</a:t>
            </a:r>
          </a:p>
        </p:txBody>
      </p:sp>
      <p:sp>
        <p:nvSpPr>
          <p:cNvPr id="8" name="native-120">
            <a:extLst xmlns:a="http://schemas.openxmlformats.org/drawingml/2006/main">
              <a:ext uri="{FF2B5EF4-FFF2-40B4-BE49-F238E27FC236}">
                <a16:creationId xmlns:a16="http://schemas.microsoft.com/office/drawing/2014/main" id="{E29A6616-4EBD-420A-8952-EA458A3AE763}"/>
              </a:ext>
            </a:extLst>
          </p:cNvPr>
          <p:cNvSpPr>
            <a:spLocks xmlns:a="http://schemas.openxmlformats.org/drawingml/2006/main" noGrp="1"/>
          </p:cNvSpPr>
          <p:nvPr/>
        </p:nvSpPr>
        <p:spPr>
          <a:xfrm xmlns:a="http://schemas.openxmlformats.org/drawingml/2006/main">
            <a:off x="5245100" y="2543175"/>
            <a:ext cx="4140200" cy="111442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2  원 질문 Vector 검색</a:t>
            </a:r>
          </a:p>
        </p:txBody>
      </p:sp>
      <p:sp>
        <p:nvSpPr>
          <p:cNvPr id="9" name="native-121">
            <a:extLst xmlns:a="http://schemas.openxmlformats.org/drawingml/2006/main">
              <a:ext uri="{FF2B5EF4-FFF2-40B4-BE49-F238E27FC236}">
                <a16:creationId xmlns:a16="http://schemas.microsoft.com/office/drawing/2014/main" id="{30EEDF4A-9B59-4C28-AB61-4A9C8A0A53DF}"/>
              </a:ext>
            </a:extLst>
          </p:cNvPr>
          <p:cNvSpPr>
            <a:spLocks xmlns:a="http://schemas.openxmlformats.org/drawingml/2006/main" noGrp="1"/>
          </p:cNvSpPr>
          <p:nvPr/>
        </p:nvSpPr>
        <p:spPr>
          <a:xfrm xmlns:a="http://schemas.openxmlformats.org/drawingml/2006/main">
            <a:off x="9804400" y="2543175"/>
            <a:ext cx="4140200" cy="111442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3  질문 변환 여부 판단</a:t>
            </a:r>
          </a:p>
        </p:txBody>
      </p:sp>
      <p:cxnSp>
        <p:nvCxnSpPr>
          <p:cNvPr id="29" name=""/>
          <p:cNvCxnSpPr>
            <a:stCxn xmlns:a="http://schemas.openxmlformats.org/drawingml/2006/main" id="7" idx="3"/>
            <a:endCxn xmlns:a="http://schemas.openxmlformats.org/drawingml/2006/main" id="8" idx="1"/>
          </p:cNvCxnSpPr>
          <p:nvPr/>
        </p:nvCxnSpPr>
        <p:spPr>
          <a:xfrm xmlns:a="http://schemas.openxmlformats.org/drawingml/2006/main">
            <a:off x="4826000" y="3100388"/>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a:off x="9385300" y="3100388"/>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sp>
        <p:nvSpPr>
          <p:cNvPr id="12" name="native-122">
            <a:extLst xmlns:a="http://schemas.openxmlformats.org/drawingml/2006/main">
              <a:ext uri="{FF2B5EF4-FFF2-40B4-BE49-F238E27FC236}">
                <a16:creationId xmlns:a16="http://schemas.microsoft.com/office/drawing/2014/main" id="{72299A14-3775-4DA9-933E-8752A099AA5A}"/>
              </a:ext>
            </a:extLst>
          </p:cNvPr>
          <p:cNvSpPr>
            <a:spLocks xmlns:a="http://schemas.openxmlformats.org/drawingml/2006/main" noGrp="1"/>
          </p:cNvSpPr>
          <p:nvPr/>
        </p:nvSpPr>
        <p:spPr>
          <a:xfrm xmlns:a="http://schemas.openxmlformats.org/drawingml/2006/main">
            <a:off x="685800" y="4676775"/>
            <a:ext cx="4140200" cy="132397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4  원 질문 결과 완성</a:t>
            </a:r>
          </a:p>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모드에 따라 BM25 추가</a:t>
            </a:r>
          </a:p>
        </p:txBody>
      </p:sp>
      <p:sp>
        <p:nvSpPr>
          <p:cNvPr id="13" name="native-123">
            <a:extLst xmlns:a="http://schemas.openxmlformats.org/drawingml/2006/main">
              <a:ext uri="{FF2B5EF4-FFF2-40B4-BE49-F238E27FC236}">
                <a16:creationId xmlns:a16="http://schemas.microsoft.com/office/drawing/2014/main" id="{AB0E91D4-7D74-4E3C-BFEB-808E2DD6BE4C}"/>
              </a:ext>
            </a:extLst>
          </p:cNvPr>
          <p:cNvSpPr>
            <a:spLocks xmlns:a="http://schemas.openxmlformats.org/drawingml/2006/main" noGrp="1"/>
          </p:cNvSpPr>
          <p:nvPr/>
        </p:nvSpPr>
        <p:spPr>
          <a:xfrm xmlns:a="http://schemas.openxmlformats.org/drawingml/2006/main">
            <a:off x="5245100" y="4676775"/>
            <a:ext cx="4140200" cy="132397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5  변환 질문별 검색</a:t>
            </a:r>
          </a:p>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변환 질문이 있을 때</a:t>
            </a:r>
          </a:p>
        </p:txBody>
      </p:sp>
      <p:sp>
        <p:nvSpPr>
          <p:cNvPr id="14" name="native-124">
            <a:extLst xmlns:a="http://schemas.openxmlformats.org/drawingml/2006/main">
              <a:ext uri="{FF2B5EF4-FFF2-40B4-BE49-F238E27FC236}">
                <a16:creationId xmlns:a16="http://schemas.microsoft.com/office/drawing/2014/main" id="{B477DD63-7B19-47CE-932A-5FB2FEAA204F}"/>
              </a:ext>
            </a:extLst>
          </p:cNvPr>
          <p:cNvSpPr>
            <a:spLocks xmlns:a="http://schemas.openxmlformats.org/drawingml/2006/main" noGrp="1"/>
          </p:cNvSpPr>
          <p:nvPr/>
        </p:nvSpPr>
        <p:spPr>
          <a:xfrm xmlns:a="http://schemas.openxmlformats.org/drawingml/2006/main">
            <a:off x="9804400" y="4676775"/>
            <a:ext cx="4140200" cy="132397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6  결과 병합·재정렬</a:t>
            </a:r>
          </a:p>
          <a:p xmlns:a="http://schemas.openxmlformats.org/drawingml/2006/main">
            <a:pPr algn="ctr">
              <a:defRPr sz="2025" b="1">
                <a:solidFill>
                  <a:srgbClr val="17365D"/>
                </a:solidFill>
                <a:latin typeface="Pretendard"/>
                <a:ea typeface="Pretendard"/>
                <a:cs typeface="Pretendard"/>
              </a:defRPr>
            </a:pPr>
            <a:r>
              <a:rPr sz="2025" b="1">
                <a:solidFill>
                  <a:srgbClr val="17365D"/>
                </a:solidFill>
                <a:latin typeface="Pretendard"/>
                <a:ea typeface="Pretendard"/>
                <a:cs typeface="Pretendard"/>
              </a:rPr>
              <a:t>검색 모드에 따라 처리</a:t>
            </a:r>
          </a:p>
        </p:txBody>
      </p:sp>
      <p:cxnSp>
        <p:nvCxnSpPr>
          <p:cNvPr id="34" name=""/>
          <p:cNvCxnSpPr>
            <a:stCxn xmlns:a="http://schemas.openxmlformats.org/drawingml/2006/main" id="12" idx="3"/>
            <a:endCxn xmlns:a="http://schemas.openxmlformats.org/drawingml/2006/main" id="13" idx="1"/>
          </p:cNvCxnSpPr>
          <p:nvPr/>
        </p:nvCxnSpPr>
        <p:spPr>
          <a:xfrm xmlns:a="http://schemas.openxmlformats.org/drawingml/2006/main">
            <a:off x="4826000" y="5338763"/>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35" name=""/>
          <p:cNvCxnSpPr>
            <a:stCxn xmlns:a="http://schemas.openxmlformats.org/drawingml/2006/main" id="13" idx="3"/>
            <a:endCxn xmlns:a="http://schemas.openxmlformats.org/drawingml/2006/main" id="14" idx="1"/>
          </p:cNvCxnSpPr>
          <p:nvPr/>
        </p:nvCxnSpPr>
        <p:spPr>
          <a:xfrm xmlns:a="http://schemas.openxmlformats.org/drawingml/2006/main">
            <a:off x="9385300" y="5338763"/>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36" name=""/>
          <p:cNvCxnSpPr>
            <a:stCxn xmlns:a="http://schemas.openxmlformats.org/drawingml/2006/main" id="9" idx="2"/>
            <a:endCxn xmlns:a="http://schemas.openxmlformats.org/drawingml/2006/main" id="12" idx="0"/>
          </p:cNvCxnSpPr>
          <p:nvPr/>
        </p:nvCxnSpPr>
        <p:spPr>
          <a:xfrm xmlns:a="http://schemas.openxmlformats.org/drawingml/2006/main" flipH="1">
            <a:off x="2755900" y="3657600"/>
            <a:ext cx="9118600" cy="1019175"/>
          </a:xfrm>
          <a:prstGeom xmlns:a="http://schemas.openxmlformats.org/drawingml/2006/main" prst="bentConnector4">
            <a:avLst>
              <a:gd name="adj1" fmla="val 0"/>
              <a:gd name="adj2" fmla="val 50000"/>
            </a:avLst>
          </a:prstGeom>
          <a:ln xmlns:a="http://schemas.openxmlformats.org/drawingml/2006/main" w="20955">
            <a:solidFill>
              <a:srgbClr val="0070C0"/>
            </a:solidFill>
            <a:tailEnd type="triangle" w="sm" len="sm"/>
          </a:ln>
        </p:spPr>
      </p:cxnSp>
      <p:sp>
        <p:nvSpPr>
          <p:cNvPr id="18" name="native-125">
            <a:extLst xmlns:a="http://schemas.openxmlformats.org/drawingml/2006/main">
              <a:ext uri="{FF2B5EF4-FFF2-40B4-BE49-F238E27FC236}">
                <a16:creationId xmlns:a16="http://schemas.microsoft.com/office/drawing/2014/main" id="{67F723BB-AD22-4674-89F4-F9CB36248829}"/>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vector·hybrid 계열을 구분하고, rerank 옵션은 후보를 다시 읽어 순위를 조정</a:t>
            </a:r>
          </a:p>
        </p:txBody>
      </p:sp>
      <p:sp>
        <p:nvSpPr>
          <p:cNvPr id="19" name="native-271">
            <a:extLst xmlns:a="http://schemas.openxmlformats.org/drawingml/2006/main">
              <a:ext uri="{FF2B5EF4-FFF2-40B4-BE49-F238E27FC236}">
                <a16:creationId xmlns:a16="http://schemas.microsoft.com/office/drawing/2014/main" id="{6134D9A1-FD52-4C2F-9E95-632C90756E4F}"/>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13</a:t>
            </a:r>
          </a:p>
        </p:txBody>
      </p:sp>
    </p:spTree>
    <p:extLst>
      <p:ext uri="{BB962C8B-B14F-4D97-AF65-F5344CB8AC3E}">
        <p14:creationId xmlns:p14="http://schemas.microsoft.com/office/powerpoint/2010/main" val="19618367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native-126">
            <a:extLst xmlns:a="http://schemas.openxmlformats.org/drawingml/2006/main">
              <a:ext uri="{FF2B5EF4-FFF2-40B4-BE49-F238E27FC236}">
                <a16:creationId xmlns:a16="http://schemas.microsoft.com/office/drawing/2014/main" id="{BC3AC944-2AD7-48EB-8749-DBFF6209462B}"/>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127">
            <a:extLst xmlns:a="http://schemas.openxmlformats.org/drawingml/2006/main">
              <a:ext uri="{FF2B5EF4-FFF2-40B4-BE49-F238E27FC236}">
                <a16:creationId xmlns:a16="http://schemas.microsoft.com/office/drawing/2014/main" id="{64894C98-4B35-437D-9250-04C88411A456}"/>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RETRIEVER  /  전체 구조 2</a:t>
            </a:r>
          </a:p>
        </p:txBody>
      </p:sp>
      <p:sp>
        <p:nvSpPr>
          <p:cNvPr id="3" name="native-128">
            <a:extLst xmlns:a="http://schemas.openxmlformats.org/drawingml/2006/main">
              <a:ext uri="{FF2B5EF4-FFF2-40B4-BE49-F238E27FC236}">
                <a16:creationId xmlns:a16="http://schemas.microsoft.com/office/drawing/2014/main" id="{42BCD0AF-F215-41EE-A319-4206F9BEAE4B}"/>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검색 결과를 근거 있는 답변으로 연결</a:t>
            </a:r>
          </a:p>
        </p:txBody>
      </p:sp>
      <p:sp>
        <p:nvSpPr>
          <p:cNvPr id="4" name="native-129">
            <a:extLst xmlns:a="http://schemas.openxmlformats.org/drawingml/2006/main">
              <a:ext uri="{FF2B5EF4-FFF2-40B4-BE49-F238E27FC236}">
                <a16:creationId xmlns:a16="http://schemas.microsoft.com/office/drawing/2014/main" id="{CD9F7DC1-9639-4E0A-87FE-1012D4F14C03}"/>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검색만 요청하면 결과를 반환하고, 답변 요청이면 생성·검증까지 진행</a:t>
            </a:r>
          </a:p>
        </p:txBody>
      </p:sp>
      <p:sp>
        <p:nvSpPr>
          <p:cNvPr id="5" name="native-130">
            <a:extLst xmlns:a="http://schemas.openxmlformats.org/drawingml/2006/main">
              <a:ext uri="{FF2B5EF4-FFF2-40B4-BE49-F238E27FC236}">
                <a16:creationId xmlns:a16="http://schemas.microsoft.com/office/drawing/2014/main" id="{0543F00C-45C0-4D8B-8092-FEEDA71A0251}"/>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131">
            <a:extLst xmlns:a="http://schemas.openxmlformats.org/drawingml/2006/main">
              <a:ext uri="{FF2B5EF4-FFF2-40B4-BE49-F238E27FC236}">
                <a16:creationId xmlns:a16="http://schemas.microsoft.com/office/drawing/2014/main" id="{C74CC06D-81F4-4084-B3D5-18CE8AF1F2CE}"/>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132">
            <a:extLst xmlns:a="http://schemas.openxmlformats.org/drawingml/2006/main">
              <a:ext uri="{FF2B5EF4-FFF2-40B4-BE49-F238E27FC236}">
                <a16:creationId xmlns:a16="http://schemas.microsoft.com/office/drawing/2014/main" id="{F228D3F3-0541-4CB1-95D3-5BA91B453DF6}"/>
              </a:ext>
            </a:extLst>
          </p:cNvPr>
          <p:cNvSpPr>
            <a:spLocks xmlns:a="http://schemas.openxmlformats.org/drawingml/2006/main" noGrp="1"/>
          </p:cNvSpPr>
          <p:nvPr/>
        </p:nvSpPr>
        <p:spPr>
          <a:xfrm xmlns:a="http://schemas.openxmlformats.org/drawingml/2006/main">
            <a:off x="685800" y="2571750"/>
            <a:ext cx="3000375" cy="124777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950" b="1">
                <a:solidFill>
                  <a:srgbClr val="17365D"/>
                </a:solidFill>
                <a:latin typeface="Pretendard"/>
                <a:ea typeface="Pretendard"/>
                <a:cs typeface="Pretendard"/>
              </a:defRPr>
            </a:pPr>
            <a:r>
              <a:rPr sz="1950" b="1">
                <a:solidFill>
                  <a:srgbClr val="17365D"/>
                </a:solidFill>
                <a:latin typeface="Pretendard"/>
                <a:ea typeface="Pretendard"/>
                <a:cs typeface="Pretendard"/>
              </a:rPr>
              <a:t>최종 검색 결과</a:t>
            </a:r>
          </a:p>
        </p:txBody>
      </p:sp>
      <p:sp>
        <p:nvSpPr>
          <p:cNvPr id="8" name="native-133">
            <a:extLst xmlns:a="http://schemas.openxmlformats.org/drawingml/2006/main">
              <a:ext uri="{FF2B5EF4-FFF2-40B4-BE49-F238E27FC236}">
                <a16:creationId xmlns:a16="http://schemas.microsoft.com/office/drawing/2014/main" id="{AD300CFF-4CCD-4705-983D-7A8D0505E698}"/>
              </a:ext>
            </a:extLst>
          </p:cNvPr>
          <p:cNvSpPr>
            <a:spLocks xmlns:a="http://schemas.openxmlformats.org/drawingml/2006/main" noGrp="1"/>
          </p:cNvSpPr>
          <p:nvPr/>
        </p:nvSpPr>
        <p:spPr>
          <a:xfrm xmlns:a="http://schemas.openxmlformats.org/drawingml/2006/main">
            <a:off x="4105275" y="2571750"/>
            <a:ext cx="3000375" cy="124777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950" b="1">
                <a:solidFill>
                  <a:srgbClr val="17365D"/>
                </a:solidFill>
                <a:latin typeface="Pretendard"/>
                <a:ea typeface="Pretendard"/>
                <a:cs typeface="Pretendard"/>
              </a:defRPr>
            </a:pPr>
            <a:r>
              <a:rPr sz="1950" b="1">
                <a:solidFill>
                  <a:srgbClr val="17365D"/>
                </a:solidFill>
                <a:latin typeface="Pretendard"/>
                <a:ea typeface="Pretendard"/>
                <a:cs typeface="Pretendard"/>
              </a:rPr>
              <a:t>답변 관문 0.62</a:t>
            </a:r>
          </a:p>
        </p:txBody>
      </p:sp>
      <p:sp>
        <p:nvSpPr>
          <p:cNvPr id="9" name="native-134">
            <a:extLst xmlns:a="http://schemas.openxmlformats.org/drawingml/2006/main">
              <a:ext uri="{FF2B5EF4-FFF2-40B4-BE49-F238E27FC236}">
                <a16:creationId xmlns:a16="http://schemas.microsoft.com/office/drawing/2014/main" id="{2A53A557-EB75-4C00-A642-F8F443C084B0}"/>
              </a:ext>
            </a:extLst>
          </p:cNvPr>
          <p:cNvSpPr>
            <a:spLocks xmlns:a="http://schemas.openxmlformats.org/drawingml/2006/main" noGrp="1"/>
          </p:cNvSpPr>
          <p:nvPr/>
        </p:nvSpPr>
        <p:spPr>
          <a:xfrm xmlns:a="http://schemas.openxmlformats.org/drawingml/2006/main">
            <a:off x="7524750" y="2571750"/>
            <a:ext cx="3000375" cy="124777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950" b="1">
                <a:solidFill>
                  <a:srgbClr val="17365D"/>
                </a:solidFill>
                <a:latin typeface="Pretendard"/>
                <a:ea typeface="Pretendard"/>
                <a:cs typeface="Pretendard"/>
              </a:defRPr>
            </a:pPr>
            <a:r>
              <a:rPr sz="1950" b="1">
                <a:solidFill>
                  <a:srgbClr val="17365D"/>
                </a:solidFill>
                <a:latin typeface="Pretendard"/>
                <a:ea typeface="Pretendard"/>
                <a:cs typeface="Pretendard"/>
              </a:rPr>
              <a:t>근거 프롬프트 구성</a:t>
            </a:r>
          </a:p>
        </p:txBody>
      </p:sp>
      <p:sp>
        <p:nvSpPr>
          <p:cNvPr id="10" name="native-135">
            <a:extLst xmlns:a="http://schemas.openxmlformats.org/drawingml/2006/main">
              <a:ext uri="{FF2B5EF4-FFF2-40B4-BE49-F238E27FC236}">
                <a16:creationId xmlns:a16="http://schemas.microsoft.com/office/drawing/2014/main" id="{32DD657D-9CC1-4D1C-8C99-93DCA25DBE4D}"/>
              </a:ext>
            </a:extLst>
          </p:cNvPr>
          <p:cNvSpPr>
            <a:spLocks xmlns:a="http://schemas.openxmlformats.org/drawingml/2006/main" noGrp="1"/>
          </p:cNvSpPr>
          <p:nvPr/>
        </p:nvSpPr>
        <p:spPr>
          <a:xfrm xmlns:a="http://schemas.openxmlformats.org/drawingml/2006/main">
            <a:off x="10944225" y="2571750"/>
            <a:ext cx="3000375" cy="124777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950" b="1">
                <a:solidFill>
                  <a:srgbClr val="17365D"/>
                </a:solidFill>
                <a:latin typeface="Pretendard"/>
                <a:ea typeface="Pretendard"/>
                <a:cs typeface="Pretendard"/>
              </a:defRPr>
            </a:pPr>
            <a:r>
              <a:rPr sz="1950" b="1">
                <a:solidFill>
                  <a:srgbClr val="17365D"/>
                </a:solidFill>
                <a:latin typeface="Pretendard"/>
                <a:ea typeface="Pretendard"/>
                <a:cs typeface="Pretendard"/>
              </a:rPr>
              <a:t>답변 생성·인용 검증</a:t>
            </a:r>
          </a:p>
        </p:txBody>
      </p:sp>
      <p:cxnSp>
        <p:nvCxnSpPr>
          <p:cNvPr id="30" name=""/>
          <p:cNvCxnSpPr>
            <a:stCxn xmlns:a="http://schemas.openxmlformats.org/drawingml/2006/main" id="7" idx="3"/>
            <a:endCxn xmlns:a="http://schemas.openxmlformats.org/drawingml/2006/main" id="8" idx="1"/>
          </p:cNvCxnSpPr>
          <p:nvPr/>
        </p:nvCxnSpPr>
        <p:spPr>
          <a:xfrm xmlns:a="http://schemas.openxmlformats.org/drawingml/2006/main">
            <a:off x="3686175" y="3195638"/>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31" name=""/>
          <p:cNvCxnSpPr>
            <a:stCxn xmlns:a="http://schemas.openxmlformats.org/drawingml/2006/main" id="8" idx="3"/>
            <a:endCxn xmlns:a="http://schemas.openxmlformats.org/drawingml/2006/main" id="9" idx="1"/>
          </p:cNvCxnSpPr>
          <p:nvPr/>
        </p:nvCxnSpPr>
        <p:spPr>
          <a:xfrm xmlns:a="http://schemas.openxmlformats.org/drawingml/2006/main">
            <a:off x="7105650" y="3195638"/>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32" name=""/>
          <p:cNvCxnSpPr>
            <a:stCxn xmlns:a="http://schemas.openxmlformats.org/drawingml/2006/main" id="9" idx="3"/>
            <a:endCxn xmlns:a="http://schemas.openxmlformats.org/drawingml/2006/main" id="10" idx="1"/>
          </p:cNvCxnSpPr>
          <p:nvPr/>
        </p:nvCxnSpPr>
        <p:spPr>
          <a:xfrm xmlns:a="http://schemas.openxmlformats.org/drawingml/2006/main">
            <a:off x="10525125" y="3195638"/>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sp>
        <p:nvSpPr>
          <p:cNvPr id="14" name="native-136">
            <a:extLst xmlns:a="http://schemas.openxmlformats.org/drawingml/2006/main">
              <a:ext uri="{FF2B5EF4-FFF2-40B4-BE49-F238E27FC236}">
                <a16:creationId xmlns:a16="http://schemas.microsoft.com/office/drawing/2014/main" id="{1AC56C60-9CF6-4493-A551-9C341B252C48}"/>
              </a:ext>
            </a:extLst>
          </p:cNvPr>
          <p:cNvSpPr>
            <a:spLocks xmlns:a="http://schemas.openxmlformats.org/drawingml/2006/main" noGrp="1"/>
          </p:cNvSpPr>
          <p:nvPr/>
        </p:nvSpPr>
        <p:spPr>
          <a:xfrm xmlns:a="http://schemas.openxmlformats.org/drawingml/2006/main">
            <a:off x="685800" y="4572000"/>
            <a:ext cx="3905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070C0"/>
                </a:solidFill>
                <a:latin typeface="Pretendard"/>
                <a:ea typeface="Pretendard"/>
                <a:cs typeface="Pretendard"/>
              </a:defRPr>
            </a:pPr>
            <a:r>
              <a:rPr sz="2775" b="1">
                <a:solidFill>
                  <a:srgbClr val="0070C0"/>
                </a:solidFill>
                <a:latin typeface="Pretendard"/>
                <a:ea typeface="Pretendard"/>
                <a:cs typeface="Pretendard"/>
              </a:rPr>
              <a:t>/search</a:t>
            </a:r>
          </a:p>
        </p:txBody>
      </p:sp>
      <p:sp>
        <p:nvSpPr>
          <p:cNvPr id="15" name="native-137">
            <a:extLst xmlns:a="http://schemas.openxmlformats.org/drawingml/2006/main">
              <a:ext uri="{FF2B5EF4-FFF2-40B4-BE49-F238E27FC236}">
                <a16:creationId xmlns:a16="http://schemas.microsoft.com/office/drawing/2014/main" id="{CB084A4D-1E78-4F7B-AD1A-824D6420F13C}"/>
              </a:ext>
            </a:extLst>
          </p:cNvPr>
          <p:cNvSpPr>
            <a:spLocks xmlns:a="http://schemas.openxmlformats.org/drawingml/2006/main" noGrp="1"/>
          </p:cNvSpPr>
          <p:nvPr/>
        </p:nvSpPr>
        <p:spPr>
          <a:xfrm xmlns:a="http://schemas.openxmlformats.org/drawingml/2006/main">
            <a:off x="685800" y="5229225"/>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순위와 근거 청크 반환</a:t>
            </a:r>
          </a:p>
        </p:txBody>
      </p:sp>
      <p:sp>
        <p:nvSpPr>
          <p:cNvPr id="16" name="native-138">
            <a:extLst xmlns:a="http://schemas.openxmlformats.org/drawingml/2006/main">
              <a:ext uri="{FF2B5EF4-FFF2-40B4-BE49-F238E27FC236}">
                <a16:creationId xmlns:a16="http://schemas.microsoft.com/office/drawing/2014/main" id="{CC2098B3-D0A6-4C44-86F3-A9C4222E32F1}"/>
              </a:ext>
            </a:extLst>
          </p:cNvPr>
          <p:cNvSpPr>
            <a:spLocks xmlns:a="http://schemas.openxmlformats.org/drawingml/2006/main" noGrp="1"/>
          </p:cNvSpPr>
          <p:nvPr/>
        </p:nvSpPr>
        <p:spPr>
          <a:xfrm xmlns:a="http://schemas.openxmlformats.org/drawingml/2006/main">
            <a:off x="6191250" y="4572000"/>
            <a:ext cx="7753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0070C0"/>
                </a:solidFill>
                <a:latin typeface="Pretendard"/>
                <a:ea typeface="Pretendard"/>
                <a:cs typeface="Pretendard"/>
              </a:defRPr>
            </a:pPr>
            <a:r>
              <a:rPr sz="2550" b="1">
                <a:solidFill>
                  <a:srgbClr val="0070C0"/>
                </a:solidFill>
                <a:latin typeface="Pretendard"/>
                <a:ea typeface="Pretendard"/>
                <a:cs typeface="Pretendard"/>
              </a:rPr>
              <a:t>/answer 또는 /answer/stream</a:t>
            </a:r>
          </a:p>
        </p:txBody>
      </p:sp>
      <p:sp>
        <p:nvSpPr>
          <p:cNvPr id="17" name="native-139">
            <a:extLst xmlns:a="http://schemas.openxmlformats.org/drawingml/2006/main">
              <a:ext uri="{FF2B5EF4-FFF2-40B4-BE49-F238E27FC236}">
                <a16:creationId xmlns:a16="http://schemas.microsoft.com/office/drawing/2014/main" id="{11696CE8-5CBB-4BF8-A2B5-4FB7670781C4}"/>
              </a:ext>
            </a:extLst>
          </p:cNvPr>
          <p:cNvSpPr>
            <a:spLocks xmlns:a="http://schemas.openxmlformats.org/drawingml/2006/main" noGrp="1"/>
          </p:cNvSpPr>
          <p:nvPr/>
        </p:nvSpPr>
        <p:spPr>
          <a:xfrm xmlns:a="http://schemas.openxmlformats.org/drawingml/2006/main">
            <a:off x="6191250" y="5229225"/>
            <a:ext cx="77533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관문 미달이면 needs_check</a:t>
            </a:r>
          </a:p>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검증 오류는 정해진 상한 안에서 수정</a:t>
            </a:r>
          </a:p>
        </p:txBody>
      </p:sp>
      <p:sp>
        <p:nvSpPr>
          <p:cNvPr id="18" name="native-140">
            <a:extLst xmlns:a="http://schemas.openxmlformats.org/drawingml/2006/main">
              <a:ext uri="{FF2B5EF4-FFF2-40B4-BE49-F238E27FC236}">
                <a16:creationId xmlns:a16="http://schemas.microsoft.com/office/drawing/2014/main" id="{9A6C7CE7-0255-4045-9B2B-E548CC726BEF}"/>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최종 1위 문서의 vector_score로 답변 생성 여부 판단  /  융합·리랭크 점수는 사용하지 않음</a:t>
            </a:r>
          </a:p>
        </p:txBody>
      </p:sp>
      <p:sp>
        <p:nvSpPr>
          <p:cNvPr id="19" name="native-272">
            <a:extLst xmlns:a="http://schemas.openxmlformats.org/drawingml/2006/main">
              <a:ext uri="{FF2B5EF4-FFF2-40B4-BE49-F238E27FC236}">
                <a16:creationId xmlns:a16="http://schemas.microsoft.com/office/drawing/2014/main" id="{558FFABF-D4C3-4223-978E-EE89A679E8E0}"/>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14</a:t>
            </a:r>
          </a:p>
        </p:txBody>
      </p:sp>
    </p:spTree>
    <p:extLst>
      <p:ext uri="{BB962C8B-B14F-4D97-AF65-F5344CB8AC3E}">
        <p14:creationId xmlns:p14="http://schemas.microsoft.com/office/powerpoint/2010/main" val="16840835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native-141">
            <a:extLst xmlns:a="http://schemas.openxmlformats.org/drawingml/2006/main">
              <a:ext uri="{FF2B5EF4-FFF2-40B4-BE49-F238E27FC236}">
                <a16:creationId xmlns:a16="http://schemas.microsoft.com/office/drawing/2014/main" id="{1E7277FF-79EB-4EE6-95B8-F80F97A4800E}"/>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142">
            <a:extLst xmlns:a="http://schemas.openxmlformats.org/drawingml/2006/main">
              <a:ext uri="{FF2B5EF4-FFF2-40B4-BE49-F238E27FC236}">
                <a16:creationId xmlns:a16="http://schemas.microsoft.com/office/drawing/2014/main" id="{F91609FB-D9A0-4E2E-9C27-92A373168BC4}"/>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RETRIEVER  /  검색 방식</a:t>
            </a:r>
          </a:p>
        </p:txBody>
      </p:sp>
      <p:sp>
        <p:nvSpPr>
          <p:cNvPr id="3" name="native-143">
            <a:extLst xmlns:a="http://schemas.openxmlformats.org/drawingml/2006/main">
              <a:ext uri="{FF2B5EF4-FFF2-40B4-BE49-F238E27FC236}">
                <a16:creationId xmlns:a16="http://schemas.microsoft.com/office/drawing/2014/main" id="{3E38025A-AFF4-4EB5-A850-117752642BB0}"/>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네 가지 검색 모드</a:t>
            </a:r>
          </a:p>
        </p:txBody>
      </p:sp>
      <p:sp>
        <p:nvSpPr>
          <p:cNvPr id="4" name="native-144">
            <a:extLst xmlns:a="http://schemas.openxmlformats.org/drawingml/2006/main">
              <a:ext uri="{FF2B5EF4-FFF2-40B4-BE49-F238E27FC236}">
                <a16:creationId xmlns:a16="http://schemas.microsoft.com/office/drawing/2014/main" id="{F5477954-CE7D-492C-BCA5-9FCC36FD5A90}"/>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기본 top_k=5일 때, 재정렬 모드는 후보를 더 넉넉하게 확보</a:t>
            </a:r>
          </a:p>
        </p:txBody>
      </p:sp>
      <p:sp>
        <p:nvSpPr>
          <p:cNvPr id="5" name="native-145">
            <a:extLst xmlns:a="http://schemas.openxmlformats.org/drawingml/2006/main">
              <a:ext uri="{FF2B5EF4-FFF2-40B4-BE49-F238E27FC236}">
                <a16:creationId xmlns:a16="http://schemas.microsoft.com/office/drawing/2014/main" id="{78CF052A-229E-4A38-9686-31E45FC9EF15}"/>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146">
            <a:extLst xmlns:a="http://schemas.openxmlformats.org/drawingml/2006/main">
              <a:ext uri="{FF2B5EF4-FFF2-40B4-BE49-F238E27FC236}">
                <a16:creationId xmlns:a16="http://schemas.microsoft.com/office/drawing/2014/main" id="{2073B002-B56B-4B7E-8972-E03BFAB49346}"/>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graphicFrame>
        <p:nvGraphicFramePr>
          <p:cNvPr id="16" name=""/>
          <p:cNvGraphicFramePr/>
          <p:nvPr/>
        </p:nvGraphicFramePr>
        <p:xfrm>
          <a:off xmlns:a="http://schemas.openxmlformats.org/drawingml/2006/main" x="685800" y="2552700"/>
          <a:ext xmlns:a="http://schemas.openxmlformats.org/drawingml/2006/main" cx="13258800" cy="3562350"/>
        </p:xfrm>
        <a:graphic xmlns:a="http://schemas.openxmlformats.org/drawingml/2006/main">
          <a:graphicData uri="http://schemas.openxmlformats.org/drawingml/2006/table">
            <a:tbl>
              <a:tblPr/>
              <a:tblGrid>
                <a:gridCol w="3257550"/>
                <a:gridCol w="4362450"/>
                <a:gridCol w="3905250"/>
                <a:gridCol w="1733550"/>
              </a:tblGrid>
              <a:tr h="712470">
                <a:tc>
                  <a:txBody>
                    <a:bodyPr lIns="152400" tIns="95250" rIns="152400" bIns="95250"/>
                    <a:lstStyle/>
                    <a:p>
                      <a:r>
                        <a:rPr sz="1875" b="1">
                          <a:solidFill>
                            <a:srgbClr val="FFFFFF"/>
                          </a:solidFill>
                          <a:latin typeface="Pretendard"/>
                          <a:ea typeface="Pretendard"/>
                          <a:cs typeface="Pretendard"/>
                        </a:rPr>
                        <a:t>모드</a:t>
                      </a:r>
                    </a:p>
                  </a:txBody>
                  <a:tcPr marL="91440" marR="91440" marT="45720" marB="45720" anchor="ctr">
                    <a:solidFill>
                      <a:srgbClr val="17365D"/>
                    </a:solidFill>
                  </a:tcPr>
                </a:tc>
                <a:tc>
                  <a:txBody>
                    <a:bodyPr lIns="152400" tIns="95250" rIns="152400" bIns="95250"/>
                    <a:lstStyle/>
                    <a:p>
                      <a:r>
                        <a:rPr sz="1875" b="1">
                          <a:solidFill>
                            <a:srgbClr val="FFFFFF"/>
                          </a:solidFill>
                          <a:latin typeface="Pretendard"/>
                          <a:ea typeface="Pretendard"/>
                          <a:cs typeface="Pretendard"/>
                        </a:rPr>
                        <a:t>원시 후보 검색</a:t>
                      </a:r>
                    </a:p>
                  </a:txBody>
                  <a:tcPr marL="91440" marR="91440" marT="45720" marB="45720" anchor="ctr">
                    <a:solidFill>
                      <a:srgbClr val="17365D"/>
                    </a:solidFill>
                  </a:tcPr>
                </a:tc>
                <a:tc>
                  <a:txBody>
                    <a:bodyPr lIns="152400" tIns="95250" rIns="152400" bIns="95250"/>
                    <a:lstStyle/>
                    <a:p>
                      <a:r>
                        <a:rPr sz="1875" b="1">
                          <a:solidFill>
                            <a:srgbClr val="FFFFFF"/>
                          </a:solidFill>
                          <a:latin typeface="Pretendard"/>
                          <a:ea typeface="Pretendard"/>
                          <a:cs typeface="Pretendard"/>
                        </a:rPr>
                        <a:t>중간 처리</a:t>
                      </a:r>
                    </a:p>
                  </a:txBody>
                  <a:tcPr marL="91440" marR="91440" marT="45720" marB="45720" anchor="ctr">
                    <a:solidFill>
                      <a:srgbClr val="17365D"/>
                    </a:solidFill>
                  </a:tcPr>
                </a:tc>
                <a:tc>
                  <a:txBody>
                    <a:bodyPr lIns="152400" tIns="95250" rIns="152400" bIns="95250"/>
                    <a:lstStyle/>
                    <a:p>
                      <a:r>
                        <a:rPr sz="1875" b="1">
                          <a:solidFill>
                            <a:srgbClr val="FFFFFF"/>
                          </a:solidFill>
                          <a:latin typeface="Pretendard"/>
                          <a:ea typeface="Pretendard"/>
                          <a:cs typeface="Pretendard"/>
                        </a:rPr>
                        <a:t>최종 결과</a:t>
                      </a:r>
                    </a:p>
                  </a:txBody>
                  <a:tcPr marL="91440" marR="91440" marT="45720" marB="45720" anchor="ctr">
                    <a:solidFill>
                      <a:srgbClr val="17365D"/>
                    </a:solidFill>
                  </a:tcPr>
                </a:tc>
              </a:tr>
              <a:tr h="712470">
                <a:tc>
                  <a:txBody>
                    <a:bodyPr lIns="152400" tIns="95250" rIns="152400" bIns="95250"/>
                    <a:lstStyle/>
                    <a:p>
                      <a:r>
                        <a:rPr sz="1875" b="0">
                          <a:solidFill>
                            <a:srgbClr val="243746"/>
                          </a:solidFill>
                          <a:latin typeface="Pretendard"/>
                          <a:ea typeface="Pretendard"/>
                          <a:cs typeface="Pretendard"/>
                        </a:rPr>
                        <a:t>vector</a:t>
                      </a:r>
                    </a:p>
                  </a:txBody>
                  <a:tcPr marL="91440" marR="91440" marT="45720" marB="45720" anchor="ctr">
                    <a:solidFill>
                      <a:srgbClr val="FFFFFF"/>
                    </a:solidFill>
                  </a:tcPr>
                </a:tc>
                <a:tc>
                  <a:txBody>
                    <a:bodyPr lIns="152400" tIns="95250" rIns="152400" bIns="95250"/>
                    <a:lstStyle/>
                    <a:p>
                      <a:r>
                        <a:rPr sz="1875" b="0">
                          <a:solidFill>
                            <a:srgbClr val="243746"/>
                          </a:solidFill>
                          <a:latin typeface="Pretendard"/>
                          <a:ea typeface="Pretendard"/>
                          <a:cs typeface="Pretendard"/>
                        </a:rPr>
                        <a:t>Vector 20개</a:t>
                      </a:r>
                    </a:p>
                  </a:txBody>
                  <a:tcPr marL="91440" marR="91440" marT="45720" marB="45720" anchor="ctr">
                    <a:solidFill>
                      <a:srgbClr val="FFFFFF"/>
                    </a:solidFill>
                  </a:tcPr>
                </a:tc>
                <a:tc>
                  <a:txBody>
                    <a:bodyPr lIns="152400" tIns="95250" rIns="152400" bIns="95250"/>
                    <a:lstStyle/>
                    <a:p>
                      <a:r>
                        <a:rPr sz="1875" b="0">
                          <a:solidFill>
                            <a:srgbClr val="243746"/>
                          </a:solidFill>
                          <a:latin typeface="Pretendard"/>
                          <a:ea typeface="Pretendard"/>
                          <a:cs typeface="Pretendard"/>
                        </a:rPr>
                        <a:t>상위 결과 선택</a:t>
                      </a:r>
                    </a:p>
                  </a:txBody>
                  <a:tcPr marL="91440" marR="91440" marT="45720" marB="45720" anchor="ctr">
                    <a:solidFill>
                      <a:srgbClr val="FFFFFF"/>
                    </a:solidFill>
                  </a:tcPr>
                </a:tc>
                <a:tc>
                  <a:txBody>
                    <a:bodyPr lIns="152400" tIns="95250" rIns="152400" bIns="95250"/>
                    <a:lstStyle/>
                    <a:p>
                      <a:r>
                        <a:rPr sz="1875" b="0">
                          <a:solidFill>
                            <a:srgbClr val="243746"/>
                          </a:solidFill>
                          <a:latin typeface="Pretendard"/>
                          <a:ea typeface="Pretendard"/>
                          <a:cs typeface="Pretendard"/>
                        </a:rPr>
                        <a:t>5개</a:t>
                      </a:r>
                    </a:p>
                  </a:txBody>
                  <a:tcPr marL="91440" marR="91440" marT="45720" marB="45720" anchor="ctr">
                    <a:solidFill>
                      <a:srgbClr val="FFFFFF"/>
                    </a:solidFill>
                  </a:tcPr>
                </a:tc>
              </a:tr>
              <a:tr h="712470">
                <a:tc>
                  <a:txBody>
                    <a:bodyPr lIns="152400" tIns="95250" rIns="152400" bIns="95250"/>
                    <a:lstStyle/>
                    <a:p>
                      <a:r>
                        <a:rPr sz="1875" b="0">
                          <a:solidFill>
                            <a:srgbClr val="243746"/>
                          </a:solidFill>
                          <a:latin typeface="Pretendard"/>
                          <a:ea typeface="Pretendard"/>
                          <a:cs typeface="Pretendard"/>
                        </a:rPr>
                        <a:t>vector_rerank</a:t>
                      </a:r>
                    </a:p>
                  </a:txBody>
                  <a:tcPr marL="91440" marR="91440" marT="45720" marB="45720" anchor="ctr">
                    <a:solidFill>
                      <a:srgbClr val="F3F5F7"/>
                    </a:solidFill>
                  </a:tcPr>
                </a:tc>
                <a:tc>
                  <a:txBody>
                    <a:bodyPr lIns="152400" tIns="95250" rIns="152400" bIns="95250"/>
                    <a:lstStyle/>
                    <a:p>
                      <a:r>
                        <a:rPr sz="1875" b="0">
                          <a:solidFill>
                            <a:srgbClr val="243746"/>
                          </a:solidFill>
                          <a:latin typeface="Pretendard"/>
                          <a:ea typeface="Pretendard"/>
                          <a:cs typeface="Pretendard"/>
                        </a:rPr>
                        <a:t>Vector 40개</a:t>
                      </a:r>
                    </a:p>
                  </a:txBody>
                  <a:tcPr marL="91440" marR="91440" marT="45720" marB="45720" anchor="ctr">
                    <a:solidFill>
                      <a:srgbClr val="F3F5F7"/>
                    </a:solidFill>
                  </a:tcPr>
                </a:tc>
                <a:tc>
                  <a:txBody>
                    <a:bodyPr lIns="152400" tIns="95250" rIns="152400" bIns="95250"/>
                    <a:lstStyle/>
                    <a:p>
                      <a:r>
                        <a:rPr sz="1875" b="0">
                          <a:solidFill>
                            <a:srgbClr val="243746"/>
                          </a:solidFill>
                          <a:latin typeface="Pretendard"/>
                          <a:ea typeface="Pretendard"/>
                          <a:cs typeface="Pretendard"/>
                        </a:rPr>
                        <a:t>10개를 재정렬</a:t>
                      </a:r>
                    </a:p>
                  </a:txBody>
                  <a:tcPr marL="91440" marR="91440" marT="45720" marB="45720" anchor="ctr">
                    <a:solidFill>
                      <a:srgbClr val="F3F5F7"/>
                    </a:solidFill>
                  </a:tcPr>
                </a:tc>
                <a:tc>
                  <a:txBody>
                    <a:bodyPr lIns="152400" tIns="95250" rIns="152400" bIns="95250"/>
                    <a:lstStyle/>
                    <a:p>
                      <a:r>
                        <a:rPr sz="1875" b="0">
                          <a:solidFill>
                            <a:srgbClr val="243746"/>
                          </a:solidFill>
                          <a:latin typeface="Pretendard"/>
                          <a:ea typeface="Pretendard"/>
                          <a:cs typeface="Pretendard"/>
                        </a:rPr>
                        <a:t>5개</a:t>
                      </a:r>
                    </a:p>
                  </a:txBody>
                  <a:tcPr marL="91440" marR="91440" marT="45720" marB="45720" anchor="ctr">
                    <a:solidFill>
                      <a:srgbClr val="F3F5F7"/>
                    </a:solidFill>
                  </a:tcPr>
                </a:tc>
              </a:tr>
              <a:tr h="712470">
                <a:tc>
                  <a:txBody>
                    <a:bodyPr lIns="152400" tIns="95250" rIns="152400" bIns="95250"/>
                    <a:lstStyle/>
                    <a:p>
                      <a:r>
                        <a:rPr sz="1875" b="0">
                          <a:solidFill>
                            <a:srgbClr val="243746"/>
                          </a:solidFill>
                          <a:latin typeface="Pretendard"/>
                          <a:ea typeface="Pretendard"/>
                          <a:cs typeface="Pretendard"/>
                        </a:rPr>
                        <a:t>hybrid</a:t>
                      </a:r>
                    </a:p>
                  </a:txBody>
                  <a:tcPr marL="91440" marR="91440" marT="45720" marB="45720" anchor="ctr">
                    <a:solidFill>
                      <a:srgbClr val="FFFFFF"/>
                    </a:solidFill>
                  </a:tcPr>
                </a:tc>
                <a:tc>
                  <a:txBody>
                    <a:bodyPr lIns="152400" tIns="95250" rIns="152400" bIns="95250"/>
                    <a:lstStyle/>
                    <a:p>
                      <a:r>
                        <a:rPr sz="1875" b="0">
                          <a:solidFill>
                            <a:srgbClr val="243746"/>
                          </a:solidFill>
                          <a:latin typeface="Pretendard"/>
                          <a:ea typeface="Pretendard"/>
                          <a:cs typeface="Pretendard"/>
                        </a:rPr>
                        <a:t>Vector 20개 + BM25 20개</a:t>
                      </a:r>
                    </a:p>
                  </a:txBody>
                  <a:tcPr marL="91440" marR="91440" marT="45720" marB="45720" anchor="ctr">
                    <a:solidFill>
                      <a:srgbClr val="FFFFFF"/>
                    </a:solidFill>
                  </a:tcPr>
                </a:tc>
                <a:tc>
                  <a:txBody>
                    <a:bodyPr lIns="152400" tIns="95250" rIns="152400" bIns="95250"/>
                    <a:lstStyle/>
                    <a:p>
                      <a:r>
                        <a:rPr sz="1875" b="0">
                          <a:solidFill>
                            <a:srgbClr val="243746"/>
                          </a:solidFill>
                          <a:latin typeface="Pretendard"/>
                          <a:ea typeface="Pretendard"/>
                          <a:cs typeface="Pretendard"/>
                        </a:rPr>
                        <a:t>정규화 후 점수 결합</a:t>
                      </a:r>
                    </a:p>
                  </a:txBody>
                  <a:tcPr marL="91440" marR="91440" marT="45720" marB="45720" anchor="ctr">
                    <a:solidFill>
                      <a:srgbClr val="FFFFFF"/>
                    </a:solidFill>
                  </a:tcPr>
                </a:tc>
                <a:tc>
                  <a:txBody>
                    <a:bodyPr lIns="152400" tIns="95250" rIns="152400" bIns="95250"/>
                    <a:lstStyle/>
                    <a:p>
                      <a:r>
                        <a:rPr sz="1875" b="0">
                          <a:solidFill>
                            <a:srgbClr val="243746"/>
                          </a:solidFill>
                          <a:latin typeface="Pretendard"/>
                          <a:ea typeface="Pretendard"/>
                          <a:cs typeface="Pretendard"/>
                        </a:rPr>
                        <a:t>5개</a:t>
                      </a:r>
                    </a:p>
                  </a:txBody>
                  <a:tcPr marL="91440" marR="91440" marT="45720" marB="45720" anchor="ctr">
                    <a:solidFill>
                      <a:srgbClr val="FFFFFF"/>
                    </a:solidFill>
                  </a:tcPr>
                </a:tc>
              </a:tr>
              <a:tr h="712470">
                <a:tc>
                  <a:txBody>
                    <a:bodyPr lIns="152400" tIns="95250" rIns="152400" bIns="95250"/>
                    <a:lstStyle/>
                    <a:p>
                      <a:r>
                        <a:rPr sz="1875" b="0">
                          <a:solidFill>
                            <a:srgbClr val="243746"/>
                          </a:solidFill>
                          <a:latin typeface="Pretendard"/>
                          <a:ea typeface="Pretendard"/>
                          <a:cs typeface="Pretendard"/>
                        </a:rPr>
                        <a:t>hybrid_rerank</a:t>
                      </a:r>
                    </a:p>
                  </a:txBody>
                  <a:tcPr marL="91440" marR="91440" marT="45720" marB="45720" anchor="ctr">
                    <a:solidFill>
                      <a:srgbClr val="F3F5F7"/>
                    </a:solidFill>
                  </a:tcPr>
                </a:tc>
                <a:tc>
                  <a:txBody>
                    <a:bodyPr lIns="152400" tIns="95250" rIns="152400" bIns="95250"/>
                    <a:lstStyle/>
                    <a:p>
                      <a:r>
                        <a:rPr sz="1875" b="0">
                          <a:solidFill>
                            <a:srgbClr val="243746"/>
                          </a:solidFill>
                          <a:latin typeface="Pretendard"/>
                          <a:ea typeface="Pretendard"/>
                          <a:cs typeface="Pretendard"/>
                        </a:rPr>
                        <a:t>Vector 40개 + BM25 40개</a:t>
                      </a:r>
                    </a:p>
                  </a:txBody>
                  <a:tcPr marL="91440" marR="91440" marT="45720" marB="45720" anchor="ctr">
                    <a:solidFill>
                      <a:srgbClr val="F3F5F7"/>
                    </a:solidFill>
                  </a:tcPr>
                </a:tc>
                <a:tc>
                  <a:txBody>
                    <a:bodyPr lIns="152400" tIns="95250" rIns="152400" bIns="95250"/>
                    <a:lstStyle/>
                    <a:p>
                      <a:r>
                        <a:rPr sz="1875" b="0">
                          <a:solidFill>
                            <a:srgbClr val="243746"/>
                          </a:solidFill>
                          <a:latin typeface="Pretendard"/>
                          <a:ea typeface="Pretendard"/>
                          <a:cs typeface="Pretendard"/>
                        </a:rPr>
                        <a:t>결합한 10개를 재정렬</a:t>
                      </a:r>
                    </a:p>
                  </a:txBody>
                  <a:tcPr marL="91440" marR="91440" marT="45720" marB="45720" anchor="ctr">
                    <a:solidFill>
                      <a:srgbClr val="F3F5F7"/>
                    </a:solidFill>
                  </a:tcPr>
                </a:tc>
                <a:tc>
                  <a:txBody>
                    <a:bodyPr lIns="152400" tIns="95250" rIns="152400" bIns="95250"/>
                    <a:lstStyle/>
                    <a:p>
                      <a:r>
                        <a:rPr sz="1875" b="0">
                          <a:solidFill>
                            <a:srgbClr val="243746"/>
                          </a:solidFill>
                          <a:latin typeface="Pretendard"/>
                          <a:ea typeface="Pretendard"/>
                          <a:cs typeface="Pretendard"/>
                        </a:rPr>
                        <a:t>5개</a:t>
                      </a:r>
                    </a:p>
                  </a:txBody>
                  <a:tcPr marL="91440" marR="91440" marT="45720" marB="45720" anchor="ctr">
                    <a:solidFill>
                      <a:srgbClr val="F3F5F7"/>
                    </a:solidFill>
                  </a:tcPr>
                </a:tc>
              </a:tr>
            </a:tbl>
          </a:graphicData>
        </a:graphic>
      </p:graphicFrame>
      <p:sp>
        <p:nvSpPr>
          <p:cNvPr id="8" name="native-147">
            <a:extLst xmlns:a="http://schemas.openxmlformats.org/drawingml/2006/main">
              <a:ext uri="{FF2B5EF4-FFF2-40B4-BE49-F238E27FC236}">
                <a16:creationId xmlns:a16="http://schemas.microsoft.com/office/drawing/2014/main" id="{34C100C5-5EF1-4D3E-B791-CFA9674A7D7A}"/>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Vector: 의미 유사도  /  BM25: 키워드 일치  /  Rerank: 질문과 문서를 함께 읽어 재정렬</a:t>
            </a:r>
          </a:p>
        </p:txBody>
      </p:sp>
      <p:sp>
        <p:nvSpPr>
          <p:cNvPr id="9" name="native-273">
            <a:extLst xmlns:a="http://schemas.openxmlformats.org/drawingml/2006/main">
              <a:ext uri="{FF2B5EF4-FFF2-40B4-BE49-F238E27FC236}">
                <a16:creationId xmlns:a16="http://schemas.microsoft.com/office/drawing/2014/main" id="{E77155C6-B199-4800-91BE-B2D74A79ACBF}"/>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15</a:t>
            </a:r>
          </a:p>
        </p:txBody>
      </p:sp>
    </p:spTree>
    <p:extLst>
      <p:ext uri="{BB962C8B-B14F-4D97-AF65-F5344CB8AC3E}">
        <p14:creationId xmlns:p14="http://schemas.microsoft.com/office/powerpoint/2010/main" val="129405425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native-148">
            <a:extLst xmlns:a="http://schemas.openxmlformats.org/drawingml/2006/main">
              <a:ext uri="{FF2B5EF4-FFF2-40B4-BE49-F238E27FC236}">
                <a16:creationId xmlns:a16="http://schemas.microsoft.com/office/drawing/2014/main" id="{ED707855-9DF9-43B7-A0DD-0A5884C3E763}"/>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149">
            <a:extLst xmlns:a="http://schemas.openxmlformats.org/drawingml/2006/main">
              <a:ext uri="{FF2B5EF4-FFF2-40B4-BE49-F238E27FC236}">
                <a16:creationId xmlns:a16="http://schemas.microsoft.com/office/drawing/2014/main" id="{3237A24C-4ED0-446A-B832-17448774B3B5}"/>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RETRIEVER  /  질문 변환</a:t>
            </a:r>
          </a:p>
        </p:txBody>
      </p:sp>
      <p:sp>
        <p:nvSpPr>
          <p:cNvPr id="3" name="native-150">
            <a:extLst xmlns:a="http://schemas.openxmlformats.org/drawingml/2006/main">
              <a:ext uri="{FF2B5EF4-FFF2-40B4-BE49-F238E27FC236}">
                <a16:creationId xmlns:a16="http://schemas.microsoft.com/office/drawing/2014/main" id="{E8136EA6-2A88-44E8-AEE6-73275404E0A6}"/>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질문 변환 관문 0.86</a:t>
            </a:r>
          </a:p>
        </p:txBody>
      </p:sp>
      <p:sp>
        <p:nvSpPr>
          <p:cNvPr id="4" name="native-151">
            <a:extLst xmlns:a="http://schemas.openxmlformats.org/drawingml/2006/main">
              <a:ext uri="{FF2B5EF4-FFF2-40B4-BE49-F238E27FC236}">
                <a16:creationId xmlns:a16="http://schemas.microsoft.com/office/drawing/2014/main" id="{A7BDC103-F50F-4DDF-9CA3-D2307EAB147C}"/>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transform=auto일 때 최초 원 질문 Vector Top-1 점수로 검토 여부 결정</a:t>
            </a:r>
          </a:p>
        </p:txBody>
      </p:sp>
      <p:sp>
        <p:nvSpPr>
          <p:cNvPr id="5" name="native-152">
            <a:extLst xmlns:a="http://schemas.openxmlformats.org/drawingml/2006/main">
              <a:ext uri="{FF2B5EF4-FFF2-40B4-BE49-F238E27FC236}">
                <a16:creationId xmlns:a16="http://schemas.microsoft.com/office/drawing/2014/main" id="{E99A062E-C254-4A48-BF8A-48080029F303}"/>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153">
            <a:extLst xmlns:a="http://schemas.openxmlformats.org/drawingml/2006/main">
              <a:ext uri="{FF2B5EF4-FFF2-40B4-BE49-F238E27FC236}">
                <a16:creationId xmlns:a16="http://schemas.microsoft.com/office/drawing/2014/main" id="{94866C32-357B-4965-B938-3C96BDFB3DC7}"/>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154">
            <a:extLst xmlns:a="http://schemas.openxmlformats.org/drawingml/2006/main">
              <a:ext uri="{FF2B5EF4-FFF2-40B4-BE49-F238E27FC236}">
                <a16:creationId xmlns:a16="http://schemas.microsoft.com/office/drawing/2014/main" id="{55808B83-59F5-4818-AD91-76A1799FFCAC}"/>
              </a:ext>
            </a:extLst>
          </p:cNvPr>
          <p:cNvSpPr>
            <a:spLocks xmlns:a="http://schemas.openxmlformats.org/drawingml/2006/main" noGrp="1"/>
          </p:cNvSpPr>
          <p:nvPr/>
        </p:nvSpPr>
        <p:spPr>
          <a:xfrm xmlns:a="http://schemas.openxmlformats.org/drawingml/2006/main">
            <a:off x="685800" y="2733675"/>
            <a:ext cx="2857500" cy="120015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원 질문</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Vector Top-1</a:t>
            </a:r>
          </a:p>
        </p:txBody>
      </p:sp>
      <p:sp>
        <p:nvSpPr>
          <p:cNvPr id="8" name="native-155">
            <a:extLst xmlns:a="http://schemas.openxmlformats.org/drawingml/2006/main">
              <a:ext uri="{FF2B5EF4-FFF2-40B4-BE49-F238E27FC236}">
                <a16:creationId xmlns:a16="http://schemas.microsoft.com/office/drawing/2014/main" id="{B3F77E13-B90F-4638-A6C2-6853FFA01730}"/>
              </a:ext>
            </a:extLst>
          </p:cNvPr>
          <p:cNvSpPr>
            <a:spLocks xmlns:a="http://schemas.openxmlformats.org/drawingml/2006/main" noGrp="1"/>
          </p:cNvSpPr>
          <p:nvPr/>
        </p:nvSpPr>
        <p:spPr>
          <a:xfrm xmlns:a="http://schemas.openxmlformats.org/drawingml/2006/main">
            <a:off x="4667250" y="2514600"/>
            <a:ext cx="3143250" cy="1657350"/>
          </a:xfrm>
          <a:prstGeom xmlns:a="http://schemas.openxmlformats.org/drawingml/2006/main" prst="diamond">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250" b="1">
                <a:solidFill>
                  <a:srgbClr val="17365D"/>
                </a:solidFill>
                <a:latin typeface="Pretendard"/>
                <a:ea typeface="Pretendard"/>
                <a:cs typeface="Pretendard"/>
              </a:defRPr>
            </a:pPr>
            <a:r>
              <a:rPr sz="2250" b="1">
                <a:solidFill>
                  <a:srgbClr val="17365D"/>
                </a:solidFill>
                <a:latin typeface="Pretendard"/>
                <a:ea typeface="Pretendard"/>
                <a:cs typeface="Pretendard"/>
              </a:rPr>
              <a:t>점수 ≥ 0.86?</a:t>
            </a:r>
          </a:p>
        </p:txBody>
      </p: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a:off x="3543300" y="3333750"/>
            <a:ext cx="1123950" cy="9525"/>
          </a:xfrm>
          <a:prstGeom xmlns:a="http://schemas.openxmlformats.org/drawingml/2006/main" prst="bentConnector3">
            <a:avLst>
              <a:gd name="adj1" fmla="val 50000"/>
            </a:avLst>
          </a:prstGeom>
          <a:ln xmlns:a="http://schemas.openxmlformats.org/drawingml/2006/main" w="20955">
            <a:solidFill>
              <a:srgbClr val="0070C0"/>
            </a:solidFill>
            <a:tailEnd type="triangle" w="sm" len="sm"/>
          </a:ln>
        </p:spPr>
      </p:cxnSp>
      <p:sp>
        <p:nvSpPr>
          <p:cNvPr id="10" name="native-156">
            <a:extLst xmlns:a="http://schemas.openxmlformats.org/drawingml/2006/main">
              <a:ext uri="{FF2B5EF4-FFF2-40B4-BE49-F238E27FC236}">
                <a16:creationId xmlns:a16="http://schemas.microsoft.com/office/drawing/2014/main" id="{B63A9734-2E84-431E-8449-C19B91052AC9}"/>
              </a:ext>
            </a:extLst>
          </p:cNvPr>
          <p:cNvSpPr>
            <a:spLocks xmlns:a="http://schemas.openxmlformats.org/drawingml/2006/main" noGrp="1"/>
          </p:cNvSpPr>
          <p:nvPr/>
        </p:nvSpPr>
        <p:spPr>
          <a:xfrm xmlns:a="http://schemas.openxmlformats.org/drawingml/2006/main">
            <a:off x="9296400" y="2390775"/>
            <a:ext cx="4381500" cy="100012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통과</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원 질문 유지</a:t>
            </a:r>
          </a:p>
        </p:txBody>
      </p:sp>
      <p:sp>
        <p:nvSpPr>
          <p:cNvPr id="11" name="native-157">
            <a:extLst xmlns:a="http://schemas.openxmlformats.org/drawingml/2006/main">
              <a:ext uri="{FF2B5EF4-FFF2-40B4-BE49-F238E27FC236}">
                <a16:creationId xmlns:a16="http://schemas.microsoft.com/office/drawing/2014/main" id="{8D995ACA-E733-4966-BAD8-7FA86FA597AF}"/>
              </a:ext>
            </a:extLst>
          </p:cNvPr>
          <p:cNvSpPr>
            <a:spLocks xmlns:a="http://schemas.openxmlformats.org/drawingml/2006/main" noGrp="1"/>
          </p:cNvSpPr>
          <p:nvPr/>
        </p:nvSpPr>
        <p:spPr>
          <a:xfrm xmlns:a="http://schemas.openxmlformats.org/drawingml/2006/main">
            <a:off x="9296400" y="4181475"/>
            <a:ext cx="4381500" cy="1200150"/>
          </a:xfrm>
          <a:prstGeom xmlns:a="http://schemas.openxmlformats.org/drawingml/2006/main" prst="rect">
            <a:avLst/>
          </a:prstGeom>
          <a:solidFill xmlns:a="http://schemas.openxmlformats.org/drawingml/2006/main">
            <a:srgbClr val="FFF5DF"/>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950" b="1">
                <a:solidFill>
                  <a:srgbClr val="986800"/>
                </a:solidFill>
                <a:latin typeface="Pretendard"/>
                <a:ea typeface="Pretendard"/>
                <a:cs typeface="Pretendard"/>
              </a:defRPr>
            </a:pPr>
            <a:r>
              <a:rPr sz="1950" b="1">
                <a:solidFill>
                  <a:srgbClr val="986800"/>
                </a:solidFill>
                <a:latin typeface="Pretendard"/>
                <a:ea typeface="Pretendard"/>
                <a:cs typeface="Pretendard"/>
              </a:rPr>
              <a:t>미달 또는 결과 없음</a:t>
            </a:r>
          </a:p>
          <a:p xmlns:a="http://schemas.openxmlformats.org/drawingml/2006/main">
            <a:pPr algn="ctr">
              <a:defRPr sz="1950" b="1">
                <a:solidFill>
                  <a:srgbClr val="986800"/>
                </a:solidFill>
                <a:latin typeface="Pretendard"/>
                <a:ea typeface="Pretendard"/>
                <a:cs typeface="Pretendard"/>
              </a:defRPr>
            </a:pPr>
            <a:r>
              <a:rPr sz="1950" b="1">
                <a:solidFill>
                  <a:srgbClr val="986800"/>
                </a:solidFill>
                <a:latin typeface="Pretendard"/>
                <a:ea typeface="Pretendard"/>
                <a:cs typeface="Pretendard"/>
              </a:rPr>
              <a:t>캐시 또는 Router LLM 검토</a:t>
            </a:r>
          </a:p>
        </p:txBody>
      </p:sp>
      <p:cxnSp>
        <p:nvCxnSpPr>
          <p:cNvPr id="29" name=""/>
          <p:cNvCxnSpPr>
            <a:stCxn xmlns:a="http://schemas.openxmlformats.org/drawingml/2006/main" id="8" idx="3"/>
            <a:endCxn xmlns:a="http://schemas.openxmlformats.org/drawingml/2006/main" id="10" idx="1"/>
          </p:cNvCxnSpPr>
          <p:nvPr/>
        </p:nvCxnSpPr>
        <p:spPr>
          <a:xfrm xmlns:a="http://schemas.openxmlformats.org/drawingml/2006/main" flipV="1">
            <a:off x="7810500" y="2890838"/>
            <a:ext cx="1485900" cy="452438"/>
          </a:xfrm>
          <a:prstGeom xmlns:a="http://schemas.openxmlformats.org/drawingml/2006/main" prst="bentConnector3">
            <a:avLst>
              <a:gd name="adj1" fmla="val 50000"/>
            </a:avLst>
          </a:prstGeom>
          <a:ln xmlns:a="http://schemas.openxmlformats.org/drawingml/2006/main" w="20955">
            <a:solidFill>
              <a:srgbClr val="0070C0"/>
            </a:solidFill>
            <a:tailEnd type="triangle" w="sm" len="sm"/>
          </a:ln>
        </p:spPr>
      </p:cxnSp>
      <p:cxnSp>
        <p:nvCxnSpPr>
          <p:cNvPr id="30" name=""/>
          <p:cNvCxnSpPr>
            <a:stCxn xmlns:a="http://schemas.openxmlformats.org/drawingml/2006/main" id="8" idx="3"/>
            <a:endCxn xmlns:a="http://schemas.openxmlformats.org/drawingml/2006/main" id="11" idx="1"/>
          </p:cNvCxnSpPr>
          <p:nvPr/>
        </p:nvCxnSpPr>
        <p:spPr>
          <a:xfrm xmlns:a="http://schemas.openxmlformats.org/drawingml/2006/main">
            <a:off x="7810500" y="3343275"/>
            <a:ext cx="1485900" cy="1438275"/>
          </a:xfrm>
          <a:prstGeom xmlns:a="http://schemas.openxmlformats.org/drawingml/2006/main" prst="bentConnector3">
            <a:avLst>
              <a:gd name="adj1" fmla="val 50000"/>
            </a:avLst>
          </a:prstGeom>
          <a:ln xmlns:a="http://schemas.openxmlformats.org/drawingml/2006/main" w="20955">
            <a:solidFill>
              <a:srgbClr val="0070C0"/>
            </a:solidFill>
            <a:tailEnd type="triangle" w="sm" len="sm"/>
          </a:ln>
        </p:spPr>
      </p:cxnSp>
      <p:sp>
        <p:nvSpPr>
          <p:cNvPr id="14" name="native-158">
            <a:extLst xmlns:a="http://schemas.openxmlformats.org/drawingml/2006/main">
              <a:ext uri="{FF2B5EF4-FFF2-40B4-BE49-F238E27FC236}">
                <a16:creationId xmlns:a16="http://schemas.microsoft.com/office/drawing/2014/main" id="{3DD01F15-B882-4821-AC7A-5444574559D0}"/>
              </a:ext>
            </a:extLst>
          </p:cNvPr>
          <p:cNvSpPr>
            <a:spLocks xmlns:a="http://schemas.openxmlformats.org/drawingml/2006/main" noGrp="1"/>
          </p:cNvSpPr>
          <p:nvPr/>
        </p:nvSpPr>
        <p:spPr>
          <a:xfrm xmlns:a="http://schemas.openxmlformats.org/drawingml/2006/main">
            <a:off x="685800" y="526732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7365D"/>
                </a:solidFill>
                <a:latin typeface="Pretendard"/>
                <a:ea typeface="Pretendard"/>
                <a:cs typeface="Pretendard"/>
              </a:defRPr>
            </a:pPr>
            <a:r>
              <a:rPr sz="2175" b="1">
                <a:solidFill>
                  <a:srgbClr val="17365D"/>
                </a:solidFill>
                <a:latin typeface="Pretendard"/>
                <a:ea typeface="Pretendard"/>
                <a:cs typeface="Pretendard"/>
              </a:rPr>
              <a:t>Router 판단</a:t>
            </a:r>
          </a:p>
        </p:txBody>
      </p:sp>
      <p:sp>
        <p:nvSpPr>
          <p:cNvPr id="15" name="native-159">
            <a:extLst xmlns:a="http://schemas.openxmlformats.org/drawingml/2006/main">
              <a:ext uri="{FF2B5EF4-FFF2-40B4-BE49-F238E27FC236}">
                <a16:creationId xmlns:a16="http://schemas.microsoft.com/office/drawing/2014/main" id="{FF244AF6-5192-4841-AE88-AF107EF1B683}"/>
              </a:ext>
            </a:extLst>
          </p:cNvPr>
          <p:cNvSpPr>
            <a:spLocks xmlns:a="http://schemas.openxmlformats.org/drawingml/2006/main" noGrp="1"/>
          </p:cNvSpPr>
          <p:nvPr/>
        </p:nvSpPr>
        <p:spPr>
          <a:xfrm xmlns:a="http://schemas.openxmlformats.org/drawingml/2006/main">
            <a:off x="685800" y="58864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243746"/>
                </a:solidFill>
                <a:latin typeface="Pretendard"/>
                <a:ea typeface="Pretendard"/>
                <a:cs typeface="Pretendard"/>
              </a:defRPr>
            </a:pPr>
            <a:r>
              <a:rPr sz="2100" b="0">
                <a:solidFill>
                  <a:srgbClr val="243746"/>
                </a:solidFill>
                <a:latin typeface="Pretendard"/>
                <a:ea typeface="Pretendard"/>
                <a:cs typeface="Pretendard"/>
              </a:rPr>
              <a:t>keep  원 질문 유지     clarify  추가 확인 필요     transform  질문 변환</a:t>
            </a:r>
          </a:p>
        </p:txBody>
      </p:sp>
      <p:sp>
        <p:nvSpPr>
          <p:cNvPr id="16" name="native-160">
            <a:extLst xmlns:a="http://schemas.openxmlformats.org/drawingml/2006/main">
              <a:ext uri="{FF2B5EF4-FFF2-40B4-BE49-F238E27FC236}">
                <a16:creationId xmlns:a16="http://schemas.microsoft.com/office/drawing/2014/main" id="{B9BA13BF-7E7B-4BC9-B7E3-813F23822947}"/>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기본값은 transform=off  /  0.86 미만이어도 Router가 keep으로 판단할 수 있음</a:t>
            </a:r>
          </a:p>
        </p:txBody>
      </p:sp>
      <p:sp>
        <p:nvSpPr>
          <p:cNvPr id="17" name="native-274">
            <a:extLst xmlns:a="http://schemas.openxmlformats.org/drawingml/2006/main">
              <a:ext uri="{FF2B5EF4-FFF2-40B4-BE49-F238E27FC236}">
                <a16:creationId xmlns:a16="http://schemas.microsoft.com/office/drawing/2014/main" id="{07D3E59B-9F47-487F-8CF8-B83C43B5D76D}"/>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16</a:t>
            </a:r>
          </a:p>
        </p:txBody>
      </p:sp>
    </p:spTree>
    <p:extLst>
      <p:ext uri="{BB962C8B-B14F-4D97-AF65-F5344CB8AC3E}">
        <p14:creationId xmlns:p14="http://schemas.microsoft.com/office/powerpoint/2010/main" val="168408351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native-161">
            <a:extLst xmlns:a="http://schemas.openxmlformats.org/drawingml/2006/main">
              <a:ext uri="{FF2B5EF4-FFF2-40B4-BE49-F238E27FC236}">
                <a16:creationId xmlns:a16="http://schemas.microsoft.com/office/drawing/2014/main" id="{49107BD0-BC8F-4D21-A42D-2C4BE9411614}"/>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162">
            <a:extLst xmlns:a="http://schemas.openxmlformats.org/drawingml/2006/main">
              <a:ext uri="{FF2B5EF4-FFF2-40B4-BE49-F238E27FC236}">
                <a16:creationId xmlns:a16="http://schemas.microsoft.com/office/drawing/2014/main" id="{6950FBF1-010E-4F2B-A636-1EE4F8B8F86C}"/>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RETRIEVER  /  질문 변환</a:t>
            </a:r>
          </a:p>
        </p:txBody>
      </p:sp>
      <p:sp>
        <p:nvSpPr>
          <p:cNvPr id="3" name="native-163">
            <a:extLst xmlns:a="http://schemas.openxmlformats.org/drawingml/2006/main">
              <a:ext uri="{FF2B5EF4-FFF2-40B4-BE49-F238E27FC236}">
                <a16:creationId xmlns:a16="http://schemas.microsoft.com/office/drawing/2014/main" id="{A879428A-86A4-4603-A680-5FB12C8C0CAA}"/>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질문 변환 기법</a:t>
            </a:r>
          </a:p>
        </p:txBody>
      </p:sp>
      <p:sp>
        <p:nvSpPr>
          <p:cNvPr id="4" name="native-164">
            <a:extLst xmlns:a="http://schemas.openxmlformats.org/drawingml/2006/main">
              <a:ext uri="{FF2B5EF4-FFF2-40B4-BE49-F238E27FC236}">
                <a16:creationId xmlns:a16="http://schemas.microsoft.com/office/drawing/2014/main" id="{77863DC4-E966-41ED-8B48-12359570F8FA}"/>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같은 의도를 검색하기 좋은 표현으로 바꾸거나, 복합 질문을 나누는 방법</a:t>
            </a:r>
          </a:p>
        </p:txBody>
      </p:sp>
      <p:sp>
        <p:nvSpPr>
          <p:cNvPr id="5" name="native-165">
            <a:extLst xmlns:a="http://schemas.openxmlformats.org/drawingml/2006/main">
              <a:ext uri="{FF2B5EF4-FFF2-40B4-BE49-F238E27FC236}">
                <a16:creationId xmlns:a16="http://schemas.microsoft.com/office/drawing/2014/main" id="{20952956-3444-4B35-B124-FAFC64F817A2}"/>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166">
            <a:extLst xmlns:a="http://schemas.openxmlformats.org/drawingml/2006/main">
              <a:ext uri="{FF2B5EF4-FFF2-40B4-BE49-F238E27FC236}">
                <a16:creationId xmlns:a16="http://schemas.microsoft.com/office/drawing/2014/main" id="{27A3D773-72C0-4215-84C5-458366C26CAE}"/>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graphicFrame>
        <p:nvGraphicFramePr>
          <p:cNvPr id="16" name=""/>
          <p:cNvGraphicFramePr/>
          <p:nvPr/>
        </p:nvGraphicFramePr>
        <p:xfrm>
          <a:off xmlns:a="http://schemas.openxmlformats.org/drawingml/2006/main" x="685800" y="2352675"/>
          <a:ext xmlns:a="http://schemas.openxmlformats.org/drawingml/2006/main" cx="13258800" cy="4057650"/>
        </p:xfrm>
        <a:graphic xmlns:a="http://schemas.openxmlformats.org/drawingml/2006/main">
          <a:graphicData uri="http://schemas.openxmlformats.org/drawingml/2006/table">
            <a:tbl>
              <a:tblPr/>
              <a:tblGrid>
                <a:gridCol w="3000375"/>
                <a:gridCol w="8572500"/>
                <a:gridCol w="1685925"/>
              </a:tblGrid>
              <a:tr h="676275">
                <a:tc>
                  <a:txBody>
                    <a:bodyPr lIns="152400" tIns="95250" rIns="152400" bIns="95250"/>
                    <a:lstStyle/>
                    <a:p>
                      <a:r>
                        <a:rPr sz="2025" b="1">
                          <a:solidFill>
                            <a:srgbClr val="FFFFFF"/>
                          </a:solidFill>
                          <a:latin typeface="Pretendard"/>
                          <a:ea typeface="Pretendard"/>
                          <a:cs typeface="Pretendard"/>
                        </a:rPr>
                        <a:t>기법</a:t>
                      </a:r>
                    </a:p>
                  </a:txBody>
                  <a:tcPr marL="91440" marR="91440" marT="45720" marB="45720" anchor="ctr">
                    <a:solidFill>
                      <a:srgbClr val="17365D"/>
                    </a:solidFill>
                  </a:tcPr>
                </a:tc>
                <a:tc>
                  <a:txBody>
                    <a:bodyPr lIns="152400" tIns="95250" rIns="152400" bIns="95250"/>
                    <a:lstStyle/>
                    <a:p>
                      <a:r>
                        <a:rPr sz="2025" b="1">
                          <a:solidFill>
                            <a:srgbClr val="FFFFFF"/>
                          </a:solidFill>
                          <a:latin typeface="Pretendard"/>
                          <a:ea typeface="Pretendard"/>
                          <a:cs typeface="Pretendard"/>
                        </a:rPr>
                        <a:t>변환 방식</a:t>
                      </a:r>
                    </a:p>
                  </a:txBody>
                  <a:tcPr marL="91440" marR="91440" marT="45720" marB="45720" anchor="ctr">
                    <a:solidFill>
                      <a:srgbClr val="17365D"/>
                    </a:solidFill>
                  </a:tcPr>
                </a:tc>
                <a:tc>
                  <a:txBody>
                    <a:bodyPr lIns="152400" tIns="95250" rIns="152400" bIns="95250"/>
                    <a:lstStyle/>
                    <a:p>
                      <a:r>
                        <a:rPr sz="2025" b="1">
                          <a:solidFill>
                            <a:srgbClr val="FFFFFF"/>
                          </a:solidFill>
                          <a:latin typeface="Pretendard"/>
                          <a:ea typeface="Pretendard"/>
                          <a:cs typeface="Pretendard"/>
                        </a:rPr>
                        <a:t>질문 수</a:t>
                      </a:r>
                    </a:p>
                  </a:txBody>
                  <a:tcPr marL="91440" marR="91440" marT="45720" marB="45720" anchor="ctr">
                    <a:solidFill>
                      <a:srgbClr val="17365D"/>
                    </a:solidFill>
                  </a:tcPr>
                </a:tc>
              </a:tr>
              <a:tr h="676275">
                <a:tc>
                  <a:txBody>
                    <a:bodyPr lIns="152400" tIns="95250" rIns="152400" bIns="95250"/>
                    <a:lstStyle/>
                    <a:p>
                      <a:r>
                        <a:rPr sz="2025" b="0">
                          <a:solidFill>
                            <a:srgbClr val="243746"/>
                          </a:solidFill>
                          <a:latin typeface="Pretendard"/>
                          <a:ea typeface="Pretendard"/>
                          <a:cs typeface="Pretendard"/>
                        </a:rPr>
                        <a:t>rewrite</a:t>
                      </a:r>
                    </a:p>
                  </a:txBody>
                  <a:tcPr marL="91440" marR="91440" marT="45720" marB="45720" anchor="ctr">
                    <a:solidFill>
                      <a:srgbClr val="FFFFFF"/>
                    </a:solidFill>
                  </a:tcPr>
                </a:tc>
                <a:tc>
                  <a:txBody>
                    <a:bodyPr lIns="152400" tIns="95250" rIns="152400" bIns="95250"/>
                    <a:lstStyle/>
                    <a:p>
                      <a:r>
                        <a:rPr sz="2025" b="0">
                          <a:solidFill>
                            <a:srgbClr val="243746"/>
                          </a:solidFill>
                          <a:latin typeface="Pretendard"/>
                          <a:ea typeface="Pretendard"/>
                          <a:cs typeface="Pretendard"/>
                        </a:rPr>
                        <a:t>검색에 맞는 표현으로 다시 쓰기</a:t>
                      </a:r>
                    </a:p>
                  </a:txBody>
                  <a:tcPr marL="91440" marR="91440" marT="45720" marB="45720" anchor="ctr">
                    <a:solidFill>
                      <a:srgbClr val="FFFFFF"/>
                    </a:solidFill>
                  </a:tcPr>
                </a:tc>
                <a:tc>
                  <a:txBody>
                    <a:bodyPr lIns="152400" tIns="95250" rIns="152400" bIns="95250"/>
                    <a:lstStyle/>
                    <a:p>
                      <a:r>
                        <a:rPr sz="2025" b="0">
                          <a:solidFill>
                            <a:srgbClr val="243746"/>
                          </a:solidFill>
                          <a:latin typeface="Pretendard"/>
                          <a:ea typeface="Pretendard"/>
                          <a:cs typeface="Pretendard"/>
                        </a:rPr>
                        <a:t>1</a:t>
                      </a:r>
                    </a:p>
                  </a:txBody>
                  <a:tcPr marL="91440" marR="91440" marT="45720" marB="45720" anchor="ctr">
                    <a:solidFill>
                      <a:srgbClr val="FFFFFF"/>
                    </a:solidFill>
                  </a:tcPr>
                </a:tc>
              </a:tr>
              <a:tr h="676275">
                <a:tc>
                  <a:txBody>
                    <a:bodyPr lIns="152400" tIns="95250" rIns="152400" bIns="95250"/>
                    <a:lstStyle/>
                    <a:p>
                      <a:r>
                        <a:rPr sz="2025" b="0">
                          <a:solidFill>
                            <a:srgbClr val="243746"/>
                          </a:solidFill>
                          <a:latin typeface="Pretendard"/>
                          <a:ea typeface="Pretendard"/>
                          <a:cs typeface="Pretendard"/>
                        </a:rPr>
                        <a:t>multi</a:t>
                      </a:r>
                    </a:p>
                  </a:txBody>
                  <a:tcPr marL="91440" marR="91440" marT="45720" marB="45720" anchor="ctr">
                    <a:solidFill>
                      <a:srgbClr val="F3F5F7"/>
                    </a:solidFill>
                  </a:tcPr>
                </a:tc>
                <a:tc>
                  <a:txBody>
                    <a:bodyPr lIns="152400" tIns="95250" rIns="152400" bIns="95250"/>
                    <a:lstStyle/>
                    <a:p>
                      <a:r>
                        <a:rPr sz="2025" b="0">
                          <a:solidFill>
                            <a:srgbClr val="243746"/>
                          </a:solidFill>
                          <a:latin typeface="Pretendard"/>
                          <a:ea typeface="Pretendard"/>
                          <a:cs typeface="Pretendard"/>
                        </a:rPr>
                        <a:t>같은 의도를 다른 표현으로 확장</a:t>
                      </a:r>
                    </a:p>
                  </a:txBody>
                  <a:tcPr marL="91440" marR="91440" marT="45720" marB="45720" anchor="ctr">
                    <a:solidFill>
                      <a:srgbClr val="F3F5F7"/>
                    </a:solidFill>
                  </a:tcPr>
                </a:tc>
                <a:tc>
                  <a:txBody>
                    <a:bodyPr lIns="152400" tIns="95250" rIns="152400" bIns="95250"/>
                    <a:lstStyle/>
                    <a:p>
                      <a:r>
                        <a:rPr sz="2025" b="0">
                          <a:solidFill>
                            <a:srgbClr val="243746"/>
                          </a:solidFill>
                          <a:latin typeface="Pretendard"/>
                          <a:ea typeface="Pretendard"/>
                          <a:cs typeface="Pretendard"/>
                        </a:rPr>
                        <a:t>3</a:t>
                      </a:r>
                    </a:p>
                  </a:txBody>
                  <a:tcPr marL="91440" marR="91440" marT="45720" marB="45720" anchor="ctr">
                    <a:solidFill>
                      <a:srgbClr val="F3F5F7"/>
                    </a:solidFill>
                  </a:tcPr>
                </a:tc>
              </a:tr>
              <a:tr h="676275">
                <a:tc>
                  <a:txBody>
                    <a:bodyPr lIns="152400" tIns="95250" rIns="152400" bIns="95250"/>
                    <a:lstStyle/>
                    <a:p>
                      <a:r>
                        <a:rPr sz="2025" b="0">
                          <a:solidFill>
                            <a:srgbClr val="243746"/>
                          </a:solidFill>
                          <a:latin typeface="Pretendard"/>
                          <a:ea typeface="Pretendard"/>
                          <a:cs typeface="Pretendard"/>
                        </a:rPr>
                        <a:t>hyde</a:t>
                      </a:r>
                    </a:p>
                  </a:txBody>
                  <a:tcPr marL="91440" marR="91440" marT="45720" marB="45720" anchor="ctr">
                    <a:solidFill>
                      <a:srgbClr val="FFFFFF"/>
                    </a:solidFill>
                  </a:tcPr>
                </a:tc>
                <a:tc>
                  <a:txBody>
                    <a:bodyPr lIns="152400" tIns="95250" rIns="152400" bIns="95250"/>
                    <a:lstStyle/>
                    <a:p>
                      <a:r>
                        <a:rPr sz="2025" b="0">
                          <a:solidFill>
                            <a:srgbClr val="243746"/>
                          </a:solidFill>
                          <a:latin typeface="Pretendard"/>
                          <a:ea typeface="Pretendard"/>
                          <a:cs typeface="Pretendard"/>
                        </a:rPr>
                        <a:t>답변 문서에 있을 법한 표현 생성</a:t>
                      </a:r>
                    </a:p>
                  </a:txBody>
                  <a:tcPr marL="91440" marR="91440" marT="45720" marB="45720" anchor="ctr">
                    <a:solidFill>
                      <a:srgbClr val="FFFFFF"/>
                    </a:solidFill>
                  </a:tcPr>
                </a:tc>
                <a:tc>
                  <a:txBody>
                    <a:bodyPr lIns="152400" tIns="95250" rIns="152400" bIns="95250"/>
                    <a:lstStyle/>
                    <a:p>
                      <a:r>
                        <a:rPr sz="2025" b="0">
                          <a:solidFill>
                            <a:srgbClr val="243746"/>
                          </a:solidFill>
                          <a:latin typeface="Pretendard"/>
                          <a:ea typeface="Pretendard"/>
                          <a:cs typeface="Pretendard"/>
                        </a:rPr>
                        <a:t>1</a:t>
                      </a:r>
                    </a:p>
                  </a:txBody>
                  <a:tcPr marL="91440" marR="91440" marT="45720" marB="45720" anchor="ctr">
                    <a:solidFill>
                      <a:srgbClr val="FFFFFF"/>
                    </a:solidFill>
                  </a:tcPr>
                </a:tc>
              </a:tr>
              <a:tr h="676275">
                <a:tc>
                  <a:txBody>
                    <a:bodyPr lIns="152400" tIns="95250" rIns="152400" bIns="95250"/>
                    <a:lstStyle/>
                    <a:p>
                      <a:r>
                        <a:rPr sz="2025" b="0">
                          <a:solidFill>
                            <a:srgbClr val="243746"/>
                          </a:solidFill>
                          <a:latin typeface="Pretendard"/>
                          <a:ea typeface="Pretendard"/>
                          <a:cs typeface="Pretendard"/>
                        </a:rPr>
                        <a:t>stepback</a:t>
                      </a:r>
                    </a:p>
                  </a:txBody>
                  <a:tcPr marL="91440" marR="91440" marT="45720" marB="45720" anchor="ctr">
                    <a:solidFill>
                      <a:srgbClr val="F3F5F7"/>
                    </a:solidFill>
                  </a:tcPr>
                </a:tc>
                <a:tc>
                  <a:txBody>
                    <a:bodyPr lIns="152400" tIns="95250" rIns="152400" bIns="95250"/>
                    <a:lstStyle/>
                    <a:p>
                      <a:r>
                        <a:rPr sz="2025" b="0">
                          <a:solidFill>
                            <a:srgbClr val="243746"/>
                          </a:solidFill>
                          <a:latin typeface="Pretendard"/>
                          <a:ea typeface="Pretendard"/>
                          <a:cs typeface="Pretendard"/>
                        </a:rPr>
                        <a:t>상위 개념으로 넓혀 찾기</a:t>
                      </a:r>
                    </a:p>
                  </a:txBody>
                  <a:tcPr marL="91440" marR="91440" marT="45720" marB="45720" anchor="ctr">
                    <a:solidFill>
                      <a:srgbClr val="F3F5F7"/>
                    </a:solidFill>
                  </a:tcPr>
                </a:tc>
                <a:tc>
                  <a:txBody>
                    <a:bodyPr lIns="152400" tIns="95250" rIns="152400" bIns="95250"/>
                    <a:lstStyle/>
                    <a:p>
                      <a:r>
                        <a:rPr sz="2025" b="0">
                          <a:solidFill>
                            <a:srgbClr val="243746"/>
                          </a:solidFill>
                          <a:latin typeface="Pretendard"/>
                          <a:ea typeface="Pretendard"/>
                          <a:cs typeface="Pretendard"/>
                        </a:rPr>
                        <a:t>1</a:t>
                      </a:r>
                    </a:p>
                  </a:txBody>
                  <a:tcPr marL="91440" marR="91440" marT="45720" marB="45720" anchor="ctr">
                    <a:solidFill>
                      <a:srgbClr val="F3F5F7"/>
                    </a:solidFill>
                  </a:tcPr>
                </a:tc>
              </a:tr>
              <a:tr h="676275">
                <a:tc>
                  <a:txBody>
                    <a:bodyPr lIns="152400" tIns="95250" rIns="152400" bIns="95250"/>
                    <a:lstStyle/>
                    <a:p>
                      <a:r>
                        <a:rPr sz="2025" b="0">
                          <a:solidFill>
                            <a:srgbClr val="243746"/>
                          </a:solidFill>
                          <a:latin typeface="Pretendard"/>
                          <a:ea typeface="Pretendard"/>
                          <a:cs typeface="Pretendard"/>
                        </a:rPr>
                        <a:t>decomposition</a:t>
                      </a:r>
                    </a:p>
                  </a:txBody>
                  <a:tcPr marL="91440" marR="91440" marT="45720" marB="45720" anchor="ctr">
                    <a:solidFill>
                      <a:srgbClr val="FFFFFF"/>
                    </a:solidFill>
                  </a:tcPr>
                </a:tc>
                <a:tc>
                  <a:txBody>
                    <a:bodyPr lIns="152400" tIns="95250" rIns="152400" bIns="95250"/>
                    <a:lstStyle/>
                    <a:p>
                      <a:r>
                        <a:rPr sz="2025" b="0">
                          <a:solidFill>
                            <a:srgbClr val="243746"/>
                          </a:solidFill>
                          <a:latin typeface="Pretendard"/>
                          <a:ea typeface="Pretendard"/>
                          <a:cs typeface="Pretendard"/>
                        </a:rPr>
                        <a:t>복합 질문을 독립 질문으로 분리</a:t>
                      </a:r>
                    </a:p>
                  </a:txBody>
                  <a:tcPr marL="91440" marR="91440" marT="45720" marB="45720" anchor="ctr">
                    <a:solidFill>
                      <a:srgbClr val="FFFFFF"/>
                    </a:solidFill>
                  </a:tcPr>
                </a:tc>
                <a:tc>
                  <a:txBody>
                    <a:bodyPr lIns="152400" tIns="95250" rIns="152400" bIns="95250"/>
                    <a:lstStyle/>
                    <a:p>
                      <a:r>
                        <a:rPr sz="2025" b="0">
                          <a:solidFill>
                            <a:srgbClr val="243746"/>
                          </a:solidFill>
                          <a:latin typeface="Pretendard"/>
                          <a:ea typeface="Pretendard"/>
                          <a:cs typeface="Pretendard"/>
                        </a:rPr>
                        <a:t>2 ~ 4</a:t>
                      </a:r>
                    </a:p>
                  </a:txBody>
                  <a:tcPr marL="91440" marR="91440" marT="45720" marB="45720" anchor="ctr">
                    <a:solidFill>
                      <a:srgbClr val="FFFFFF"/>
                    </a:solidFill>
                  </a:tcPr>
                </a:tc>
              </a:tr>
            </a:tbl>
          </a:graphicData>
        </a:graphic>
      </p:graphicFrame>
      <p:sp>
        <p:nvSpPr>
          <p:cNvPr id="8" name="native-167">
            <a:extLst xmlns:a="http://schemas.openxmlformats.org/drawingml/2006/main">
              <a:ext uri="{FF2B5EF4-FFF2-40B4-BE49-F238E27FC236}">
                <a16:creationId xmlns:a16="http://schemas.microsoft.com/office/drawing/2014/main" id="{A2369EE7-35D6-4FCF-82E1-45D137B5104A}"/>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변환 결과의 형식·개수 규칙 위반 시 keep으로 대체  /  HyDE 문장은 실제 근거로 사용하지 않음</a:t>
            </a:r>
          </a:p>
        </p:txBody>
      </p:sp>
      <p:sp>
        <p:nvSpPr>
          <p:cNvPr id="9" name="native-275">
            <a:extLst xmlns:a="http://schemas.openxmlformats.org/drawingml/2006/main">
              <a:ext uri="{FF2B5EF4-FFF2-40B4-BE49-F238E27FC236}">
                <a16:creationId xmlns:a16="http://schemas.microsoft.com/office/drawing/2014/main" id="{4D80E337-3BEE-464F-A8B2-A032AE6AB01F}"/>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17</a:t>
            </a:r>
          </a:p>
        </p:txBody>
      </p:sp>
    </p:spTree>
    <p:extLst>
      <p:ext uri="{BB962C8B-B14F-4D97-AF65-F5344CB8AC3E}">
        <p14:creationId xmlns:p14="http://schemas.microsoft.com/office/powerpoint/2010/main" val="16840835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native-168">
            <a:extLst xmlns:a="http://schemas.openxmlformats.org/drawingml/2006/main">
              <a:ext uri="{FF2B5EF4-FFF2-40B4-BE49-F238E27FC236}">
                <a16:creationId xmlns:a16="http://schemas.microsoft.com/office/drawing/2014/main" id="{547BD42B-D690-407F-BDC4-8E8D447679BA}"/>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169">
            <a:extLst xmlns:a="http://schemas.openxmlformats.org/drawingml/2006/main">
              <a:ext uri="{FF2B5EF4-FFF2-40B4-BE49-F238E27FC236}">
                <a16:creationId xmlns:a16="http://schemas.microsoft.com/office/drawing/2014/main" id="{F99B7092-3777-490B-9A59-7294DCAD112C}"/>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RETRIEVER  /  의미 + 키워드</a:t>
            </a:r>
          </a:p>
        </p:txBody>
      </p:sp>
      <p:sp>
        <p:nvSpPr>
          <p:cNvPr id="3" name="native-170">
            <a:extLst xmlns:a="http://schemas.openxmlformats.org/drawingml/2006/main">
              <a:ext uri="{FF2B5EF4-FFF2-40B4-BE49-F238E27FC236}">
                <a16:creationId xmlns:a16="http://schemas.microsoft.com/office/drawing/2014/main" id="{2561D7F8-70BB-450D-A8AE-D1BFBB6AE81B}"/>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Hybrid 점수 결합</a:t>
            </a:r>
          </a:p>
        </p:txBody>
      </p:sp>
      <p:sp>
        <p:nvSpPr>
          <p:cNvPr id="4" name="native-171">
            <a:extLst xmlns:a="http://schemas.openxmlformats.org/drawingml/2006/main">
              <a:ext uri="{FF2B5EF4-FFF2-40B4-BE49-F238E27FC236}">
                <a16:creationId xmlns:a16="http://schemas.microsoft.com/office/drawing/2014/main" id="{7B26C08C-AEE0-4A79-AD97-14C4624AEC3F}"/>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서로 다른 점수 범위를 0 ~ 1로 맞춘 뒤 가중합 계산</a:t>
            </a:r>
          </a:p>
        </p:txBody>
      </p:sp>
      <p:sp>
        <p:nvSpPr>
          <p:cNvPr id="5" name="native-172">
            <a:extLst xmlns:a="http://schemas.openxmlformats.org/drawingml/2006/main">
              <a:ext uri="{FF2B5EF4-FFF2-40B4-BE49-F238E27FC236}">
                <a16:creationId xmlns:a16="http://schemas.microsoft.com/office/drawing/2014/main" id="{E062209D-8DA8-42F6-B13A-BB638D5EEAC3}"/>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173">
            <a:extLst xmlns:a="http://schemas.openxmlformats.org/drawingml/2006/main">
              <a:ext uri="{FF2B5EF4-FFF2-40B4-BE49-F238E27FC236}">
                <a16:creationId xmlns:a16="http://schemas.microsoft.com/office/drawing/2014/main" id="{B3CCAF5F-2938-4080-9130-4B946F8C223C}"/>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174">
            <a:extLst xmlns:a="http://schemas.openxmlformats.org/drawingml/2006/main">
              <a:ext uri="{FF2B5EF4-FFF2-40B4-BE49-F238E27FC236}">
                <a16:creationId xmlns:a16="http://schemas.microsoft.com/office/drawing/2014/main" id="{7CD78F7F-9693-4F31-9406-E419EE7E2E0D}"/>
              </a:ext>
            </a:extLst>
          </p:cNvPr>
          <p:cNvSpPr>
            <a:spLocks xmlns:a="http://schemas.openxmlformats.org/drawingml/2006/main" noGrp="1"/>
          </p:cNvSpPr>
          <p:nvPr/>
        </p:nvSpPr>
        <p:spPr>
          <a:xfrm xmlns:a="http://schemas.openxmlformats.org/drawingml/2006/main">
            <a:off x="685800" y="2333625"/>
            <a:ext cx="13258800" cy="885825"/>
          </a:xfrm>
          <a:prstGeom xmlns:a="http://schemas.openxmlformats.org/drawingml/2006/main" prst="rect">
            <a:avLst/>
          </a:prstGeom>
          <a:solidFill xmlns:a="http://schemas.openxmlformats.org/drawingml/2006/main">
            <a:srgbClr val="17365D"/>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475" b="1">
                <a:solidFill>
                  <a:srgbClr val="FFFFFF"/>
                </a:solidFill>
                <a:latin typeface="Pretendard"/>
                <a:ea typeface="Pretendard"/>
                <a:cs typeface="Pretendard"/>
              </a:defRPr>
            </a:pPr>
            <a:r>
              <a:rPr sz="2475" b="1">
                <a:solidFill>
                  <a:srgbClr val="FFFFFF"/>
                </a:solidFill>
                <a:latin typeface="Pretendard"/>
                <a:ea typeface="Pretendard"/>
                <a:cs typeface="Pretendard"/>
              </a:rPr>
              <a:t>Hybrid = 정규화 Vector × 0.6 + 정규화 BM25 × 0.4</a:t>
            </a:r>
          </a:p>
        </p:txBody>
      </p:sp>
      <p:graphicFrame>
        <p:nvGraphicFramePr>
          <p:cNvPr id="18" name=""/>
          <p:cNvGraphicFramePr/>
          <p:nvPr/>
        </p:nvGraphicFramePr>
        <p:xfrm>
          <a:off xmlns:a="http://schemas.openxmlformats.org/drawingml/2006/main" x="685800" y="3629025"/>
          <a:ext xmlns:a="http://schemas.openxmlformats.org/drawingml/2006/main" cx="13258800" cy="2381250"/>
        </p:xfrm>
        <a:graphic xmlns:a="http://schemas.openxmlformats.org/drawingml/2006/main">
          <a:graphicData uri="http://schemas.openxmlformats.org/drawingml/2006/table">
            <a:tbl>
              <a:tblPr/>
              <a:tblGrid>
                <a:gridCol w="1714500"/>
                <a:gridCol w="2476500"/>
                <a:gridCol w="2476500"/>
                <a:gridCol w="2190750"/>
                <a:gridCol w="2190750"/>
                <a:gridCol w="2209800"/>
              </a:tblGrid>
              <a:tr h="595313">
                <a:tc>
                  <a:txBody>
                    <a:bodyPr lIns="152400" tIns="95250" rIns="152400" bIns="95250"/>
                    <a:lstStyle/>
                    <a:p>
                      <a:r>
                        <a:rPr sz="1950" b="1">
                          <a:solidFill>
                            <a:srgbClr val="FFFFFF"/>
                          </a:solidFill>
                          <a:latin typeface="Pretendard"/>
                          <a:ea typeface="Pretendard"/>
                          <a:cs typeface="Pretendard"/>
                        </a:rPr>
                        <a:t>후보</a:t>
                      </a:r>
                    </a:p>
                  </a:txBody>
                  <a:tcPr marL="91440" marR="91440" marT="45720" marB="45720" anchor="ctr">
                    <a:solidFill>
                      <a:srgbClr val="17365D"/>
                    </a:solidFill>
                  </a:tcPr>
                </a:tc>
                <a:tc>
                  <a:txBody>
                    <a:bodyPr lIns="152400" tIns="95250" rIns="152400" bIns="95250"/>
                    <a:lstStyle/>
                    <a:p>
                      <a:r>
                        <a:rPr sz="1950" b="1">
                          <a:solidFill>
                            <a:srgbClr val="FFFFFF"/>
                          </a:solidFill>
                          <a:latin typeface="Pretendard"/>
                          <a:ea typeface="Pretendard"/>
                          <a:cs typeface="Pretendard"/>
                        </a:rPr>
                        <a:t>Vector 원점수</a:t>
                      </a:r>
                    </a:p>
                  </a:txBody>
                  <a:tcPr marL="91440" marR="91440" marT="45720" marB="45720" anchor="ctr">
                    <a:solidFill>
                      <a:srgbClr val="17365D"/>
                    </a:solidFill>
                  </a:tcPr>
                </a:tc>
                <a:tc>
                  <a:txBody>
                    <a:bodyPr lIns="152400" tIns="95250" rIns="152400" bIns="95250"/>
                    <a:lstStyle/>
                    <a:p>
                      <a:r>
                        <a:rPr sz="1950" b="1">
                          <a:solidFill>
                            <a:srgbClr val="FFFFFF"/>
                          </a:solidFill>
                          <a:latin typeface="Pretendard"/>
                          <a:ea typeface="Pretendard"/>
                          <a:cs typeface="Pretendard"/>
                        </a:rPr>
                        <a:t>BM25 원점수</a:t>
                      </a:r>
                    </a:p>
                  </a:txBody>
                  <a:tcPr marL="91440" marR="91440" marT="45720" marB="45720" anchor="ctr">
                    <a:solidFill>
                      <a:srgbClr val="17365D"/>
                    </a:solidFill>
                  </a:tcPr>
                </a:tc>
                <a:tc>
                  <a:txBody>
                    <a:bodyPr lIns="152400" tIns="95250" rIns="152400" bIns="95250"/>
                    <a:lstStyle/>
                    <a:p>
                      <a:r>
                        <a:rPr sz="1950" b="1">
                          <a:solidFill>
                            <a:srgbClr val="FFFFFF"/>
                          </a:solidFill>
                          <a:latin typeface="Pretendard"/>
                          <a:ea typeface="Pretendard"/>
                          <a:cs typeface="Pretendard"/>
                        </a:rPr>
                        <a:t>정규화 V</a:t>
                      </a:r>
                    </a:p>
                  </a:txBody>
                  <a:tcPr marL="91440" marR="91440" marT="45720" marB="45720" anchor="ctr">
                    <a:solidFill>
                      <a:srgbClr val="17365D"/>
                    </a:solidFill>
                  </a:tcPr>
                </a:tc>
                <a:tc>
                  <a:txBody>
                    <a:bodyPr lIns="152400" tIns="95250" rIns="152400" bIns="95250"/>
                    <a:lstStyle/>
                    <a:p>
                      <a:r>
                        <a:rPr sz="1950" b="1">
                          <a:solidFill>
                            <a:srgbClr val="FFFFFF"/>
                          </a:solidFill>
                          <a:latin typeface="Pretendard"/>
                          <a:ea typeface="Pretendard"/>
                          <a:cs typeface="Pretendard"/>
                        </a:rPr>
                        <a:t>정규화 B</a:t>
                      </a:r>
                    </a:p>
                  </a:txBody>
                  <a:tcPr marL="91440" marR="91440" marT="45720" marB="45720" anchor="ctr">
                    <a:solidFill>
                      <a:srgbClr val="17365D"/>
                    </a:solidFill>
                  </a:tcPr>
                </a:tc>
                <a:tc>
                  <a:txBody>
                    <a:bodyPr lIns="152400" tIns="95250" rIns="152400" bIns="95250"/>
                    <a:lstStyle/>
                    <a:p>
                      <a:r>
                        <a:rPr sz="1950" b="1">
                          <a:solidFill>
                            <a:srgbClr val="FFFFFF"/>
                          </a:solidFill>
                          <a:latin typeface="Pretendard"/>
                          <a:ea typeface="Pretendard"/>
                          <a:cs typeface="Pretendard"/>
                        </a:rPr>
                        <a:t>Hybrid</a:t>
                      </a:r>
                    </a:p>
                  </a:txBody>
                  <a:tcPr marL="91440" marR="91440" marT="45720" marB="45720" anchor="ctr">
                    <a:solidFill>
                      <a:srgbClr val="17365D"/>
                    </a:solidFill>
                  </a:tcPr>
                </a:tc>
              </a:tr>
              <a:tr h="595313">
                <a:tc>
                  <a:txBody>
                    <a:bodyPr lIns="152400" tIns="95250" rIns="152400" bIns="95250"/>
                    <a:lstStyle/>
                    <a:p>
                      <a:r>
                        <a:rPr sz="1950" b="0">
                          <a:solidFill>
                            <a:srgbClr val="243746"/>
                          </a:solidFill>
                          <a:latin typeface="Pretendard"/>
                          <a:ea typeface="Pretendard"/>
                          <a:cs typeface="Pretendard"/>
                        </a:rPr>
                        <a:t>A</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0.9</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2</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1.000</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0.000</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0.600</a:t>
                      </a:r>
                    </a:p>
                  </a:txBody>
                  <a:tcPr marL="91440" marR="91440" marT="45720" marB="45720" anchor="ctr">
                    <a:solidFill>
                      <a:srgbClr val="FFFFFF"/>
                    </a:solidFill>
                  </a:tcPr>
                </a:tc>
              </a:tr>
              <a:tr h="595313">
                <a:tc>
                  <a:txBody>
                    <a:bodyPr lIns="152400" tIns="95250" rIns="152400" bIns="95250"/>
                    <a:lstStyle/>
                    <a:p>
                      <a:r>
                        <a:rPr sz="1950" b="0">
                          <a:solidFill>
                            <a:srgbClr val="243746"/>
                          </a:solidFill>
                          <a:latin typeface="Pretendard"/>
                          <a:ea typeface="Pretendard"/>
                          <a:cs typeface="Pretendard"/>
                        </a:rPr>
                        <a:t>B</a:t>
                      </a:r>
                    </a:p>
                  </a:txBody>
                  <a:tcPr marL="91440" marR="91440" marT="45720" marB="45720" anchor="ctr">
                    <a:solidFill>
                      <a:srgbClr val="F3F5F7"/>
                    </a:solidFill>
                  </a:tcPr>
                </a:tc>
                <a:tc>
                  <a:txBody>
                    <a:bodyPr lIns="152400" tIns="95250" rIns="152400" bIns="95250"/>
                    <a:lstStyle/>
                    <a:p>
                      <a:r>
                        <a:rPr sz="1950" b="0">
                          <a:solidFill>
                            <a:srgbClr val="243746"/>
                          </a:solidFill>
                          <a:latin typeface="Pretendard"/>
                          <a:ea typeface="Pretendard"/>
                          <a:cs typeface="Pretendard"/>
                        </a:rPr>
                        <a:t>0.8</a:t>
                      </a:r>
                    </a:p>
                  </a:txBody>
                  <a:tcPr marL="91440" marR="91440" marT="45720" marB="45720" anchor="ctr">
                    <a:solidFill>
                      <a:srgbClr val="F3F5F7"/>
                    </a:solidFill>
                  </a:tcPr>
                </a:tc>
                <a:tc>
                  <a:txBody>
                    <a:bodyPr lIns="152400" tIns="95250" rIns="152400" bIns="95250"/>
                    <a:lstStyle/>
                    <a:p>
                      <a:r>
                        <a:rPr sz="1950" b="0">
                          <a:solidFill>
                            <a:srgbClr val="243746"/>
                          </a:solidFill>
                          <a:latin typeface="Pretendard"/>
                          <a:ea typeface="Pretendard"/>
                          <a:cs typeface="Pretendard"/>
                        </a:rPr>
                        <a:t>8</a:t>
                      </a:r>
                    </a:p>
                  </a:txBody>
                  <a:tcPr marL="91440" marR="91440" marT="45720" marB="45720" anchor="ctr">
                    <a:solidFill>
                      <a:srgbClr val="F3F5F7"/>
                    </a:solidFill>
                  </a:tcPr>
                </a:tc>
                <a:tc>
                  <a:txBody>
                    <a:bodyPr lIns="152400" tIns="95250" rIns="152400" bIns="95250"/>
                    <a:lstStyle/>
                    <a:p>
                      <a:r>
                        <a:rPr sz="1950" b="0">
                          <a:solidFill>
                            <a:srgbClr val="243746"/>
                          </a:solidFill>
                          <a:latin typeface="Pretendard"/>
                          <a:ea typeface="Pretendard"/>
                          <a:cs typeface="Pretendard"/>
                        </a:rPr>
                        <a:t>0.889</a:t>
                      </a:r>
                    </a:p>
                  </a:txBody>
                  <a:tcPr marL="91440" marR="91440" marT="45720" marB="45720" anchor="ctr">
                    <a:solidFill>
                      <a:srgbClr val="F3F5F7"/>
                    </a:solidFill>
                  </a:tcPr>
                </a:tc>
                <a:tc>
                  <a:txBody>
                    <a:bodyPr lIns="152400" tIns="95250" rIns="152400" bIns="95250"/>
                    <a:lstStyle/>
                    <a:p>
                      <a:r>
                        <a:rPr sz="1950" b="0">
                          <a:solidFill>
                            <a:srgbClr val="243746"/>
                          </a:solidFill>
                          <a:latin typeface="Pretendard"/>
                          <a:ea typeface="Pretendard"/>
                          <a:cs typeface="Pretendard"/>
                        </a:rPr>
                        <a:t>1.000</a:t>
                      </a:r>
                    </a:p>
                  </a:txBody>
                  <a:tcPr marL="91440" marR="91440" marT="45720" marB="45720" anchor="ctr">
                    <a:solidFill>
                      <a:srgbClr val="F3F5F7"/>
                    </a:solidFill>
                  </a:tcPr>
                </a:tc>
                <a:tc>
                  <a:txBody>
                    <a:bodyPr lIns="152400" tIns="95250" rIns="152400" bIns="95250"/>
                    <a:lstStyle/>
                    <a:p>
                      <a:r>
                        <a:rPr sz="1950" b="0">
                          <a:solidFill>
                            <a:srgbClr val="243746"/>
                          </a:solidFill>
                          <a:latin typeface="Pretendard"/>
                          <a:ea typeface="Pretendard"/>
                          <a:cs typeface="Pretendard"/>
                        </a:rPr>
                        <a:t>0.933</a:t>
                      </a:r>
                    </a:p>
                  </a:txBody>
                  <a:tcPr marL="91440" marR="91440" marT="45720" marB="45720" anchor="ctr">
                    <a:solidFill>
                      <a:srgbClr val="F3F5F7"/>
                    </a:solidFill>
                  </a:tcPr>
                </a:tc>
              </a:tr>
              <a:tr h="595313">
                <a:tc>
                  <a:txBody>
                    <a:bodyPr lIns="152400" tIns="95250" rIns="152400" bIns="95250"/>
                    <a:lstStyle/>
                    <a:p>
                      <a:r>
                        <a:rPr sz="1950" b="0">
                          <a:solidFill>
                            <a:srgbClr val="243746"/>
                          </a:solidFill>
                          <a:latin typeface="Pretendard"/>
                          <a:ea typeface="Pretendard"/>
                          <a:cs typeface="Pretendard"/>
                        </a:rPr>
                        <a:t>C</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없음</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5</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0.000</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0.500</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0.200</a:t>
                      </a:r>
                    </a:p>
                  </a:txBody>
                  <a:tcPr marL="91440" marR="91440" marT="45720" marB="45720" anchor="ctr">
                    <a:solidFill>
                      <a:srgbClr val="FFFFFF"/>
                    </a:solidFill>
                  </a:tcPr>
                </a:tc>
              </a:tr>
            </a:tbl>
          </a:graphicData>
        </a:graphic>
      </p:graphicFrame>
      <p:sp>
        <p:nvSpPr>
          <p:cNvPr id="9" name="native-175">
            <a:extLst xmlns:a="http://schemas.openxmlformats.org/drawingml/2006/main">
              <a:ext uri="{FF2B5EF4-FFF2-40B4-BE49-F238E27FC236}">
                <a16:creationId xmlns:a16="http://schemas.microsoft.com/office/drawing/2014/main" id="{A325D395-9C3D-49B7-B1B0-E2FA3ECB85A0}"/>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계산 예시  /  정규화 = (점수 − 최솟값) ÷ (최댓값 − 최솟값)  /  없는 검색 점수는 0</a:t>
            </a:r>
          </a:p>
        </p:txBody>
      </p:sp>
      <p:sp>
        <p:nvSpPr>
          <p:cNvPr id="10" name="native-276">
            <a:extLst xmlns:a="http://schemas.openxmlformats.org/drawingml/2006/main">
              <a:ext uri="{FF2B5EF4-FFF2-40B4-BE49-F238E27FC236}">
                <a16:creationId xmlns:a16="http://schemas.microsoft.com/office/drawing/2014/main" id="{552EBED7-B186-4EAB-9A86-4499556B0D5B}"/>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18</a:t>
            </a:r>
          </a:p>
        </p:txBody>
      </p:sp>
    </p:spTree>
    <p:extLst>
      <p:ext uri="{BB962C8B-B14F-4D97-AF65-F5344CB8AC3E}">
        <p14:creationId xmlns:p14="http://schemas.microsoft.com/office/powerpoint/2010/main" val="158127161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native-176">
            <a:extLst xmlns:a="http://schemas.openxmlformats.org/drawingml/2006/main">
              <a:ext uri="{FF2B5EF4-FFF2-40B4-BE49-F238E27FC236}">
                <a16:creationId xmlns:a16="http://schemas.microsoft.com/office/drawing/2014/main" id="{65D7FB66-BC6B-49AA-B151-A2EAFD8D4356}"/>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177">
            <a:extLst xmlns:a="http://schemas.openxmlformats.org/drawingml/2006/main">
              <a:ext uri="{FF2B5EF4-FFF2-40B4-BE49-F238E27FC236}">
                <a16:creationId xmlns:a16="http://schemas.microsoft.com/office/drawing/2014/main" id="{BCC14E36-3930-4380-B7B4-70277D547864}"/>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RETRIEVER  /  변환 후 추가 검색</a:t>
            </a:r>
          </a:p>
        </p:txBody>
      </p:sp>
      <p:sp>
        <p:nvSpPr>
          <p:cNvPr id="3" name="native-178">
            <a:extLst xmlns:a="http://schemas.openxmlformats.org/drawingml/2006/main">
              <a:ext uri="{FF2B5EF4-FFF2-40B4-BE49-F238E27FC236}">
                <a16:creationId xmlns:a16="http://schemas.microsoft.com/office/drawing/2014/main" id="{334AED40-470B-427A-B58D-DA8363F73C88}"/>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원 질문과 변환 질문의 후보 그룹</a:t>
            </a:r>
          </a:p>
        </p:txBody>
      </p:sp>
      <p:sp>
        <p:nvSpPr>
          <p:cNvPr id="4" name="native-179">
            <a:extLst xmlns:a="http://schemas.openxmlformats.org/drawingml/2006/main">
              <a:ext uri="{FF2B5EF4-FFF2-40B4-BE49-F238E27FC236}">
                <a16:creationId xmlns:a16="http://schemas.microsoft.com/office/drawing/2014/main" id="{BF4383E2-B94C-4184-833C-58744BD90141}"/>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질문마다 같은 검색 모드를 적용하고, 청크 ID 기준으로 중복을 묶음</a:t>
            </a:r>
          </a:p>
        </p:txBody>
      </p:sp>
      <p:sp>
        <p:nvSpPr>
          <p:cNvPr id="5" name="native-180">
            <a:extLst xmlns:a="http://schemas.openxmlformats.org/drawingml/2006/main">
              <a:ext uri="{FF2B5EF4-FFF2-40B4-BE49-F238E27FC236}">
                <a16:creationId xmlns:a16="http://schemas.microsoft.com/office/drawing/2014/main" id="{58F874F6-DB02-4441-9FA2-203E8A305FBB}"/>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181">
            <a:extLst xmlns:a="http://schemas.openxmlformats.org/drawingml/2006/main">
              <a:ext uri="{FF2B5EF4-FFF2-40B4-BE49-F238E27FC236}">
                <a16:creationId xmlns:a16="http://schemas.microsoft.com/office/drawing/2014/main" id="{DA32FD3E-7E9C-445E-BF61-2C4F307C141B}"/>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182">
            <a:extLst xmlns:a="http://schemas.openxmlformats.org/drawingml/2006/main">
              <a:ext uri="{FF2B5EF4-FFF2-40B4-BE49-F238E27FC236}">
                <a16:creationId xmlns:a16="http://schemas.microsoft.com/office/drawing/2014/main" id="{B1C51DB5-FCC4-4351-95DB-0C665EF5398C}"/>
              </a:ext>
            </a:extLst>
          </p:cNvPr>
          <p:cNvSpPr>
            <a:spLocks xmlns:a="http://schemas.openxmlformats.org/drawingml/2006/main" noGrp="1"/>
          </p:cNvSpPr>
          <p:nvPr/>
        </p:nvSpPr>
        <p:spPr>
          <a:xfrm xmlns:a="http://schemas.openxmlformats.org/drawingml/2006/main">
            <a:off x="685800" y="2571750"/>
            <a:ext cx="2647950" cy="819150"/>
          </a:xfrm>
          <a:prstGeom xmlns:a="http://schemas.openxmlformats.org/drawingml/2006/main" prst="rect">
            <a:avLst/>
          </a:prstGeom>
          <a:solidFill xmlns:a="http://schemas.openxmlformats.org/drawingml/2006/main">
            <a:srgbClr val="17365D"/>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원 질문</a:t>
            </a:r>
          </a:p>
        </p:txBody>
      </p:sp>
      <p:sp>
        <p:nvSpPr>
          <p:cNvPr id="8" name="native-183">
            <a:extLst xmlns:a="http://schemas.openxmlformats.org/drawingml/2006/main">
              <a:ext uri="{FF2B5EF4-FFF2-40B4-BE49-F238E27FC236}">
                <a16:creationId xmlns:a16="http://schemas.microsoft.com/office/drawing/2014/main" id="{9BA24C18-EEB8-47BC-9AD8-E1055934FADE}"/>
              </a:ext>
            </a:extLst>
          </p:cNvPr>
          <p:cNvSpPr>
            <a:spLocks xmlns:a="http://schemas.openxmlformats.org/drawingml/2006/main" noGrp="1"/>
          </p:cNvSpPr>
          <p:nvPr/>
        </p:nvSpPr>
        <p:spPr>
          <a:xfrm xmlns:a="http://schemas.openxmlformats.org/drawingml/2006/main">
            <a:off x="4495800" y="2571750"/>
            <a:ext cx="3905250" cy="81915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같은 모드로 검색</a:t>
            </a:r>
          </a:p>
        </p:txBody>
      </p:sp>
      <p:sp>
        <p:nvSpPr>
          <p:cNvPr id="9" name="native-184">
            <a:extLst xmlns:a="http://schemas.openxmlformats.org/drawingml/2006/main">
              <a:ext uri="{FF2B5EF4-FFF2-40B4-BE49-F238E27FC236}">
                <a16:creationId xmlns:a16="http://schemas.microsoft.com/office/drawing/2014/main" id="{904DF6C1-CA6A-4AE1-8DE7-3F7619B8312D}"/>
              </a:ext>
            </a:extLst>
          </p:cNvPr>
          <p:cNvSpPr>
            <a:spLocks xmlns:a="http://schemas.openxmlformats.org/drawingml/2006/main" noGrp="1"/>
          </p:cNvSpPr>
          <p:nvPr/>
        </p:nvSpPr>
        <p:spPr>
          <a:xfrm xmlns:a="http://schemas.openxmlformats.org/drawingml/2006/main">
            <a:off x="9563100" y="2571750"/>
            <a:ext cx="4381500" cy="819150"/>
          </a:xfrm>
          <a:prstGeom xmlns:a="http://schemas.openxmlformats.org/drawingml/2006/main" prst="rect">
            <a:avLst/>
          </a:prstGeom>
          <a:solidFill xmlns:a="http://schemas.openxmlformats.org/drawingml/2006/main">
            <a:srgbClr val="F3F5F7"/>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후보 그룹 1</a:t>
            </a:r>
          </a:p>
        </p:txBody>
      </p:sp>
      <p:cxnSp>
        <p:nvCxnSpPr>
          <p:cNvPr id="33" name=""/>
          <p:cNvCxnSpPr>
            <a:stCxn xmlns:a="http://schemas.openxmlformats.org/drawingml/2006/main" id="7" idx="3"/>
            <a:endCxn xmlns:a="http://schemas.openxmlformats.org/drawingml/2006/main" id="8" idx="1"/>
          </p:cNvCxnSpPr>
          <p:nvPr/>
        </p:nvCxnSpPr>
        <p:spPr>
          <a:xfrm xmlns:a="http://schemas.openxmlformats.org/drawingml/2006/main">
            <a:off x="3333750" y="2981325"/>
            <a:ext cx="116205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34" name=""/>
          <p:cNvCxnSpPr>
            <a:stCxn xmlns:a="http://schemas.openxmlformats.org/drawingml/2006/main" id="8" idx="3"/>
            <a:endCxn xmlns:a="http://schemas.openxmlformats.org/drawingml/2006/main" id="9" idx="1"/>
          </p:cNvCxnSpPr>
          <p:nvPr/>
        </p:nvCxnSpPr>
        <p:spPr>
          <a:xfrm xmlns:a="http://schemas.openxmlformats.org/drawingml/2006/main">
            <a:off x="8401050" y="2981325"/>
            <a:ext cx="1162050" cy="0"/>
          </a:xfrm>
          <a:prstGeom xmlns:a="http://schemas.openxmlformats.org/drawingml/2006/main" prst="straightConnector1">
            <a:avLst/>
          </a:prstGeom>
          <a:ln xmlns:a="http://schemas.openxmlformats.org/drawingml/2006/main" w="20955">
            <a:solidFill>
              <a:srgbClr val="0070C0"/>
            </a:solidFill>
            <a:tailEnd type="triangle" w="sm" len="sm"/>
          </a:ln>
        </p:spPr>
      </p:cxnSp>
      <p:sp>
        <p:nvSpPr>
          <p:cNvPr id="12" name="native-185">
            <a:extLst xmlns:a="http://schemas.openxmlformats.org/drawingml/2006/main">
              <a:ext uri="{FF2B5EF4-FFF2-40B4-BE49-F238E27FC236}">
                <a16:creationId xmlns:a16="http://schemas.microsoft.com/office/drawing/2014/main" id="{A77929FE-8364-4561-A8DE-85F1DACF6119}"/>
              </a:ext>
            </a:extLst>
          </p:cNvPr>
          <p:cNvSpPr>
            <a:spLocks xmlns:a="http://schemas.openxmlformats.org/drawingml/2006/main" noGrp="1"/>
          </p:cNvSpPr>
          <p:nvPr/>
        </p:nvSpPr>
        <p:spPr>
          <a:xfrm xmlns:a="http://schemas.openxmlformats.org/drawingml/2006/main">
            <a:off x="685800" y="3886200"/>
            <a:ext cx="2647950" cy="81915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변환 질문 1</a:t>
            </a:r>
          </a:p>
        </p:txBody>
      </p:sp>
      <p:sp>
        <p:nvSpPr>
          <p:cNvPr id="13" name="native-186">
            <a:extLst xmlns:a="http://schemas.openxmlformats.org/drawingml/2006/main">
              <a:ext uri="{FF2B5EF4-FFF2-40B4-BE49-F238E27FC236}">
                <a16:creationId xmlns:a16="http://schemas.microsoft.com/office/drawing/2014/main" id="{29B8DDD4-029E-4195-817F-7B3B1355C78F}"/>
              </a:ext>
            </a:extLst>
          </p:cNvPr>
          <p:cNvSpPr>
            <a:spLocks xmlns:a="http://schemas.openxmlformats.org/drawingml/2006/main" noGrp="1"/>
          </p:cNvSpPr>
          <p:nvPr/>
        </p:nvSpPr>
        <p:spPr>
          <a:xfrm xmlns:a="http://schemas.openxmlformats.org/drawingml/2006/main">
            <a:off x="4495800" y="3886200"/>
            <a:ext cx="3905250" cy="81915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같은 모드로 검색</a:t>
            </a:r>
          </a:p>
        </p:txBody>
      </p:sp>
      <p:sp>
        <p:nvSpPr>
          <p:cNvPr id="14" name="native-187">
            <a:extLst xmlns:a="http://schemas.openxmlformats.org/drawingml/2006/main">
              <a:ext uri="{FF2B5EF4-FFF2-40B4-BE49-F238E27FC236}">
                <a16:creationId xmlns:a16="http://schemas.microsoft.com/office/drawing/2014/main" id="{8624C0C3-FAF3-4593-B236-8C5997B824DB}"/>
              </a:ext>
            </a:extLst>
          </p:cNvPr>
          <p:cNvSpPr>
            <a:spLocks xmlns:a="http://schemas.openxmlformats.org/drawingml/2006/main" noGrp="1"/>
          </p:cNvSpPr>
          <p:nvPr/>
        </p:nvSpPr>
        <p:spPr>
          <a:xfrm xmlns:a="http://schemas.openxmlformats.org/drawingml/2006/main">
            <a:off x="9563100" y="3886200"/>
            <a:ext cx="4381500" cy="819150"/>
          </a:xfrm>
          <a:prstGeom xmlns:a="http://schemas.openxmlformats.org/drawingml/2006/main" prst="rect">
            <a:avLst/>
          </a:prstGeom>
          <a:solidFill xmlns:a="http://schemas.openxmlformats.org/drawingml/2006/main">
            <a:srgbClr val="F3F5F7"/>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후보 그룹 2</a:t>
            </a:r>
          </a:p>
        </p:txBody>
      </p:sp>
      <p:cxnSp>
        <p:nvCxnSpPr>
          <p:cNvPr id="38" name=""/>
          <p:cNvCxnSpPr>
            <a:stCxn xmlns:a="http://schemas.openxmlformats.org/drawingml/2006/main" id="12" idx="3"/>
            <a:endCxn xmlns:a="http://schemas.openxmlformats.org/drawingml/2006/main" id="13" idx="1"/>
          </p:cNvCxnSpPr>
          <p:nvPr/>
        </p:nvCxnSpPr>
        <p:spPr>
          <a:xfrm xmlns:a="http://schemas.openxmlformats.org/drawingml/2006/main">
            <a:off x="3333750" y="4295775"/>
            <a:ext cx="116205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39" name=""/>
          <p:cNvCxnSpPr>
            <a:stCxn xmlns:a="http://schemas.openxmlformats.org/drawingml/2006/main" id="13" idx="3"/>
            <a:endCxn xmlns:a="http://schemas.openxmlformats.org/drawingml/2006/main" id="14" idx="1"/>
          </p:cNvCxnSpPr>
          <p:nvPr/>
        </p:nvCxnSpPr>
        <p:spPr>
          <a:xfrm xmlns:a="http://schemas.openxmlformats.org/drawingml/2006/main">
            <a:off x="8401050" y="4295775"/>
            <a:ext cx="1162050" cy="0"/>
          </a:xfrm>
          <a:prstGeom xmlns:a="http://schemas.openxmlformats.org/drawingml/2006/main" prst="straightConnector1">
            <a:avLst/>
          </a:prstGeom>
          <a:ln xmlns:a="http://schemas.openxmlformats.org/drawingml/2006/main" w="20955">
            <a:solidFill>
              <a:srgbClr val="0070C0"/>
            </a:solidFill>
            <a:tailEnd type="triangle" w="sm" len="sm"/>
          </a:ln>
        </p:spPr>
      </p:cxnSp>
      <p:sp>
        <p:nvSpPr>
          <p:cNvPr id="17" name="native-188">
            <a:extLst xmlns:a="http://schemas.openxmlformats.org/drawingml/2006/main">
              <a:ext uri="{FF2B5EF4-FFF2-40B4-BE49-F238E27FC236}">
                <a16:creationId xmlns:a16="http://schemas.microsoft.com/office/drawing/2014/main" id="{B1CDF0CD-54C1-4353-B664-7B5CDEC24A5A}"/>
              </a:ext>
            </a:extLst>
          </p:cNvPr>
          <p:cNvSpPr>
            <a:spLocks xmlns:a="http://schemas.openxmlformats.org/drawingml/2006/main" noGrp="1"/>
          </p:cNvSpPr>
          <p:nvPr/>
        </p:nvSpPr>
        <p:spPr>
          <a:xfrm xmlns:a="http://schemas.openxmlformats.org/drawingml/2006/main">
            <a:off x="685800" y="5200650"/>
            <a:ext cx="2647950" cy="81915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변환 질문 2</a:t>
            </a:r>
          </a:p>
        </p:txBody>
      </p:sp>
      <p:sp>
        <p:nvSpPr>
          <p:cNvPr id="18" name="native-189">
            <a:extLst xmlns:a="http://schemas.openxmlformats.org/drawingml/2006/main">
              <a:ext uri="{FF2B5EF4-FFF2-40B4-BE49-F238E27FC236}">
                <a16:creationId xmlns:a16="http://schemas.microsoft.com/office/drawing/2014/main" id="{C4A03213-18B2-4D55-8ED7-FDDC119FB8A0}"/>
              </a:ext>
            </a:extLst>
          </p:cNvPr>
          <p:cNvSpPr>
            <a:spLocks xmlns:a="http://schemas.openxmlformats.org/drawingml/2006/main" noGrp="1"/>
          </p:cNvSpPr>
          <p:nvPr/>
        </p:nvSpPr>
        <p:spPr>
          <a:xfrm xmlns:a="http://schemas.openxmlformats.org/drawingml/2006/main">
            <a:off x="4495800" y="5200650"/>
            <a:ext cx="3905250" cy="81915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같은 모드로 검색</a:t>
            </a:r>
          </a:p>
        </p:txBody>
      </p:sp>
      <p:sp>
        <p:nvSpPr>
          <p:cNvPr id="19" name="native-190">
            <a:extLst xmlns:a="http://schemas.openxmlformats.org/drawingml/2006/main">
              <a:ext uri="{FF2B5EF4-FFF2-40B4-BE49-F238E27FC236}">
                <a16:creationId xmlns:a16="http://schemas.microsoft.com/office/drawing/2014/main" id="{873E6194-6CB6-46B6-8462-484EB0839C37}"/>
              </a:ext>
            </a:extLst>
          </p:cNvPr>
          <p:cNvSpPr>
            <a:spLocks xmlns:a="http://schemas.openxmlformats.org/drawingml/2006/main" noGrp="1"/>
          </p:cNvSpPr>
          <p:nvPr/>
        </p:nvSpPr>
        <p:spPr>
          <a:xfrm xmlns:a="http://schemas.openxmlformats.org/drawingml/2006/main">
            <a:off x="9563100" y="5200650"/>
            <a:ext cx="4381500" cy="819150"/>
          </a:xfrm>
          <a:prstGeom xmlns:a="http://schemas.openxmlformats.org/drawingml/2006/main" prst="rect">
            <a:avLst/>
          </a:prstGeom>
          <a:solidFill xmlns:a="http://schemas.openxmlformats.org/drawingml/2006/main">
            <a:srgbClr val="F3F5F7"/>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후보 그룹 3</a:t>
            </a:r>
          </a:p>
        </p:txBody>
      </p:sp>
      <p:cxnSp>
        <p:nvCxnSpPr>
          <p:cNvPr id="43" name=""/>
          <p:cNvCxnSpPr>
            <a:stCxn xmlns:a="http://schemas.openxmlformats.org/drawingml/2006/main" id="17" idx="3"/>
            <a:endCxn xmlns:a="http://schemas.openxmlformats.org/drawingml/2006/main" id="18" idx="1"/>
          </p:cNvCxnSpPr>
          <p:nvPr/>
        </p:nvCxnSpPr>
        <p:spPr>
          <a:xfrm xmlns:a="http://schemas.openxmlformats.org/drawingml/2006/main">
            <a:off x="3333750" y="5610225"/>
            <a:ext cx="116205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44" name=""/>
          <p:cNvCxnSpPr>
            <a:stCxn xmlns:a="http://schemas.openxmlformats.org/drawingml/2006/main" id="18" idx="3"/>
            <a:endCxn xmlns:a="http://schemas.openxmlformats.org/drawingml/2006/main" id="19" idx="1"/>
          </p:cNvCxnSpPr>
          <p:nvPr/>
        </p:nvCxnSpPr>
        <p:spPr>
          <a:xfrm xmlns:a="http://schemas.openxmlformats.org/drawingml/2006/main">
            <a:off x="8401050" y="5610225"/>
            <a:ext cx="1162050" cy="0"/>
          </a:xfrm>
          <a:prstGeom xmlns:a="http://schemas.openxmlformats.org/drawingml/2006/main" prst="straightConnector1">
            <a:avLst/>
          </a:prstGeom>
          <a:ln xmlns:a="http://schemas.openxmlformats.org/drawingml/2006/main" w="20955">
            <a:solidFill>
              <a:srgbClr val="0070C0"/>
            </a:solidFill>
            <a:tailEnd type="triangle" w="sm" len="sm"/>
          </a:ln>
        </p:spPr>
      </p:cxnSp>
      <p:sp>
        <p:nvSpPr>
          <p:cNvPr id="22" name="native-191">
            <a:extLst xmlns:a="http://schemas.openxmlformats.org/drawingml/2006/main">
              <a:ext uri="{FF2B5EF4-FFF2-40B4-BE49-F238E27FC236}">
                <a16:creationId xmlns:a16="http://schemas.microsoft.com/office/drawing/2014/main" id="{94538B20-43B9-4D8E-BE04-F10ADFCF2DBC}"/>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vector 계열은 Vector만 검색  /  hybrid 계열은 Vector와 BM25 결합  /  재정렬은 다음 단계</a:t>
            </a:r>
          </a:p>
        </p:txBody>
      </p:sp>
      <p:sp>
        <p:nvSpPr>
          <p:cNvPr id="23" name="native-277">
            <a:extLst xmlns:a="http://schemas.openxmlformats.org/drawingml/2006/main">
              <a:ext uri="{FF2B5EF4-FFF2-40B4-BE49-F238E27FC236}">
                <a16:creationId xmlns:a16="http://schemas.microsoft.com/office/drawing/2014/main" id="{68CF366D-AACA-42DE-AA01-865F81BF5B9A}"/>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19</a:t>
            </a:r>
          </a:p>
        </p:txBody>
      </p:sp>
    </p:spTree>
    <p:extLst>
      <p:ext uri="{BB962C8B-B14F-4D97-AF65-F5344CB8AC3E}">
        <p14:creationId xmlns:p14="http://schemas.microsoft.com/office/powerpoint/2010/main" val="168408351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native-192">
            <a:extLst xmlns:a="http://schemas.openxmlformats.org/drawingml/2006/main">
              <a:ext uri="{FF2B5EF4-FFF2-40B4-BE49-F238E27FC236}">
                <a16:creationId xmlns:a16="http://schemas.microsoft.com/office/drawing/2014/main" id="{948B676F-B118-43BD-85E1-1E99A6525D9E}"/>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193">
            <a:extLst xmlns:a="http://schemas.openxmlformats.org/drawingml/2006/main">
              <a:ext uri="{FF2B5EF4-FFF2-40B4-BE49-F238E27FC236}">
                <a16:creationId xmlns:a16="http://schemas.microsoft.com/office/drawing/2014/main" id="{81BE5074-955F-4494-941B-3D4B9B130C69}"/>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RETRIEVER  /  순위 병합</a:t>
            </a:r>
          </a:p>
        </p:txBody>
      </p:sp>
      <p:sp>
        <p:nvSpPr>
          <p:cNvPr id="3" name="native-194">
            <a:extLst xmlns:a="http://schemas.openxmlformats.org/drawingml/2006/main">
              <a:ext uri="{FF2B5EF4-FFF2-40B4-BE49-F238E27FC236}">
                <a16:creationId xmlns:a16="http://schemas.microsoft.com/office/drawing/2014/main" id="{AC1C653B-6EA8-44ED-A57D-91ACCF7C698F}"/>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RRF는 여러 순위표를 하나로 합치는 방법</a:t>
            </a:r>
          </a:p>
        </p:txBody>
      </p:sp>
      <p:sp>
        <p:nvSpPr>
          <p:cNvPr id="4" name="native-195">
            <a:extLst xmlns:a="http://schemas.openxmlformats.org/drawingml/2006/main">
              <a:ext uri="{FF2B5EF4-FFF2-40B4-BE49-F238E27FC236}">
                <a16:creationId xmlns:a16="http://schemas.microsoft.com/office/drawing/2014/main" id="{7E32B670-A732-4533-883B-1C57AAE4C647}"/>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질문마다 점수 척도가 달라도 순위를 이용해 비교 가능</a:t>
            </a:r>
          </a:p>
        </p:txBody>
      </p:sp>
      <p:sp>
        <p:nvSpPr>
          <p:cNvPr id="5" name="native-196">
            <a:extLst xmlns:a="http://schemas.openxmlformats.org/drawingml/2006/main">
              <a:ext uri="{FF2B5EF4-FFF2-40B4-BE49-F238E27FC236}">
                <a16:creationId xmlns:a16="http://schemas.microsoft.com/office/drawing/2014/main" id="{2862A37A-C89E-43FE-A2D5-16603B34790F}"/>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197">
            <a:extLst xmlns:a="http://schemas.openxmlformats.org/drawingml/2006/main">
              <a:ext uri="{FF2B5EF4-FFF2-40B4-BE49-F238E27FC236}">
                <a16:creationId xmlns:a16="http://schemas.microsoft.com/office/drawing/2014/main" id="{61602CF7-0BCB-444C-A4ED-8E1D04B2B5A4}"/>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198">
            <a:extLst xmlns:a="http://schemas.openxmlformats.org/drawingml/2006/main">
              <a:ext uri="{FF2B5EF4-FFF2-40B4-BE49-F238E27FC236}">
                <a16:creationId xmlns:a16="http://schemas.microsoft.com/office/drawing/2014/main" id="{D8591A41-472F-4E73-9EE4-83FA8B57C266}"/>
              </a:ext>
            </a:extLst>
          </p:cNvPr>
          <p:cNvSpPr>
            <a:spLocks xmlns:a="http://schemas.openxmlformats.org/drawingml/2006/main" noGrp="1"/>
          </p:cNvSpPr>
          <p:nvPr/>
        </p:nvSpPr>
        <p:spPr>
          <a:xfrm xmlns:a="http://schemas.openxmlformats.org/drawingml/2006/main">
            <a:off x="685800" y="2333625"/>
            <a:ext cx="13258800" cy="895350"/>
          </a:xfrm>
          <a:prstGeom xmlns:a="http://schemas.openxmlformats.org/drawingml/2006/main" prst="rect">
            <a:avLst/>
          </a:prstGeom>
          <a:solidFill xmlns:a="http://schemas.openxmlformats.org/drawingml/2006/main">
            <a:srgbClr val="17365D"/>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문서의 RRF 점수 = Σ [그룹 가중치 ÷ (60 + 그룹 내 순위)]</a:t>
            </a:r>
          </a:p>
        </p:txBody>
      </p:sp>
      <p:graphicFrame>
        <p:nvGraphicFramePr>
          <p:cNvPr id="18" name=""/>
          <p:cNvGraphicFramePr/>
          <p:nvPr/>
        </p:nvGraphicFramePr>
        <p:xfrm>
          <a:off xmlns:a="http://schemas.openxmlformats.org/drawingml/2006/main" x="685800" y="3686175"/>
          <a:ext xmlns:a="http://schemas.openxmlformats.org/drawingml/2006/main" cx="13258800" cy="2362200"/>
        </p:xfrm>
        <a:graphic xmlns:a="http://schemas.openxmlformats.org/drawingml/2006/main">
          <a:graphicData uri="http://schemas.openxmlformats.org/drawingml/2006/table">
            <a:tbl>
              <a:tblPr/>
              <a:tblGrid>
                <a:gridCol w="3333750"/>
                <a:gridCol w="3619500"/>
                <a:gridCol w="3143250"/>
                <a:gridCol w="3162300"/>
              </a:tblGrid>
              <a:tr h="590550">
                <a:tc>
                  <a:txBody>
                    <a:bodyPr lIns="152400" tIns="95250" rIns="152400" bIns="95250"/>
                    <a:lstStyle/>
                    <a:p>
                      <a:r>
                        <a:rPr sz="2025" b="1">
                          <a:solidFill>
                            <a:srgbClr val="FFFFFF"/>
                          </a:solidFill>
                          <a:latin typeface="Pretendard"/>
                          <a:ea typeface="Pretendard"/>
                          <a:cs typeface="Pretendard"/>
                        </a:rPr>
                        <a:t>그룹</a:t>
                      </a:r>
                    </a:p>
                  </a:txBody>
                  <a:tcPr marL="91440" marR="91440" marT="45720" marB="45720" anchor="ctr">
                    <a:solidFill>
                      <a:srgbClr val="17365D"/>
                    </a:solidFill>
                  </a:tcPr>
                </a:tc>
                <a:tc>
                  <a:txBody>
                    <a:bodyPr lIns="152400" tIns="95250" rIns="152400" bIns="95250"/>
                    <a:lstStyle/>
                    <a:p>
                      <a:r>
                        <a:rPr sz="2025" b="1">
                          <a:solidFill>
                            <a:srgbClr val="FFFFFF"/>
                          </a:solidFill>
                          <a:latin typeface="Pretendard"/>
                          <a:ea typeface="Pretendard"/>
                          <a:cs typeface="Pretendard"/>
                        </a:rPr>
                        <a:t>일반 변환 가중치</a:t>
                      </a:r>
                    </a:p>
                  </a:txBody>
                  <a:tcPr marL="91440" marR="91440" marT="45720" marB="45720" anchor="ctr">
                    <a:solidFill>
                      <a:srgbClr val="17365D"/>
                    </a:solidFill>
                  </a:tcPr>
                </a:tc>
                <a:tc>
                  <a:txBody>
                    <a:bodyPr lIns="152400" tIns="95250" rIns="152400" bIns="95250"/>
                    <a:lstStyle/>
                    <a:p>
                      <a:r>
                        <a:rPr sz="2025" b="1">
                          <a:solidFill>
                            <a:srgbClr val="FFFFFF"/>
                          </a:solidFill>
                          <a:latin typeface="Pretendard"/>
                          <a:ea typeface="Pretendard"/>
                          <a:cs typeface="Pretendard"/>
                        </a:rPr>
                        <a:t>문서 A의 순위</a:t>
                      </a:r>
                    </a:p>
                  </a:txBody>
                  <a:tcPr marL="91440" marR="91440" marT="45720" marB="45720" anchor="ctr">
                    <a:solidFill>
                      <a:srgbClr val="17365D"/>
                    </a:solidFill>
                  </a:tcPr>
                </a:tc>
                <a:tc>
                  <a:txBody>
                    <a:bodyPr lIns="152400" tIns="95250" rIns="152400" bIns="95250"/>
                    <a:lstStyle/>
                    <a:p>
                      <a:r>
                        <a:rPr sz="2025" b="1">
                          <a:solidFill>
                            <a:srgbClr val="FFFFFF"/>
                          </a:solidFill>
                          <a:latin typeface="Pretendard"/>
                          <a:ea typeface="Pretendard"/>
                          <a:cs typeface="Pretendard"/>
                        </a:rPr>
                        <a:t>기여도</a:t>
                      </a:r>
                    </a:p>
                  </a:txBody>
                  <a:tcPr marL="91440" marR="91440" marT="45720" marB="45720" anchor="ctr">
                    <a:solidFill>
                      <a:srgbClr val="17365D"/>
                    </a:solidFill>
                  </a:tcPr>
                </a:tc>
              </a:tr>
              <a:tr h="590550">
                <a:tc>
                  <a:txBody>
                    <a:bodyPr lIns="152400" tIns="95250" rIns="152400" bIns="95250"/>
                    <a:lstStyle/>
                    <a:p>
                      <a:r>
                        <a:rPr sz="2025" b="0">
                          <a:solidFill>
                            <a:srgbClr val="243746"/>
                          </a:solidFill>
                          <a:latin typeface="Pretendard"/>
                          <a:ea typeface="Pretendard"/>
                          <a:cs typeface="Pretendard"/>
                        </a:rPr>
                        <a:t>원 질문</a:t>
                      </a:r>
                    </a:p>
                  </a:txBody>
                  <a:tcPr marL="91440" marR="91440" marT="45720" marB="45720" anchor="ctr">
                    <a:solidFill>
                      <a:srgbClr val="FFFFFF"/>
                    </a:solidFill>
                  </a:tcPr>
                </a:tc>
                <a:tc>
                  <a:txBody>
                    <a:bodyPr lIns="152400" tIns="95250" rIns="152400" bIns="95250"/>
                    <a:lstStyle/>
                    <a:p>
                      <a:r>
                        <a:rPr sz="2025" b="0">
                          <a:solidFill>
                            <a:srgbClr val="243746"/>
                          </a:solidFill>
                          <a:latin typeface="Pretendard"/>
                          <a:ea typeface="Pretendard"/>
                          <a:cs typeface="Pretendard"/>
                        </a:rPr>
                        <a:t>0.5</a:t>
                      </a:r>
                    </a:p>
                  </a:txBody>
                  <a:tcPr marL="91440" marR="91440" marT="45720" marB="45720" anchor="ctr">
                    <a:solidFill>
                      <a:srgbClr val="FFFFFF"/>
                    </a:solidFill>
                  </a:tcPr>
                </a:tc>
                <a:tc>
                  <a:txBody>
                    <a:bodyPr lIns="152400" tIns="95250" rIns="152400" bIns="95250"/>
                    <a:lstStyle/>
                    <a:p>
                      <a:r>
                        <a:rPr sz="2025" b="0">
                          <a:solidFill>
                            <a:srgbClr val="243746"/>
                          </a:solidFill>
                          <a:latin typeface="Pretendard"/>
                          <a:ea typeface="Pretendard"/>
                          <a:cs typeface="Pretendard"/>
                        </a:rPr>
                        <a:t>1위</a:t>
                      </a:r>
                    </a:p>
                  </a:txBody>
                  <a:tcPr marL="91440" marR="91440" marT="45720" marB="45720" anchor="ctr">
                    <a:solidFill>
                      <a:srgbClr val="FFFFFF"/>
                    </a:solidFill>
                  </a:tcPr>
                </a:tc>
                <a:tc>
                  <a:txBody>
                    <a:bodyPr lIns="152400" tIns="95250" rIns="152400" bIns="95250"/>
                    <a:lstStyle/>
                    <a:p>
                      <a:r>
                        <a:rPr sz="2025" b="0">
                          <a:solidFill>
                            <a:srgbClr val="243746"/>
                          </a:solidFill>
                          <a:latin typeface="Pretendard"/>
                          <a:ea typeface="Pretendard"/>
                          <a:cs typeface="Pretendard"/>
                        </a:rPr>
                        <a:t>0.5 ÷ 61</a:t>
                      </a:r>
                    </a:p>
                  </a:txBody>
                  <a:tcPr marL="91440" marR="91440" marT="45720" marB="45720" anchor="ctr">
                    <a:solidFill>
                      <a:srgbClr val="FFFFFF"/>
                    </a:solidFill>
                  </a:tcPr>
                </a:tc>
              </a:tr>
              <a:tr h="590550">
                <a:tc>
                  <a:txBody>
                    <a:bodyPr lIns="152400" tIns="95250" rIns="152400" bIns="95250"/>
                    <a:lstStyle/>
                    <a:p>
                      <a:r>
                        <a:rPr sz="2025" b="0">
                          <a:solidFill>
                            <a:srgbClr val="243746"/>
                          </a:solidFill>
                          <a:latin typeface="Pretendard"/>
                          <a:ea typeface="Pretendard"/>
                          <a:cs typeface="Pretendard"/>
                        </a:rPr>
                        <a:t>변환 질문 1개</a:t>
                      </a:r>
                    </a:p>
                  </a:txBody>
                  <a:tcPr marL="91440" marR="91440" marT="45720" marB="45720" anchor="ctr">
                    <a:solidFill>
                      <a:srgbClr val="F3F5F7"/>
                    </a:solidFill>
                  </a:tcPr>
                </a:tc>
                <a:tc>
                  <a:txBody>
                    <a:bodyPr lIns="152400" tIns="95250" rIns="152400" bIns="95250"/>
                    <a:lstStyle/>
                    <a:p>
                      <a:r>
                        <a:rPr sz="2025" b="0">
                          <a:solidFill>
                            <a:srgbClr val="243746"/>
                          </a:solidFill>
                          <a:latin typeface="Pretendard"/>
                          <a:ea typeface="Pretendard"/>
                          <a:cs typeface="Pretendard"/>
                        </a:rPr>
                        <a:t>0.5</a:t>
                      </a:r>
                    </a:p>
                  </a:txBody>
                  <a:tcPr marL="91440" marR="91440" marT="45720" marB="45720" anchor="ctr">
                    <a:solidFill>
                      <a:srgbClr val="F3F5F7"/>
                    </a:solidFill>
                  </a:tcPr>
                </a:tc>
                <a:tc>
                  <a:txBody>
                    <a:bodyPr lIns="152400" tIns="95250" rIns="152400" bIns="95250"/>
                    <a:lstStyle/>
                    <a:p>
                      <a:r>
                        <a:rPr sz="2025" b="0">
                          <a:solidFill>
                            <a:srgbClr val="243746"/>
                          </a:solidFill>
                          <a:latin typeface="Pretendard"/>
                          <a:ea typeface="Pretendard"/>
                          <a:cs typeface="Pretendard"/>
                        </a:rPr>
                        <a:t>1위</a:t>
                      </a:r>
                    </a:p>
                  </a:txBody>
                  <a:tcPr marL="91440" marR="91440" marT="45720" marB="45720" anchor="ctr">
                    <a:solidFill>
                      <a:srgbClr val="F3F5F7"/>
                    </a:solidFill>
                  </a:tcPr>
                </a:tc>
                <a:tc>
                  <a:txBody>
                    <a:bodyPr lIns="152400" tIns="95250" rIns="152400" bIns="95250"/>
                    <a:lstStyle/>
                    <a:p>
                      <a:r>
                        <a:rPr sz="2025" b="0">
                          <a:solidFill>
                            <a:srgbClr val="243746"/>
                          </a:solidFill>
                          <a:latin typeface="Pretendard"/>
                          <a:ea typeface="Pretendard"/>
                          <a:cs typeface="Pretendard"/>
                        </a:rPr>
                        <a:t>0.5 ÷ 61</a:t>
                      </a:r>
                    </a:p>
                  </a:txBody>
                  <a:tcPr marL="91440" marR="91440" marT="45720" marB="45720" anchor="ctr">
                    <a:solidFill>
                      <a:srgbClr val="F3F5F7"/>
                    </a:solidFill>
                  </a:tcPr>
                </a:tc>
              </a:tr>
              <a:tr h="590550">
                <a:tc>
                  <a:txBody>
                    <a:bodyPr lIns="152400" tIns="95250" rIns="152400" bIns="95250"/>
                    <a:lstStyle/>
                    <a:p>
                      <a:r>
                        <a:rPr sz="2025" b="0">
                          <a:solidFill>
                            <a:srgbClr val="243746"/>
                          </a:solidFill>
                          <a:latin typeface="Pretendard"/>
                          <a:ea typeface="Pretendard"/>
                          <a:cs typeface="Pretendard"/>
                        </a:rPr>
                        <a:t>합계</a:t>
                      </a:r>
                    </a:p>
                  </a:txBody>
                  <a:tcPr marL="91440" marR="91440" marT="45720" marB="45720" anchor="ctr">
                    <a:solidFill>
                      <a:srgbClr val="FFFFFF"/>
                    </a:solidFill>
                  </a:tcPr>
                </a:tc>
                <a:tc>
                  <a:txBody>
                    <a:bodyPr lIns="152400" tIns="95250" rIns="152400" bIns="95250"/>
                    <a:lstStyle/>
                    <a:p>
                      <a:r>
                        <a:rPr sz="2025" b="0">
                          <a:solidFill>
                            <a:srgbClr val="243746"/>
                          </a:solidFill>
                          <a:latin typeface="Pretendard"/>
                          <a:ea typeface="Pretendard"/>
                          <a:cs typeface="Pretendard"/>
                        </a:rPr>
                        <a:t>1.0</a:t>
                      </a:r>
                    </a:p>
                  </a:txBody>
                  <a:tcPr marL="91440" marR="91440" marT="45720" marB="45720" anchor="ctr">
                    <a:solidFill>
                      <a:srgbClr val="FFFFFF"/>
                    </a:solidFill>
                  </a:tcPr>
                </a:tc>
                <a:tc>
                  <a:txBody>
                    <a:bodyPr lIns="152400" tIns="95250" rIns="152400" bIns="95250"/>
                    <a:lstStyle/>
                    <a:p>
                      <a:r>
                        <a:rPr sz="2025" b="0">
                          <a:solidFill>
                            <a:srgbClr val="243746"/>
                          </a:solidFill>
                          <a:latin typeface="Pretendard"/>
                          <a:ea typeface="Pretendard"/>
                          <a:cs typeface="Pretendard"/>
                        </a:rPr>
                        <a:t>두 그룹 모두 상위</a:t>
                      </a:r>
                    </a:p>
                  </a:txBody>
                  <a:tcPr marL="91440" marR="91440" marT="45720" marB="45720" anchor="ctr">
                    <a:solidFill>
                      <a:srgbClr val="FFFFFF"/>
                    </a:solidFill>
                  </a:tcPr>
                </a:tc>
                <a:tc>
                  <a:txBody>
                    <a:bodyPr lIns="152400" tIns="95250" rIns="152400" bIns="95250"/>
                    <a:lstStyle/>
                    <a:p>
                      <a:r>
                        <a:rPr sz="2025" b="0">
                          <a:solidFill>
                            <a:srgbClr val="243746"/>
                          </a:solidFill>
                          <a:latin typeface="Pretendard"/>
                          <a:ea typeface="Pretendard"/>
                          <a:cs typeface="Pretendard"/>
                        </a:rPr>
                        <a:t>약 0.01639</a:t>
                      </a:r>
                    </a:p>
                  </a:txBody>
                  <a:tcPr marL="91440" marR="91440" marT="45720" marB="45720" anchor="ctr">
                    <a:solidFill>
                      <a:srgbClr val="FFFFFF"/>
                    </a:solidFill>
                  </a:tcPr>
                </a:tc>
              </a:tr>
            </a:tbl>
          </a:graphicData>
        </a:graphic>
      </p:graphicFrame>
      <p:sp>
        <p:nvSpPr>
          <p:cNvPr id="9" name="native-199">
            <a:extLst xmlns:a="http://schemas.openxmlformats.org/drawingml/2006/main">
              <a:ext uri="{FF2B5EF4-FFF2-40B4-BE49-F238E27FC236}">
                <a16:creationId xmlns:a16="http://schemas.microsoft.com/office/drawing/2014/main" id="{0870146A-D749-4A89-91EC-982345D6C1F4}"/>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분해 검색은 원 질문 0.1, 하위 질문 전체 0.9  /  재정렬이 없으면 하위 질문 Top-1 먼저 확보</a:t>
            </a:r>
          </a:p>
        </p:txBody>
      </p:sp>
      <p:sp>
        <p:nvSpPr>
          <p:cNvPr id="10" name="native-278">
            <a:extLst xmlns:a="http://schemas.openxmlformats.org/drawingml/2006/main">
              <a:ext uri="{FF2B5EF4-FFF2-40B4-BE49-F238E27FC236}">
                <a16:creationId xmlns:a16="http://schemas.microsoft.com/office/drawing/2014/main" id="{0BD5F39D-7BDE-4E84-9BF5-F4D140878D3A}"/>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20</a:t>
            </a:r>
          </a:p>
        </p:txBody>
      </p:sp>
    </p:spTree>
    <p:extLst>
      <p:ext uri="{BB962C8B-B14F-4D97-AF65-F5344CB8AC3E}">
        <p14:creationId xmlns:p14="http://schemas.microsoft.com/office/powerpoint/2010/main" val="411821649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native-200">
            <a:extLst xmlns:a="http://schemas.openxmlformats.org/drawingml/2006/main">
              <a:ext uri="{FF2B5EF4-FFF2-40B4-BE49-F238E27FC236}">
                <a16:creationId xmlns:a16="http://schemas.microsoft.com/office/drawing/2014/main" id="{AF49F713-6A39-4BEE-80CD-71FF0BF891B3}"/>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201">
            <a:extLst xmlns:a="http://schemas.openxmlformats.org/drawingml/2006/main">
              <a:ext uri="{FF2B5EF4-FFF2-40B4-BE49-F238E27FC236}">
                <a16:creationId xmlns:a16="http://schemas.microsoft.com/office/drawing/2014/main" id="{41A8E027-FC7F-40B1-9147-0CC2FCA8D1DD}"/>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RETRIEVER  /  재정렬</a:t>
            </a:r>
          </a:p>
        </p:txBody>
      </p:sp>
      <p:sp>
        <p:nvSpPr>
          <p:cNvPr id="3" name="native-202">
            <a:extLst xmlns:a="http://schemas.openxmlformats.org/drawingml/2006/main">
              <a:ext uri="{FF2B5EF4-FFF2-40B4-BE49-F238E27FC236}">
                <a16:creationId xmlns:a16="http://schemas.microsoft.com/office/drawing/2014/main" id="{2F2D709C-B1F2-49D4-BE1C-046724CC78EA}"/>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Rerank는 후보를 다시 읽어 순위를 조정</a:t>
            </a:r>
          </a:p>
        </p:txBody>
      </p:sp>
      <p:sp>
        <p:nvSpPr>
          <p:cNvPr id="4" name="native-203">
            <a:extLst xmlns:a="http://schemas.openxmlformats.org/drawingml/2006/main">
              <a:ext uri="{FF2B5EF4-FFF2-40B4-BE49-F238E27FC236}">
                <a16:creationId xmlns:a16="http://schemas.microsoft.com/office/drawing/2014/main" id="{D8110092-6237-47CE-9B95-4E8198F16701}"/>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Cross-Encoder가 질문과 후보 문서를 함께 입력받아 관련성을 평가</a:t>
            </a:r>
          </a:p>
        </p:txBody>
      </p:sp>
      <p:sp>
        <p:nvSpPr>
          <p:cNvPr id="5" name="native-204">
            <a:extLst xmlns:a="http://schemas.openxmlformats.org/drawingml/2006/main">
              <a:ext uri="{FF2B5EF4-FFF2-40B4-BE49-F238E27FC236}">
                <a16:creationId xmlns:a16="http://schemas.microsoft.com/office/drawing/2014/main" id="{5FC9CC6D-5DDB-4D84-BB36-E7703A46E997}"/>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205">
            <a:extLst xmlns:a="http://schemas.openxmlformats.org/drawingml/2006/main">
              <a:ext uri="{FF2B5EF4-FFF2-40B4-BE49-F238E27FC236}">
                <a16:creationId xmlns:a16="http://schemas.microsoft.com/office/drawing/2014/main" id="{CE54D094-78AB-44A6-9F2E-9D3E1D66AE24}"/>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206">
            <a:extLst xmlns:a="http://schemas.openxmlformats.org/drawingml/2006/main">
              <a:ext uri="{FF2B5EF4-FFF2-40B4-BE49-F238E27FC236}">
                <a16:creationId xmlns:a16="http://schemas.microsoft.com/office/drawing/2014/main" id="{7A722D2B-9B96-48DF-BEA1-9EE3607C6BEA}"/>
              </a:ext>
            </a:extLst>
          </p:cNvPr>
          <p:cNvSpPr>
            <a:spLocks xmlns:a="http://schemas.openxmlformats.org/drawingml/2006/main" noGrp="1"/>
          </p:cNvSpPr>
          <p:nvPr/>
        </p:nvSpPr>
        <p:spPr>
          <a:xfrm xmlns:a="http://schemas.openxmlformats.org/drawingml/2006/main">
            <a:off x="685800" y="2552700"/>
            <a:ext cx="4140200" cy="124777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75" b="1">
                <a:solidFill>
                  <a:srgbClr val="17365D"/>
                </a:solidFill>
                <a:latin typeface="Pretendard"/>
                <a:ea typeface="Pretendard"/>
                <a:cs typeface="Pretendard"/>
              </a:defRPr>
            </a:pPr>
            <a:r>
              <a:rPr sz="2175" b="1">
                <a:solidFill>
                  <a:srgbClr val="17365D"/>
                </a:solidFill>
                <a:latin typeface="Pretendard"/>
                <a:ea typeface="Pretendard"/>
                <a:cs typeface="Pretendard"/>
              </a:rPr>
              <a:t>질문별 후보 10개</a:t>
            </a:r>
          </a:p>
        </p:txBody>
      </p:sp>
      <p:sp>
        <p:nvSpPr>
          <p:cNvPr id="8" name="native-207">
            <a:extLst xmlns:a="http://schemas.openxmlformats.org/drawingml/2006/main">
              <a:ext uri="{FF2B5EF4-FFF2-40B4-BE49-F238E27FC236}">
                <a16:creationId xmlns:a16="http://schemas.microsoft.com/office/drawing/2014/main" id="{47B411D1-A61B-40F0-AA24-D77EE4CEDF97}"/>
              </a:ext>
            </a:extLst>
          </p:cNvPr>
          <p:cNvSpPr>
            <a:spLocks xmlns:a="http://schemas.openxmlformats.org/drawingml/2006/main" noGrp="1"/>
          </p:cNvSpPr>
          <p:nvPr/>
        </p:nvSpPr>
        <p:spPr>
          <a:xfrm xmlns:a="http://schemas.openxmlformats.org/drawingml/2006/main">
            <a:off x="5245100" y="2552700"/>
            <a:ext cx="4140200" cy="124777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75" b="1">
                <a:solidFill>
                  <a:srgbClr val="17365D"/>
                </a:solidFill>
                <a:latin typeface="Pretendard"/>
                <a:ea typeface="Pretendard"/>
                <a:cs typeface="Pretendard"/>
              </a:defRPr>
            </a:pPr>
            <a:r>
              <a:rPr sz="2175" b="1">
                <a:solidFill>
                  <a:srgbClr val="17365D"/>
                </a:solidFill>
                <a:latin typeface="Pretendard"/>
                <a:ea typeface="Pretendard"/>
                <a:cs typeface="Pretendard"/>
              </a:rPr>
              <a:t>해당 질문으로</a:t>
            </a:r>
          </a:p>
          <a:p xmlns:a="http://schemas.openxmlformats.org/drawingml/2006/main">
            <a:pPr algn="ctr">
              <a:defRPr sz="2175" b="1">
                <a:solidFill>
                  <a:srgbClr val="17365D"/>
                </a:solidFill>
                <a:latin typeface="Pretendard"/>
                <a:ea typeface="Pretendard"/>
                <a:cs typeface="Pretendard"/>
              </a:defRPr>
            </a:pPr>
            <a:r>
              <a:rPr sz="2175" b="1">
                <a:solidFill>
                  <a:srgbClr val="17365D"/>
                </a:solidFill>
                <a:latin typeface="Pretendard"/>
                <a:ea typeface="Pretendard"/>
                <a:cs typeface="Pretendard"/>
              </a:rPr>
              <a:t>Cross-Encoder 평가</a:t>
            </a:r>
          </a:p>
        </p:txBody>
      </p:sp>
      <p:sp>
        <p:nvSpPr>
          <p:cNvPr id="9" name="native-208">
            <a:extLst xmlns:a="http://schemas.openxmlformats.org/drawingml/2006/main">
              <a:ext uri="{FF2B5EF4-FFF2-40B4-BE49-F238E27FC236}">
                <a16:creationId xmlns:a16="http://schemas.microsoft.com/office/drawing/2014/main" id="{D299A107-EFC3-449B-8B68-146C82870507}"/>
              </a:ext>
            </a:extLst>
          </p:cNvPr>
          <p:cNvSpPr>
            <a:spLocks xmlns:a="http://schemas.openxmlformats.org/drawingml/2006/main" noGrp="1"/>
          </p:cNvSpPr>
          <p:nvPr/>
        </p:nvSpPr>
        <p:spPr>
          <a:xfrm xmlns:a="http://schemas.openxmlformats.org/drawingml/2006/main">
            <a:off x="9804400" y="2552700"/>
            <a:ext cx="4140200" cy="1247775"/>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75" b="1">
                <a:solidFill>
                  <a:srgbClr val="17365D"/>
                </a:solidFill>
                <a:latin typeface="Pretendard"/>
                <a:ea typeface="Pretendard"/>
                <a:cs typeface="Pretendard"/>
              </a:defRPr>
            </a:pPr>
            <a:r>
              <a:rPr sz="2175" b="1">
                <a:solidFill>
                  <a:srgbClr val="17365D"/>
                </a:solidFill>
                <a:latin typeface="Pretendard"/>
                <a:ea typeface="Pretendard"/>
                <a:cs typeface="Pretendard"/>
              </a:rPr>
              <a:t>질문별 새 순위</a:t>
            </a:r>
          </a:p>
        </p:txBody>
      </p: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a:off x="4826000" y="3176588"/>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25" name=""/>
          <p:cNvCxnSpPr>
            <a:stCxn xmlns:a="http://schemas.openxmlformats.org/drawingml/2006/main" id="8" idx="3"/>
            <a:endCxn xmlns:a="http://schemas.openxmlformats.org/drawingml/2006/main" id="9" idx="1"/>
          </p:cNvCxnSpPr>
          <p:nvPr/>
        </p:nvCxnSpPr>
        <p:spPr>
          <a:xfrm xmlns:a="http://schemas.openxmlformats.org/drawingml/2006/main">
            <a:off x="9385300" y="3176588"/>
            <a:ext cx="419100" cy="0"/>
          </a:xfrm>
          <a:prstGeom xmlns:a="http://schemas.openxmlformats.org/drawingml/2006/main" prst="straightConnector1">
            <a:avLst/>
          </a:prstGeom>
          <a:ln xmlns:a="http://schemas.openxmlformats.org/drawingml/2006/main" w="20955">
            <a:solidFill>
              <a:srgbClr val="0070C0"/>
            </a:solidFill>
            <a:tailEnd type="triangle" w="sm" len="sm"/>
          </a:ln>
        </p:spPr>
      </p:cxnSp>
      <p:graphicFrame>
        <p:nvGraphicFramePr>
          <p:cNvPr id="26" name=""/>
          <p:cNvGraphicFramePr/>
          <p:nvPr/>
        </p:nvGraphicFramePr>
        <p:xfrm>
          <a:off xmlns:a="http://schemas.openxmlformats.org/drawingml/2006/main" x="685800" y="4352925"/>
          <a:ext xmlns:a="http://schemas.openxmlformats.org/drawingml/2006/main" cx="13258800" cy="2143125"/>
        </p:xfrm>
        <a:graphic xmlns:a="http://schemas.openxmlformats.org/drawingml/2006/main">
          <a:graphicData uri="http://schemas.openxmlformats.org/drawingml/2006/table">
            <a:tbl>
              <a:tblPr/>
              <a:tblGrid>
                <a:gridCol w="4000500"/>
                <a:gridCol w="9258300"/>
              </a:tblGrid>
              <a:tr h="535781">
                <a:tc>
                  <a:txBody>
                    <a:bodyPr lIns="152400" tIns="95250" rIns="152400" bIns="95250"/>
                    <a:lstStyle/>
                    <a:p>
                      <a:r>
                        <a:rPr sz="1950" b="1">
                          <a:solidFill>
                            <a:srgbClr val="FFFFFF"/>
                          </a:solidFill>
                          <a:latin typeface="Pretendard"/>
                          <a:ea typeface="Pretendard"/>
                          <a:cs typeface="Pretendard"/>
                        </a:rPr>
                        <a:t>변환 질문 유무</a:t>
                      </a:r>
                    </a:p>
                  </a:txBody>
                  <a:tcPr marL="91440" marR="91440" marT="45720" marB="45720" anchor="ctr">
                    <a:solidFill>
                      <a:srgbClr val="17365D"/>
                    </a:solidFill>
                  </a:tcPr>
                </a:tc>
                <a:tc>
                  <a:txBody>
                    <a:bodyPr lIns="152400" tIns="95250" rIns="152400" bIns="95250"/>
                    <a:lstStyle/>
                    <a:p>
                      <a:r>
                        <a:rPr sz="1950" b="1">
                          <a:solidFill>
                            <a:srgbClr val="FFFFFF"/>
                          </a:solidFill>
                          <a:latin typeface="Pretendard"/>
                          <a:ea typeface="Pretendard"/>
                          <a:cs typeface="Pretendard"/>
                        </a:rPr>
                        <a:t>최종 결과 구성</a:t>
                      </a:r>
                    </a:p>
                  </a:txBody>
                  <a:tcPr marL="91440" marR="91440" marT="45720" marB="45720" anchor="ctr">
                    <a:solidFill>
                      <a:srgbClr val="17365D"/>
                    </a:solidFill>
                  </a:tcPr>
                </a:tc>
              </a:tr>
              <a:tr h="535781">
                <a:tc>
                  <a:txBody>
                    <a:bodyPr lIns="152400" tIns="95250" rIns="152400" bIns="95250"/>
                    <a:lstStyle/>
                    <a:p>
                      <a:r>
                        <a:rPr sz="1950" b="0">
                          <a:solidFill>
                            <a:srgbClr val="243746"/>
                          </a:solidFill>
                          <a:latin typeface="Pretendard"/>
                          <a:ea typeface="Pretendard"/>
                          <a:cs typeface="Pretendard"/>
                        </a:rPr>
                        <a:t>변환 없음</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재정렬 상위 5개 선택</a:t>
                      </a:r>
                    </a:p>
                  </a:txBody>
                  <a:tcPr marL="91440" marR="91440" marT="45720" marB="45720" anchor="ctr">
                    <a:solidFill>
                      <a:srgbClr val="FFFFFF"/>
                    </a:solidFill>
                  </a:tcPr>
                </a:tc>
              </a:tr>
              <a:tr h="535781">
                <a:tc>
                  <a:txBody>
                    <a:bodyPr lIns="152400" tIns="95250" rIns="152400" bIns="95250"/>
                    <a:lstStyle/>
                    <a:p>
                      <a:r>
                        <a:rPr sz="1950" b="0">
                          <a:solidFill>
                            <a:srgbClr val="243746"/>
                          </a:solidFill>
                          <a:latin typeface="Pretendard"/>
                          <a:ea typeface="Pretendard"/>
                          <a:cs typeface="Pretendard"/>
                        </a:rPr>
                        <a:t>일반 변환 있음</a:t>
                      </a:r>
                    </a:p>
                  </a:txBody>
                  <a:tcPr marL="91440" marR="91440" marT="45720" marB="45720" anchor="ctr">
                    <a:solidFill>
                      <a:srgbClr val="F3F5F7"/>
                    </a:solidFill>
                  </a:tcPr>
                </a:tc>
                <a:tc>
                  <a:txBody>
                    <a:bodyPr lIns="152400" tIns="95250" rIns="152400" bIns="95250"/>
                    <a:lstStyle/>
                    <a:p>
                      <a:r>
                        <a:rPr sz="1950" b="0">
                          <a:solidFill>
                            <a:srgbClr val="243746"/>
                          </a:solidFill>
                          <a:latin typeface="Pretendard"/>
                          <a:ea typeface="Pretendard"/>
                          <a:cs typeface="Pretendard"/>
                        </a:rPr>
                        <a:t>질문별 재정렬 순위를 가중 RRF로 병합</a:t>
                      </a:r>
                    </a:p>
                  </a:txBody>
                  <a:tcPr marL="91440" marR="91440" marT="45720" marB="45720" anchor="ctr">
                    <a:solidFill>
                      <a:srgbClr val="F3F5F7"/>
                    </a:solidFill>
                  </a:tcPr>
                </a:tc>
              </a:tr>
              <a:tr h="535781">
                <a:tc>
                  <a:txBody>
                    <a:bodyPr lIns="152400" tIns="95250" rIns="152400" bIns="95250"/>
                    <a:lstStyle/>
                    <a:p>
                      <a:r>
                        <a:rPr sz="1950" b="0">
                          <a:solidFill>
                            <a:srgbClr val="243746"/>
                          </a:solidFill>
                          <a:latin typeface="Pretendard"/>
                          <a:ea typeface="Pretendard"/>
                          <a:cs typeface="Pretendard"/>
                        </a:rPr>
                        <a:t>분해 질문 있음</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하위 질문별 상위 후보를 전용 점수식으로 결합</a:t>
                      </a:r>
                    </a:p>
                  </a:txBody>
                  <a:tcPr marL="91440" marR="91440" marT="45720" marB="45720" anchor="ctr">
                    <a:solidFill>
                      <a:srgbClr val="FFFFFF"/>
                    </a:solidFill>
                  </a:tcPr>
                </a:tc>
              </a:tr>
            </a:tbl>
          </a:graphicData>
        </a:graphic>
      </p:graphicFrame>
      <p:sp>
        <p:nvSpPr>
          <p:cNvPr id="13" name="native-209">
            <a:extLst xmlns:a="http://schemas.openxmlformats.org/drawingml/2006/main">
              <a:ext uri="{FF2B5EF4-FFF2-40B4-BE49-F238E27FC236}">
                <a16:creationId xmlns:a16="http://schemas.microsoft.com/office/drawing/2014/main" id="{A806D0E2-B19C-40D7-8A68-DD16B739F64B}"/>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변환 질문이 있으면 사전 RRF 없이 질문별 재정렬부터 수행  /  실패 시 이전 결과 또는 RRF 사용</a:t>
            </a:r>
          </a:p>
        </p:txBody>
      </p:sp>
      <p:sp>
        <p:nvSpPr>
          <p:cNvPr id="14" name="native-279">
            <a:extLst xmlns:a="http://schemas.openxmlformats.org/drawingml/2006/main">
              <a:ext uri="{FF2B5EF4-FFF2-40B4-BE49-F238E27FC236}">
                <a16:creationId xmlns:a16="http://schemas.microsoft.com/office/drawing/2014/main" id="{8BFC53CF-402A-4C03-A86B-1E75B87D751C}"/>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21</a:t>
            </a:r>
          </a:p>
        </p:txBody>
      </p:sp>
    </p:spTree>
    <p:extLst>
      <p:ext uri="{BB962C8B-B14F-4D97-AF65-F5344CB8AC3E}">
        <p14:creationId xmlns:p14="http://schemas.microsoft.com/office/powerpoint/2010/main" val="168408351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native-210">
            <a:extLst xmlns:a="http://schemas.openxmlformats.org/drawingml/2006/main">
              <a:ext uri="{FF2B5EF4-FFF2-40B4-BE49-F238E27FC236}">
                <a16:creationId xmlns:a16="http://schemas.microsoft.com/office/drawing/2014/main" id="{621ECA78-15C2-4D75-854F-D84D7D6A6D87}"/>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211">
            <a:extLst xmlns:a="http://schemas.openxmlformats.org/drawingml/2006/main">
              <a:ext uri="{FF2B5EF4-FFF2-40B4-BE49-F238E27FC236}">
                <a16:creationId xmlns:a16="http://schemas.microsoft.com/office/drawing/2014/main" id="{E55C7B3F-420E-480B-8EFC-A1BF866F07AC}"/>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RETRIEVER  /  DECOMPOSITION</a:t>
            </a:r>
          </a:p>
        </p:txBody>
      </p:sp>
      <p:sp>
        <p:nvSpPr>
          <p:cNvPr id="3" name="native-212">
            <a:extLst xmlns:a="http://schemas.openxmlformats.org/drawingml/2006/main">
              <a:ext uri="{FF2B5EF4-FFF2-40B4-BE49-F238E27FC236}">
                <a16:creationId xmlns:a16="http://schemas.microsoft.com/office/drawing/2014/main" id="{5A5DACBE-98F4-4C13-A494-0418EEF0B2E6}"/>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분해 질문의 재정렬 결과 결합</a:t>
            </a:r>
          </a:p>
        </p:txBody>
      </p:sp>
      <p:sp>
        <p:nvSpPr>
          <p:cNvPr id="4" name="native-213">
            <a:extLst xmlns:a="http://schemas.openxmlformats.org/drawingml/2006/main">
              <a:ext uri="{FF2B5EF4-FFF2-40B4-BE49-F238E27FC236}">
                <a16:creationId xmlns:a16="http://schemas.microsoft.com/office/drawing/2014/main" id="{0EF1942F-0849-468F-865A-916BA9186D58}"/>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복합 질문의 각 부분을 잘 설명하는 근거를 함께 확보</a:t>
            </a:r>
          </a:p>
        </p:txBody>
      </p:sp>
      <p:sp>
        <p:nvSpPr>
          <p:cNvPr id="5" name="native-214">
            <a:extLst xmlns:a="http://schemas.openxmlformats.org/drawingml/2006/main">
              <a:ext uri="{FF2B5EF4-FFF2-40B4-BE49-F238E27FC236}">
                <a16:creationId xmlns:a16="http://schemas.microsoft.com/office/drawing/2014/main" id="{95DCA7C9-90EE-41ED-9A88-84DBF7626FBE}"/>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215">
            <a:extLst xmlns:a="http://schemas.openxmlformats.org/drawingml/2006/main">
              <a:ext uri="{FF2B5EF4-FFF2-40B4-BE49-F238E27FC236}">
                <a16:creationId xmlns:a16="http://schemas.microsoft.com/office/drawing/2014/main" id="{3B6473A8-1EF4-4357-A77E-ED059C27DFAF}"/>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216">
            <a:extLst xmlns:a="http://schemas.openxmlformats.org/drawingml/2006/main">
              <a:ext uri="{FF2B5EF4-FFF2-40B4-BE49-F238E27FC236}">
                <a16:creationId xmlns:a16="http://schemas.microsoft.com/office/drawing/2014/main" id="{96EF6072-CE06-4DBD-B61A-B97A756A6766}"/>
              </a:ext>
            </a:extLst>
          </p:cNvPr>
          <p:cNvSpPr>
            <a:spLocks xmlns:a="http://schemas.openxmlformats.org/drawingml/2006/main" noGrp="1"/>
          </p:cNvSpPr>
          <p:nvPr/>
        </p:nvSpPr>
        <p:spPr>
          <a:xfrm xmlns:a="http://schemas.openxmlformats.org/drawingml/2006/main">
            <a:off x="685800" y="2552700"/>
            <a:ext cx="6000750" cy="11049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하위 질문별 Top-3</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같은 문서는 최고 점수 채택</a:t>
            </a:r>
          </a:p>
        </p:txBody>
      </p:sp>
      <p:sp>
        <p:nvSpPr>
          <p:cNvPr id="8" name="native-217">
            <a:extLst xmlns:a="http://schemas.openxmlformats.org/drawingml/2006/main">
              <a:ext uri="{FF2B5EF4-FFF2-40B4-BE49-F238E27FC236}">
                <a16:creationId xmlns:a16="http://schemas.microsoft.com/office/drawing/2014/main" id="{CE7A5EE1-0005-4655-BA92-B06D32C87359}"/>
              </a:ext>
            </a:extLst>
          </p:cNvPr>
          <p:cNvSpPr>
            <a:spLocks xmlns:a="http://schemas.openxmlformats.org/drawingml/2006/main" noGrp="1"/>
          </p:cNvSpPr>
          <p:nvPr/>
        </p:nvSpPr>
        <p:spPr>
          <a:xfrm xmlns:a="http://schemas.openxmlformats.org/drawingml/2006/main">
            <a:off x="7943850" y="2552700"/>
            <a:ext cx="6000750" cy="1104900"/>
          </a:xfrm>
          <a:prstGeom xmlns:a="http://schemas.openxmlformats.org/drawingml/2006/main" prst="rect">
            <a:avLst/>
          </a:prstGeom>
          <a:solidFill xmlns:a="http://schemas.openxmlformats.org/drawingml/2006/main">
            <a:srgbClr val="F3F5F7"/>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원 질문의</a:t>
            </a:r>
          </a:p>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재정렬 점수</a:t>
            </a:r>
          </a:p>
        </p:txBody>
      </p:sp>
      <p:sp>
        <p:nvSpPr>
          <p:cNvPr id="9" name="native-218">
            <a:extLst xmlns:a="http://schemas.openxmlformats.org/drawingml/2006/main">
              <a:ext uri="{FF2B5EF4-FFF2-40B4-BE49-F238E27FC236}">
                <a16:creationId xmlns:a16="http://schemas.microsoft.com/office/drawing/2014/main" id="{075A863E-C56F-4107-8FEC-ACE9D1905234}"/>
              </a:ext>
            </a:extLst>
          </p:cNvPr>
          <p:cNvSpPr>
            <a:spLocks xmlns:a="http://schemas.openxmlformats.org/drawingml/2006/main" noGrp="1"/>
          </p:cNvSpPr>
          <p:nvPr/>
        </p:nvSpPr>
        <p:spPr>
          <a:xfrm xmlns:a="http://schemas.openxmlformats.org/drawingml/2006/main">
            <a:off x="685800" y="4581525"/>
            <a:ext cx="13258800" cy="1000125"/>
          </a:xfrm>
          <a:prstGeom xmlns:a="http://schemas.openxmlformats.org/drawingml/2006/main" prst="rect">
            <a:avLst/>
          </a:prstGeom>
          <a:solidFill xmlns:a="http://schemas.openxmlformats.org/drawingml/2006/main">
            <a:srgbClr val="17365D"/>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325" b="1">
                <a:solidFill>
                  <a:srgbClr val="FFFFFF"/>
                </a:solidFill>
                <a:latin typeface="Pretendard"/>
                <a:ea typeface="Pretendard"/>
                <a:cs typeface="Pretendard"/>
              </a:defRPr>
            </a:pPr>
            <a:r>
              <a:rPr sz="2325" b="1">
                <a:solidFill>
                  <a:srgbClr val="FFFFFF"/>
                </a:solidFill>
                <a:latin typeface="Pretendard"/>
                <a:ea typeface="Pretendard"/>
                <a:cs typeface="Pretendard"/>
              </a:rPr>
              <a:t>최종 점수 = 하위 질문 최고점 × 0.9 + 원 질문 점수 × 0.1</a:t>
            </a:r>
          </a:p>
        </p:txBody>
      </p:sp>
      <p:cxnSp>
        <p:nvCxnSpPr>
          <p:cNvPr id="25" name=""/>
          <p:cNvCxnSpPr>
            <a:stCxn xmlns:a="http://schemas.openxmlformats.org/drawingml/2006/main" id="7" idx="2"/>
            <a:endCxn xmlns:a="http://schemas.openxmlformats.org/drawingml/2006/main" id="9" idx="0"/>
          </p:cNvCxnSpPr>
          <p:nvPr/>
        </p:nvCxnSpPr>
        <p:spPr>
          <a:xfrm xmlns:a="http://schemas.openxmlformats.org/drawingml/2006/main">
            <a:off x="3686175" y="3657600"/>
            <a:ext cx="3629025" cy="923925"/>
          </a:xfrm>
          <a:prstGeom xmlns:a="http://schemas.openxmlformats.org/drawingml/2006/main" prst="bentConnector4">
            <a:avLst>
              <a:gd name="adj1" fmla="val 0"/>
              <a:gd name="adj2" fmla="val 50000"/>
            </a:avLst>
          </a:prstGeom>
          <a:ln xmlns:a="http://schemas.openxmlformats.org/drawingml/2006/main" w="20955">
            <a:solidFill>
              <a:srgbClr val="0070C0"/>
            </a:solidFill>
            <a:tailEnd type="triangle" w="sm" len="sm"/>
          </a:ln>
        </p:spPr>
      </p:cxnSp>
      <p:cxnSp>
        <p:nvCxnSpPr>
          <p:cNvPr id="26" name=""/>
          <p:cNvCxnSpPr>
            <a:stCxn xmlns:a="http://schemas.openxmlformats.org/drawingml/2006/main" id="8" idx="2"/>
            <a:endCxn xmlns:a="http://schemas.openxmlformats.org/drawingml/2006/main" id="9" idx="0"/>
          </p:cNvCxnSpPr>
          <p:nvPr/>
        </p:nvCxnSpPr>
        <p:spPr>
          <a:xfrm xmlns:a="http://schemas.openxmlformats.org/drawingml/2006/main" flipH="1">
            <a:off x="7315200" y="3657600"/>
            <a:ext cx="3629025" cy="923925"/>
          </a:xfrm>
          <a:prstGeom xmlns:a="http://schemas.openxmlformats.org/drawingml/2006/main" prst="bentConnector4">
            <a:avLst>
              <a:gd name="adj1" fmla="val 0"/>
              <a:gd name="adj2" fmla="val 50000"/>
            </a:avLst>
          </a:prstGeom>
          <a:ln xmlns:a="http://schemas.openxmlformats.org/drawingml/2006/main" w="20955">
            <a:solidFill>
              <a:srgbClr val="0070C0"/>
            </a:solidFill>
            <a:tailEnd type="triangle" w="sm" len="sm"/>
          </a:ln>
        </p:spPr>
      </p:cxnSp>
      <p:sp>
        <p:nvSpPr>
          <p:cNvPr id="12" name="native-219">
            <a:extLst xmlns:a="http://schemas.openxmlformats.org/drawingml/2006/main">
              <a:ext uri="{FF2B5EF4-FFF2-40B4-BE49-F238E27FC236}">
                <a16:creationId xmlns:a16="http://schemas.microsoft.com/office/drawing/2014/main" id="{CB59C5C9-43C6-48E2-AC5D-E607E1581EBA}"/>
              </a:ext>
            </a:extLst>
          </p:cNvPr>
          <p:cNvSpPr>
            <a:spLocks xmlns:a="http://schemas.openxmlformats.org/drawingml/2006/main" noGrp="1"/>
          </p:cNvSpPr>
          <p:nvPr/>
        </p:nvSpPr>
        <p:spPr>
          <a:xfrm xmlns:a="http://schemas.openxmlformats.org/drawingml/2006/main">
            <a:off x="685800" y="5991225"/>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E91"/>
                </a:solidFill>
                <a:latin typeface="Pretendard"/>
                <a:ea typeface="Pretendard"/>
                <a:cs typeface="Pretendard"/>
              </a:defRPr>
            </a:pPr>
            <a:r>
              <a:rPr sz="2100" b="1">
                <a:solidFill>
                  <a:srgbClr val="008E91"/>
                </a:solidFill>
                <a:latin typeface="Pretendard"/>
                <a:ea typeface="Pretendard"/>
                <a:cs typeface="Pretendard"/>
              </a:rPr>
              <a:t>계산 예시</a:t>
            </a:r>
          </a:p>
        </p:txBody>
      </p:sp>
      <p:sp>
        <p:nvSpPr>
          <p:cNvPr id="13" name="native-220">
            <a:extLst xmlns:a="http://schemas.openxmlformats.org/drawingml/2006/main">
              <a:ext uri="{FF2B5EF4-FFF2-40B4-BE49-F238E27FC236}">
                <a16:creationId xmlns:a16="http://schemas.microsoft.com/office/drawing/2014/main" id="{CC8F8D98-B690-4D46-8231-E435A7D67A23}"/>
              </a:ext>
            </a:extLst>
          </p:cNvPr>
          <p:cNvSpPr>
            <a:spLocks xmlns:a="http://schemas.openxmlformats.org/drawingml/2006/main" noGrp="1"/>
          </p:cNvSpPr>
          <p:nvPr/>
        </p:nvSpPr>
        <p:spPr>
          <a:xfrm xmlns:a="http://schemas.openxmlformats.org/drawingml/2006/main">
            <a:off x="3105150" y="5991225"/>
            <a:ext cx="10839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하위 최고 0.90, 원 질문 0.80인 문서의 최종 점수 = 0.89</a:t>
            </a:r>
          </a:p>
        </p:txBody>
      </p:sp>
      <p:sp>
        <p:nvSpPr>
          <p:cNvPr id="14" name="native-221">
            <a:extLst xmlns:a="http://schemas.openxmlformats.org/drawingml/2006/main">
              <a:ext uri="{FF2B5EF4-FFF2-40B4-BE49-F238E27FC236}">
                <a16:creationId xmlns:a16="http://schemas.microsoft.com/office/drawing/2014/main" id="{DAEEFC8F-F30F-4461-A273-B636F39F2076}"/>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이 점수식은 decomposition + rerank 전용  /  일반 변환은 재정렬 후에도 RRF 사용</a:t>
            </a:r>
          </a:p>
        </p:txBody>
      </p:sp>
      <p:sp>
        <p:nvSpPr>
          <p:cNvPr id="15" name="native-280">
            <a:extLst xmlns:a="http://schemas.openxmlformats.org/drawingml/2006/main">
              <a:ext uri="{FF2B5EF4-FFF2-40B4-BE49-F238E27FC236}">
                <a16:creationId xmlns:a16="http://schemas.microsoft.com/office/drawing/2014/main" id="{89672377-2DF3-42B2-A58E-A6295A745CF3}"/>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22</a:t>
            </a:r>
          </a:p>
        </p:txBody>
      </p:sp>
    </p:spTree>
    <p:extLst>
      <p:ext uri="{BB962C8B-B14F-4D97-AF65-F5344CB8AC3E}">
        <p14:creationId xmlns:p14="http://schemas.microsoft.com/office/powerpoint/2010/main" val="168408351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제목 1">
            <a:extLst xmlns:a="http://schemas.openxmlformats.org/drawingml/2006/main">
              <a:ext uri="{FF2B5EF4-FFF2-40B4-BE49-F238E27FC236}">
                <a16:creationId xmlns:a16="http://schemas.microsoft.com/office/drawing/2014/main" id="{EC29B070-CD86-4554-2CF9-213C4483693E}"/>
              </a:ext>
            </a:extLst>
          </p:cNvPr>
          <p:cNvSpPr>
            <a:spLocks xmlns:a="http://schemas.openxmlformats.org/drawingml/2006/main" noGrp="1"/>
          </p:cNvSpPr>
          <p:nvPr>
            <p:ph type="title" idx="0"/>
          </p:nvPr>
        </p:nvSpPr>
        <p:spPr>
          <a:xfrm xmlns:a="http://schemas.openxmlformats.org/drawingml/2006/main">
            <a:off x="509567" y="99294"/>
            <a:ext cx="13738860" cy="806714"/>
          </a:xfrm>
        </p:spPr>
        <p:txBody>
          <a:bodyPr xmlns:a="http://schemas.openxmlformats.org/drawingml/2006/main"/>
          <a:lstStyle xmlns:a="http://schemas.openxmlformats.org/drawingml/2006/main"/>
          <a:p xmlns:a="http://schemas.openxmlformats.org/drawingml/2006/main">
            <a:r>
              <a:rPr>
                <a:solidFill>
                  <a:srgbClr val="2C2926"/>
                </a:solidFill>
                <a:latin typeface="Pretendard"/>
                <a:ea typeface="Pretendard"/>
                <a:cs typeface="Pretendard"/>
              </a:rPr>
              <a:t>[</a:t>
            </a:r>
            <a:r>
              <a:rPr>
                <a:solidFill>
                  <a:srgbClr val="2C2926"/>
                </a:solidFill>
                <a:latin typeface="Pretendard"/>
                <a:ea typeface="Pretendard"/>
                <a:cs typeface="Pretendard"/>
              </a:rPr>
              <a:t>참고</a:t>
            </a:r>
            <a:r>
              <a:rPr>
                <a:solidFill>
                  <a:srgbClr val="2C2926"/>
                </a:solidFill>
                <a:latin typeface="Pretendard"/>
                <a:ea typeface="Pretendard"/>
                <a:cs typeface="Pretendard"/>
              </a:rPr>
              <a:t>] </a:t>
            </a:r>
            <a:r>
              <a:rPr>
                <a:solidFill>
                  <a:srgbClr val="2C2926"/>
                </a:solidFill>
                <a:latin typeface="Pretendard"/>
                <a:ea typeface="Pretendard"/>
                <a:cs typeface="Pretendard"/>
              </a:rPr>
              <a:t>리랭킹</a:t>
            </a:r>
            <a:r>
              <a:rPr>
                <a:solidFill>
                  <a:srgbClr val="2C2926"/>
                </a:solidFill>
                <a:latin typeface="Pretendard"/>
                <a:ea typeface="Pretendard"/>
                <a:cs typeface="Pretendard"/>
              </a:rPr>
              <a:t> 처리 예시</a:t>
            </a:r>
            <a:endParaRPr/>
          </a:p>
        </p:txBody>
      </p:sp>
      <p:sp>
        <p:nvSpPr>
          <p:cNvPr id="25" name="Slide Number Placeholder 0">
            <a:extLst xmlns:a="http://schemas.openxmlformats.org/drawingml/2006/main">
              <a:ext uri="{FF2B5EF4-FFF2-40B4-BE49-F238E27FC236}">
                <a16:creationId xmlns:a16="http://schemas.microsoft.com/office/drawing/2014/main" id="{F7E80FEB-A487-7E28-C22D-3D16F2C333BE}"/>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a:lstStyle xmlns:a="http://schemas.openxmlformats.org/drawingml/2006/main">
            <a:lvl1pPr>
              <a:buNone/>
              <a:defRPr sz="1600">
                <a:solidFill>
                  <a:srgbClr val="6B6B7B"/>
                </a:solidFill>
                <a:latin typeface="Pretendard"/>
                <a:ea typeface="Pretendard"/>
                <a:cs typeface="Pretendard"/>
              </a:defRPr>
            </a:lvl1pPr>
          </a:lstStyle>
          <a:p xmlns:a="http://schemas.openxmlformats.org/drawingml/2006/main">
            <a:pPr marL="0" marR="0" lvl="0" indent="0" algn="r" defTabSz="914400">
              <a:lnSpc>
                <a:spcPct val="100000"/>
              </a:lnSpc>
              <a:spcBef>
                <a:spcPts val="0"/>
              </a:spcBef>
              <a:spcAft>
                <a:spcPts val="0"/>
              </a:spcAft>
              <a:buClrTx/>
              <a:buSzTx/>
              <a:buFontTx/>
              <a:buNone/>
            </a:pPr>
            <a:fld id="{F7021451-1387-4CA6-816F-3879F97B5CBC}" type="slidenum">
              <a:rPr sz="1600" b="0" i="0" u="none" cap="none" spc="0">
                <a:ln>
                  <a:noFill/>
                </a:ln>
                <a:solidFill>
                  <a:srgbClr val="6B6B7B"/>
                </a:solidFill>
                <a:latin typeface="Pretendard"/>
                <a:ea typeface="Pretendard"/>
                <a:cs typeface="Pretendard"/>
              </a:rPr>
              <a:t>13</a:t>
            </a:fld>
            <a:endParaRPr sz="1600" b="0" i="0" u="none" kern="1200" cap="none" spc="0" baseline="0">
              <a:ln>
                <a:noFill/>
              </a:ln>
              <a:solidFill>
                <a:srgbClr val="6B6B7B"/>
              </a:solidFill>
              <a:latin typeface="Pretendard"/>
              <a:ea typeface="Pretendard"/>
              <a:cs typeface="Pretendard"/>
            </a:endParaRPr>
          </a:p>
        </p:txBody>
      </p:sp>
      <p:pic>
        <p:nvPicPr>
          <p:cNvPr id="29" name="그림 17"/>
          <p:cNvPicPr>
            <a:picLocks xmlns:a="http://schemas.openxmlformats.org/drawingml/2006/main" noChangeAspect="1"/>
          </p:cNvPicPr>
          <p:nvPr/>
        </p:nvPicPr>
        <p:blipFill>
          <a:blip xmlns:r="http://schemas.openxmlformats.org/officeDocument/2006/relationships" xmlns:a="http://schemas.openxmlformats.org/drawingml/2006/main" r:embed="Ra8237129028a4ba2"/>
          <a:stretch xmlns:a="http://schemas.openxmlformats.org/drawingml/2006/main">
            <a:fillRect l="0" t="0" r="0" b="0"/>
          </a:stretch>
        </p:blipFill>
        <p:spPr>
          <a:xfrm xmlns:a="http://schemas.openxmlformats.org/drawingml/2006/main">
            <a:off x="1128216" y="937727"/>
            <a:ext cx="12373967" cy="6964057"/>
          </a:xfrm>
          <a:prstGeom xmlns:a="http://schemas.openxmlformats.org/drawingml/2006/main" prst="rect">
            <a:avLst/>
          </a:prstGeom>
        </p:spPr>
      </p:pic>
    </p:spTree>
    <p:extLst>
      <p:ext uri="{BB962C8B-B14F-4D97-AF65-F5344CB8AC3E}">
        <p14:creationId xmlns:p14="http://schemas.microsoft.com/office/powerpoint/2010/main" val="8409286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native-222">
            <a:extLst xmlns:a="http://schemas.openxmlformats.org/drawingml/2006/main">
              <a:ext uri="{FF2B5EF4-FFF2-40B4-BE49-F238E27FC236}">
                <a16:creationId xmlns:a16="http://schemas.microsoft.com/office/drawing/2014/main" id="{DFABA893-B302-4E84-AE6B-DE0077D0DD4A}"/>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223">
            <a:extLst xmlns:a="http://schemas.openxmlformats.org/drawingml/2006/main">
              <a:ext uri="{FF2B5EF4-FFF2-40B4-BE49-F238E27FC236}">
                <a16:creationId xmlns:a16="http://schemas.microsoft.com/office/drawing/2014/main" id="{AF8968A4-212D-44D1-A74E-E8C522D3E4BF}"/>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RETRIEVER  /  답변 준비</a:t>
            </a:r>
          </a:p>
        </p:txBody>
      </p:sp>
      <p:sp>
        <p:nvSpPr>
          <p:cNvPr id="3" name="native-224">
            <a:extLst xmlns:a="http://schemas.openxmlformats.org/drawingml/2006/main">
              <a:ext uri="{FF2B5EF4-FFF2-40B4-BE49-F238E27FC236}">
                <a16:creationId xmlns:a16="http://schemas.microsoft.com/office/drawing/2014/main" id="{66FF2FE7-0427-49BC-B9F1-BF34DA42A8F3}"/>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질문 변환 관문과 답변 생성 관문</a:t>
            </a:r>
          </a:p>
        </p:txBody>
      </p:sp>
      <p:sp>
        <p:nvSpPr>
          <p:cNvPr id="4" name="native-225">
            <a:extLst xmlns:a="http://schemas.openxmlformats.org/drawingml/2006/main">
              <a:ext uri="{FF2B5EF4-FFF2-40B4-BE49-F238E27FC236}">
                <a16:creationId xmlns:a16="http://schemas.microsoft.com/office/drawing/2014/main" id="{BB26D121-9D62-4CD0-B080-A0315644C9AD}"/>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두 관문은 Vector 점수를 보지만, 판단 시점과 목적이 다름</a:t>
            </a:r>
          </a:p>
        </p:txBody>
      </p:sp>
      <p:sp>
        <p:nvSpPr>
          <p:cNvPr id="5" name="native-226">
            <a:extLst xmlns:a="http://schemas.openxmlformats.org/drawingml/2006/main">
              <a:ext uri="{FF2B5EF4-FFF2-40B4-BE49-F238E27FC236}">
                <a16:creationId xmlns:a16="http://schemas.microsoft.com/office/drawing/2014/main" id="{7315A01D-C179-4015-8E7C-6D1FF4CBE201}"/>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227">
            <a:extLst xmlns:a="http://schemas.openxmlformats.org/drawingml/2006/main">
              <a:ext uri="{FF2B5EF4-FFF2-40B4-BE49-F238E27FC236}">
                <a16:creationId xmlns:a16="http://schemas.microsoft.com/office/drawing/2014/main" id="{E91B8992-E6AA-4916-A0CC-C447358E78F2}"/>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graphicFrame>
        <p:nvGraphicFramePr>
          <p:cNvPr id="16" name=""/>
          <p:cNvGraphicFramePr/>
          <p:nvPr/>
        </p:nvGraphicFramePr>
        <p:xfrm>
          <a:off xmlns:a="http://schemas.openxmlformats.org/drawingml/2006/main" x="685800" y="2371725"/>
          <a:ext xmlns:a="http://schemas.openxmlformats.org/drawingml/2006/main" cx="13258800" cy="4086225"/>
        </p:xfrm>
        <a:graphic xmlns:a="http://schemas.openxmlformats.org/drawingml/2006/main">
          <a:graphicData uri="http://schemas.openxmlformats.org/drawingml/2006/table">
            <a:tbl>
              <a:tblPr/>
              <a:tblGrid>
                <a:gridCol w="2952750"/>
                <a:gridCol w="5153025"/>
                <a:gridCol w="5153025"/>
              </a:tblGrid>
              <a:tr h="681038">
                <a:tc>
                  <a:txBody>
                    <a:bodyPr lIns="152400" tIns="95250" rIns="152400" bIns="95250"/>
                    <a:lstStyle/>
                    <a:p>
                      <a:r>
                        <a:rPr sz="1950" b="1">
                          <a:solidFill>
                            <a:srgbClr val="FFFFFF"/>
                          </a:solidFill>
                          <a:latin typeface="Pretendard"/>
                          <a:ea typeface="Pretendard"/>
                          <a:cs typeface="Pretendard"/>
                        </a:rPr>
                        <a:t>구분</a:t>
                      </a:r>
                    </a:p>
                  </a:txBody>
                  <a:tcPr marL="91440" marR="91440" marT="45720" marB="45720" anchor="ctr">
                    <a:solidFill>
                      <a:srgbClr val="17365D"/>
                    </a:solidFill>
                  </a:tcPr>
                </a:tc>
                <a:tc>
                  <a:txBody>
                    <a:bodyPr lIns="152400" tIns="95250" rIns="152400" bIns="95250"/>
                    <a:lstStyle/>
                    <a:p>
                      <a:r>
                        <a:rPr sz="1950" b="1">
                          <a:solidFill>
                            <a:srgbClr val="FFFFFF"/>
                          </a:solidFill>
                          <a:latin typeface="Pretendard"/>
                          <a:ea typeface="Pretendard"/>
                          <a:cs typeface="Pretendard"/>
                        </a:rPr>
                        <a:t>변환 관문</a:t>
                      </a:r>
                    </a:p>
                  </a:txBody>
                  <a:tcPr marL="91440" marR="91440" marT="45720" marB="45720" anchor="ctr">
                    <a:solidFill>
                      <a:srgbClr val="17365D"/>
                    </a:solidFill>
                  </a:tcPr>
                </a:tc>
                <a:tc>
                  <a:txBody>
                    <a:bodyPr lIns="152400" tIns="95250" rIns="152400" bIns="95250"/>
                    <a:lstStyle/>
                    <a:p>
                      <a:r>
                        <a:rPr sz="1950" b="1">
                          <a:solidFill>
                            <a:srgbClr val="FFFFFF"/>
                          </a:solidFill>
                          <a:latin typeface="Pretendard"/>
                          <a:ea typeface="Pretendard"/>
                          <a:cs typeface="Pretendard"/>
                        </a:rPr>
                        <a:t>답변 관문</a:t>
                      </a:r>
                    </a:p>
                  </a:txBody>
                  <a:tcPr marL="91440" marR="91440" marT="45720" marB="45720" anchor="ctr">
                    <a:solidFill>
                      <a:srgbClr val="17365D"/>
                    </a:solidFill>
                  </a:tcPr>
                </a:tc>
              </a:tr>
              <a:tr h="681038">
                <a:tc>
                  <a:txBody>
                    <a:bodyPr lIns="152400" tIns="95250" rIns="152400" bIns="95250"/>
                    <a:lstStyle/>
                    <a:p>
                      <a:r>
                        <a:rPr sz="1950" b="0">
                          <a:solidFill>
                            <a:srgbClr val="243746"/>
                          </a:solidFill>
                          <a:latin typeface="Pretendard"/>
                          <a:ea typeface="Pretendard"/>
                          <a:cs typeface="Pretendard"/>
                        </a:rPr>
                        <a:t>기준값</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0.86</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0.62</a:t>
                      </a:r>
                    </a:p>
                  </a:txBody>
                  <a:tcPr marL="91440" marR="91440" marT="45720" marB="45720" anchor="ctr">
                    <a:solidFill>
                      <a:srgbClr val="FFFFFF"/>
                    </a:solidFill>
                  </a:tcPr>
                </a:tc>
              </a:tr>
              <a:tr h="681038">
                <a:tc>
                  <a:txBody>
                    <a:bodyPr lIns="152400" tIns="95250" rIns="152400" bIns="95250"/>
                    <a:lstStyle/>
                    <a:p>
                      <a:r>
                        <a:rPr sz="1950" b="0">
                          <a:solidFill>
                            <a:srgbClr val="243746"/>
                          </a:solidFill>
                          <a:latin typeface="Pretendard"/>
                          <a:ea typeface="Pretendard"/>
                          <a:cs typeface="Pretendard"/>
                        </a:rPr>
                        <a:t>확인 시점</a:t>
                      </a:r>
                    </a:p>
                  </a:txBody>
                  <a:tcPr marL="91440" marR="91440" marT="45720" marB="45720" anchor="ctr">
                    <a:solidFill>
                      <a:srgbClr val="F3F5F7"/>
                    </a:solidFill>
                  </a:tcPr>
                </a:tc>
                <a:tc>
                  <a:txBody>
                    <a:bodyPr lIns="152400" tIns="95250" rIns="152400" bIns="95250"/>
                    <a:lstStyle/>
                    <a:p>
                      <a:r>
                        <a:rPr sz="1950" b="0">
                          <a:solidFill>
                            <a:srgbClr val="243746"/>
                          </a:solidFill>
                          <a:latin typeface="Pretendard"/>
                          <a:ea typeface="Pretendard"/>
                          <a:cs typeface="Pretendard"/>
                        </a:rPr>
                        <a:t>최초 원 질문 Vector 검색 직후</a:t>
                      </a:r>
                    </a:p>
                  </a:txBody>
                  <a:tcPr marL="91440" marR="91440" marT="45720" marB="45720" anchor="ctr">
                    <a:solidFill>
                      <a:srgbClr val="F3F5F7"/>
                    </a:solidFill>
                  </a:tcPr>
                </a:tc>
                <a:tc>
                  <a:txBody>
                    <a:bodyPr lIns="152400" tIns="95250" rIns="152400" bIns="95250"/>
                    <a:lstStyle/>
                    <a:p>
                      <a:r>
                        <a:rPr sz="1950" b="0">
                          <a:solidFill>
                            <a:srgbClr val="243746"/>
                          </a:solidFill>
                          <a:latin typeface="Pretendard"/>
                          <a:ea typeface="Pretendard"/>
                          <a:cs typeface="Pretendard"/>
                        </a:rPr>
                        <a:t>병합·재정렬을 마친 뒤</a:t>
                      </a:r>
                    </a:p>
                  </a:txBody>
                  <a:tcPr marL="91440" marR="91440" marT="45720" marB="45720" anchor="ctr">
                    <a:solidFill>
                      <a:srgbClr val="F3F5F7"/>
                    </a:solidFill>
                  </a:tcPr>
                </a:tc>
              </a:tr>
              <a:tr h="681038">
                <a:tc>
                  <a:txBody>
                    <a:bodyPr lIns="152400" tIns="95250" rIns="152400" bIns="95250"/>
                    <a:lstStyle/>
                    <a:p>
                      <a:r>
                        <a:rPr sz="1950" b="0">
                          <a:solidFill>
                            <a:srgbClr val="243746"/>
                          </a:solidFill>
                          <a:latin typeface="Pretendard"/>
                          <a:ea typeface="Pretendard"/>
                          <a:cs typeface="Pretendard"/>
                        </a:rPr>
                        <a:t>사용 점수</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최초 원 질문 Top-1 Vector 점수</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최종 1위 문서의 vector_score</a:t>
                      </a:r>
                    </a:p>
                  </a:txBody>
                  <a:tcPr marL="91440" marR="91440" marT="45720" marB="45720" anchor="ctr">
                    <a:solidFill>
                      <a:srgbClr val="FFFFFF"/>
                    </a:solidFill>
                  </a:tcPr>
                </a:tc>
              </a:tr>
              <a:tr h="681038">
                <a:tc>
                  <a:txBody>
                    <a:bodyPr lIns="152400" tIns="95250" rIns="152400" bIns="95250"/>
                    <a:lstStyle/>
                    <a:p>
                      <a:r>
                        <a:rPr sz="1950" b="0">
                          <a:solidFill>
                            <a:srgbClr val="243746"/>
                          </a:solidFill>
                          <a:latin typeface="Pretendard"/>
                          <a:ea typeface="Pretendard"/>
                          <a:cs typeface="Pretendard"/>
                        </a:rPr>
                        <a:t>미달 시</a:t>
                      </a:r>
                    </a:p>
                  </a:txBody>
                  <a:tcPr marL="91440" marR="91440" marT="45720" marB="45720" anchor="ctr">
                    <a:solidFill>
                      <a:srgbClr val="F3F5F7"/>
                    </a:solidFill>
                  </a:tcPr>
                </a:tc>
                <a:tc>
                  <a:txBody>
                    <a:bodyPr lIns="152400" tIns="95250" rIns="152400" bIns="95250"/>
                    <a:lstStyle/>
                    <a:p>
                      <a:r>
                        <a:rPr sz="1950" b="0">
                          <a:solidFill>
                            <a:srgbClr val="243746"/>
                          </a:solidFill>
                          <a:latin typeface="Pretendard"/>
                          <a:ea typeface="Pretendard"/>
                          <a:cs typeface="Pretendard"/>
                        </a:rPr>
                        <a:t>Router의 변환 검토</a:t>
                      </a:r>
                    </a:p>
                  </a:txBody>
                  <a:tcPr marL="91440" marR="91440" marT="45720" marB="45720" anchor="ctr">
                    <a:solidFill>
                      <a:srgbClr val="F3F5F7"/>
                    </a:solidFill>
                  </a:tcPr>
                </a:tc>
                <a:tc>
                  <a:txBody>
                    <a:bodyPr lIns="152400" tIns="95250" rIns="152400" bIns="95250"/>
                    <a:lstStyle/>
                    <a:p>
                      <a:r>
                        <a:rPr sz="1950" b="0">
                          <a:solidFill>
                            <a:srgbClr val="243746"/>
                          </a:solidFill>
                          <a:latin typeface="Pretendard"/>
                          <a:ea typeface="Pretendard"/>
                          <a:cs typeface="Pretendard"/>
                        </a:rPr>
                        <a:t>needs_check, 답변 LLM 미호출</a:t>
                      </a:r>
                    </a:p>
                  </a:txBody>
                  <a:tcPr marL="91440" marR="91440" marT="45720" marB="45720" anchor="ctr">
                    <a:solidFill>
                      <a:srgbClr val="F3F5F7"/>
                    </a:solidFill>
                  </a:tcPr>
                </a:tc>
              </a:tr>
              <a:tr h="681038">
                <a:tc>
                  <a:txBody>
                    <a:bodyPr lIns="152400" tIns="95250" rIns="152400" bIns="95250"/>
                    <a:lstStyle/>
                    <a:p>
                      <a:r>
                        <a:rPr sz="1950" b="0">
                          <a:solidFill>
                            <a:srgbClr val="243746"/>
                          </a:solidFill>
                          <a:latin typeface="Pretendard"/>
                          <a:ea typeface="Pretendard"/>
                          <a:cs typeface="Pretendard"/>
                        </a:rPr>
                        <a:t>적용 조건</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transform=auto</a:t>
                      </a:r>
                    </a:p>
                  </a:txBody>
                  <a:tcPr marL="91440" marR="91440" marT="45720" marB="45720" anchor="ctr">
                    <a:solidFill>
                      <a:srgbClr val="FFFFFF"/>
                    </a:solidFill>
                  </a:tcPr>
                </a:tc>
                <a:tc>
                  <a:txBody>
                    <a:bodyPr lIns="152400" tIns="95250" rIns="152400" bIns="95250"/>
                    <a:lstStyle/>
                    <a:p>
                      <a:r>
                        <a:rPr sz="1950" b="0">
                          <a:solidFill>
                            <a:srgbClr val="243746"/>
                          </a:solidFill>
                          <a:latin typeface="Pretendard"/>
                          <a:ea typeface="Pretendard"/>
                          <a:cs typeface="Pretendard"/>
                        </a:rPr>
                        <a:t>/answer, /answer/stream</a:t>
                      </a:r>
                    </a:p>
                  </a:txBody>
                  <a:tcPr marL="91440" marR="91440" marT="45720" marB="45720" anchor="ctr">
                    <a:solidFill>
                      <a:srgbClr val="FFFFFF"/>
                    </a:solidFill>
                  </a:tcPr>
                </a:tc>
              </a:tr>
            </a:tbl>
          </a:graphicData>
        </a:graphic>
      </p:graphicFrame>
      <p:sp>
        <p:nvSpPr>
          <p:cNvPr id="8" name="native-228">
            <a:extLst xmlns:a="http://schemas.openxmlformats.org/drawingml/2006/main">
              <a:ext uri="{FF2B5EF4-FFF2-40B4-BE49-F238E27FC236}">
                <a16:creationId xmlns:a16="http://schemas.microsoft.com/office/drawing/2014/main" id="{B3D0FD88-C9ED-4A1D-960C-8267C57717D8}"/>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BM25에만 있는 문서가 최종 1위이면 Vector 점수가 없어 답변 관문에서 멈춤</a:t>
            </a:r>
          </a:p>
        </p:txBody>
      </p:sp>
      <p:sp>
        <p:nvSpPr>
          <p:cNvPr id="9" name="native-281">
            <a:extLst xmlns:a="http://schemas.openxmlformats.org/drawingml/2006/main">
              <a:ext uri="{FF2B5EF4-FFF2-40B4-BE49-F238E27FC236}">
                <a16:creationId xmlns:a16="http://schemas.microsoft.com/office/drawing/2014/main" id="{09D1C653-A3C1-46B7-8999-BA995E7E3036}"/>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24</a:t>
            </a:r>
          </a:p>
        </p:txBody>
      </p:sp>
    </p:spTree>
    <p:extLst>
      <p:ext uri="{BB962C8B-B14F-4D97-AF65-F5344CB8AC3E}">
        <p14:creationId xmlns:p14="http://schemas.microsoft.com/office/powerpoint/2010/main" val="86650183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native-229">
            <a:extLst xmlns:a="http://schemas.openxmlformats.org/drawingml/2006/main">
              <a:ext uri="{FF2B5EF4-FFF2-40B4-BE49-F238E27FC236}">
                <a16:creationId xmlns:a16="http://schemas.microsoft.com/office/drawing/2014/main" id="{A2675B90-CC5F-42F2-B793-0E50E303C46E}"/>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230">
            <a:extLst xmlns:a="http://schemas.openxmlformats.org/drawingml/2006/main">
              <a:ext uri="{FF2B5EF4-FFF2-40B4-BE49-F238E27FC236}">
                <a16:creationId xmlns:a16="http://schemas.microsoft.com/office/drawing/2014/main" id="{0D0F286E-CCD2-4830-8418-A8A2EEAEC53C}"/>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RETRIEVER  /  프롬프트와 출력</a:t>
            </a:r>
          </a:p>
        </p:txBody>
      </p:sp>
      <p:sp>
        <p:nvSpPr>
          <p:cNvPr id="3" name="native-231">
            <a:extLst xmlns:a="http://schemas.openxmlformats.org/drawingml/2006/main">
              <a:ext uri="{FF2B5EF4-FFF2-40B4-BE49-F238E27FC236}">
                <a16:creationId xmlns:a16="http://schemas.microsoft.com/office/drawing/2014/main" id="{53169B8A-7ABC-44AA-80D9-6883EEE57264}"/>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검색 근거와 질문을 나누어 답변 요청</a:t>
            </a:r>
          </a:p>
        </p:txBody>
      </p:sp>
      <p:sp>
        <p:nvSpPr>
          <p:cNvPr id="4" name="native-232">
            <a:extLst xmlns:a="http://schemas.openxmlformats.org/drawingml/2006/main">
              <a:ext uri="{FF2B5EF4-FFF2-40B4-BE49-F238E27FC236}">
                <a16:creationId xmlns:a16="http://schemas.microsoft.com/office/drawing/2014/main" id="{EB5B2FFE-2ABC-4149-A031-3BB1A99A6D20}"/>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검색 청크의 출처와 본문을 XML로 구분하고, 정해진 구조로 답변 생성</a:t>
            </a:r>
          </a:p>
        </p:txBody>
      </p:sp>
      <p:sp>
        <p:nvSpPr>
          <p:cNvPr id="5" name="native-233">
            <a:extLst xmlns:a="http://schemas.openxmlformats.org/drawingml/2006/main">
              <a:ext uri="{FF2B5EF4-FFF2-40B4-BE49-F238E27FC236}">
                <a16:creationId xmlns:a16="http://schemas.microsoft.com/office/drawing/2014/main" id="{E10927AF-CC95-4CA7-A1B4-99738EF865ED}"/>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234">
            <a:extLst xmlns:a="http://schemas.openxmlformats.org/drawingml/2006/main">
              <a:ext uri="{FF2B5EF4-FFF2-40B4-BE49-F238E27FC236}">
                <a16:creationId xmlns:a16="http://schemas.microsoft.com/office/drawing/2014/main" id="{07BD310A-A749-433E-814A-C4B977027864}"/>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235">
            <a:extLst xmlns:a="http://schemas.openxmlformats.org/drawingml/2006/main">
              <a:ext uri="{FF2B5EF4-FFF2-40B4-BE49-F238E27FC236}">
                <a16:creationId xmlns:a16="http://schemas.microsoft.com/office/drawing/2014/main" id="{E25F28D7-6AEE-4801-B7EB-8E29CF7ACE34}"/>
              </a:ext>
            </a:extLst>
          </p:cNvPr>
          <p:cNvSpPr>
            <a:spLocks xmlns:a="http://schemas.openxmlformats.org/drawingml/2006/main" noGrp="1"/>
          </p:cNvSpPr>
          <p:nvPr/>
        </p:nvSpPr>
        <p:spPr>
          <a:xfrm xmlns:a="http://schemas.openxmlformats.org/drawingml/2006/main">
            <a:off x="685800" y="2409825"/>
            <a:ext cx="5781675" cy="609600"/>
          </a:xfrm>
          <a:prstGeom xmlns:a="http://schemas.openxmlformats.org/drawingml/2006/main" prst="rect">
            <a:avLst/>
          </a:prstGeom>
          <a:solidFill xmlns:a="http://schemas.openxmlformats.org/drawingml/2006/main">
            <a:srgbClr val="17365D"/>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입력</a:t>
            </a:r>
          </a:p>
        </p:txBody>
      </p:sp>
      <p:sp>
        <p:nvSpPr>
          <p:cNvPr id="8" name="native-236">
            <a:extLst xmlns:a="http://schemas.openxmlformats.org/drawingml/2006/main">
              <a:ext uri="{FF2B5EF4-FFF2-40B4-BE49-F238E27FC236}">
                <a16:creationId xmlns:a16="http://schemas.microsoft.com/office/drawing/2014/main" id="{5773C36D-AB9B-4499-84A3-EE50F7FA8BA0}"/>
              </a:ext>
            </a:extLst>
          </p:cNvPr>
          <p:cNvSpPr>
            <a:spLocks xmlns:a="http://schemas.openxmlformats.org/drawingml/2006/main" noGrp="1"/>
          </p:cNvSpPr>
          <p:nvPr/>
        </p:nvSpPr>
        <p:spPr>
          <a:xfrm xmlns:a="http://schemas.openxmlformats.org/drawingml/2006/main">
            <a:off x="933450" y="3248025"/>
            <a:ext cx="5219700" cy="270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검색 근거</a:t>
            </a:r>
          </a:p>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순번 · 청크 ID · 문서 유형</a:t>
            </a:r>
          </a:p>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원문 문서 · 위치 · 본문</a:t>
            </a:r>
          </a:p>
          <a:p xmlns:a="http://schemas.openxmlformats.org/drawingml/2006/main">
            <a:r>
              <a:t/>
            </a:r>
          </a:p>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사용자 원 질문</a:t>
            </a:r>
          </a:p>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이전 오류의 수정 지침</a:t>
            </a:r>
          </a:p>
        </p:txBody>
      </p:sp>
      <p:sp>
        <p:nvSpPr>
          <p:cNvPr id="9" name="native-237">
            <a:extLst xmlns:a="http://schemas.openxmlformats.org/drawingml/2006/main">
              <a:ext uri="{FF2B5EF4-FFF2-40B4-BE49-F238E27FC236}">
                <a16:creationId xmlns:a16="http://schemas.microsoft.com/office/drawing/2014/main" id="{78ACF7CD-73E2-4E22-B22C-D67D6FA93931}"/>
              </a:ext>
            </a:extLst>
          </p:cNvPr>
          <p:cNvSpPr>
            <a:spLocks xmlns:a="http://schemas.openxmlformats.org/drawingml/2006/main" noGrp="1"/>
          </p:cNvSpPr>
          <p:nvPr/>
        </p:nvSpPr>
        <p:spPr>
          <a:xfrm xmlns:a="http://schemas.openxmlformats.org/drawingml/2006/main">
            <a:off x="8067675" y="2409825"/>
            <a:ext cx="5876925" cy="609600"/>
          </a:xfrm>
          <a:prstGeom xmlns:a="http://schemas.openxmlformats.org/drawingml/2006/main" prst="rect">
            <a:avLst/>
          </a:prstGeom>
          <a:solidFill xmlns:a="http://schemas.openxmlformats.org/drawingml/2006/main">
            <a:srgbClr val="17365D"/>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구조화 출력</a:t>
            </a:r>
          </a:p>
        </p:txBody>
      </p:sp>
      <p:sp>
        <p:nvSpPr>
          <p:cNvPr id="10" name="native-238">
            <a:extLst xmlns:a="http://schemas.openxmlformats.org/drawingml/2006/main">
              <a:ext uri="{FF2B5EF4-FFF2-40B4-BE49-F238E27FC236}">
                <a16:creationId xmlns:a16="http://schemas.microsoft.com/office/drawing/2014/main" id="{8ECFC81E-7525-46C6-9F0B-AE094BD05BD7}"/>
              </a:ext>
            </a:extLst>
          </p:cNvPr>
          <p:cNvSpPr>
            <a:spLocks xmlns:a="http://schemas.openxmlformats.org/drawingml/2006/main" noGrp="1"/>
          </p:cNvSpPr>
          <p:nvPr/>
        </p:nvSpPr>
        <p:spPr>
          <a:xfrm xmlns:a="http://schemas.openxmlformats.org/drawingml/2006/main">
            <a:off x="8305800" y="3248025"/>
            <a:ext cx="5391150" cy="270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conclusion  결론</a:t>
            </a:r>
          </a:p>
          <a:p xmlns:a="http://schemas.openxmlformats.org/drawingml/2006/main">
            <a:r>
              <a:t/>
            </a:r>
          </a:p>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caution  주의사항</a:t>
            </a:r>
          </a:p>
          <a:p xmlns:a="http://schemas.openxmlformats.org/drawingml/2006/main">
            <a:r>
              <a:t/>
            </a:r>
          </a:p>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evidence  근거 목록</a:t>
            </a:r>
          </a:p>
          <a:p xmlns:a="http://schemas.openxmlformats.org/drawingml/2006/main">
            <a:pPr algn="l">
              <a:defRPr sz="2175" b="0">
                <a:solidFill>
                  <a:srgbClr val="243746"/>
                </a:solidFill>
                <a:latin typeface="Pretendard"/>
                <a:ea typeface="Pretendard"/>
                <a:cs typeface="Pretendard"/>
              </a:defRPr>
            </a:pPr>
            <a:r>
              <a:rPr sz="2175" b="0">
                <a:solidFill>
                  <a:srgbClr val="243746"/>
                </a:solidFill>
                <a:latin typeface="Pretendard"/>
                <a:ea typeface="Pretendard"/>
                <a:cs typeface="Pretendard"/>
              </a:rPr>
              <a:t>  ref: 근거 순번, quote: 원문 인용</a:t>
            </a:r>
          </a:p>
        </p:txBody>
      </p:sp>
      <p:sp>
        <p:nvSpPr>
          <p:cNvPr id="11" name="native-239">
            <a:extLst xmlns:a="http://schemas.openxmlformats.org/drawingml/2006/main">
              <a:ext uri="{FF2B5EF4-FFF2-40B4-BE49-F238E27FC236}">
                <a16:creationId xmlns:a16="http://schemas.microsoft.com/office/drawing/2014/main" id="{6A014E25-AF35-4CDF-AB4B-764EAAED5413}"/>
              </a:ext>
            </a:extLst>
          </p:cNvPr>
          <p:cNvSpPr>
            <a:spLocks xmlns:a="http://schemas.openxmlformats.org/drawingml/2006/main" noGrp="1"/>
          </p:cNvSpPr>
          <p:nvPr/>
        </p:nvSpPr>
        <p:spPr>
          <a:xfrm xmlns:a="http://schemas.openxmlformats.org/drawingml/2006/main">
            <a:off x="6486525" y="3886200"/>
            <a:ext cx="95250" cy="95250"/>
          </a:xfrm>
          <a:prstGeom xmlns:a="http://schemas.openxmlformats.org/drawingml/2006/main" prst="rect">
            <a:avLst/>
          </a:prstGeom>
          <a:noFill xmlns:a="http://schemas.openxmlformats.org/drawingml/2006/main"/>
          <a:ln xmlns:a="http://schemas.openxmlformats.org/drawingml/2006/main" w="0">
            <a:noFill/>
          </a:ln>
        </p:spPr>
      </p:sp>
      <p:sp>
        <p:nvSpPr>
          <p:cNvPr id="12" name="native-240">
            <a:extLst xmlns:a="http://schemas.openxmlformats.org/drawingml/2006/main">
              <a:ext uri="{FF2B5EF4-FFF2-40B4-BE49-F238E27FC236}">
                <a16:creationId xmlns:a16="http://schemas.microsoft.com/office/drawing/2014/main" id="{E76BA32B-64DB-47A4-8F3C-3EBC6FAFC53A}"/>
              </a:ext>
            </a:extLst>
          </p:cNvPr>
          <p:cNvSpPr>
            <a:spLocks xmlns:a="http://schemas.openxmlformats.org/drawingml/2006/main" noGrp="1"/>
          </p:cNvSpPr>
          <p:nvPr/>
        </p:nvSpPr>
        <p:spPr>
          <a:xfrm xmlns:a="http://schemas.openxmlformats.org/drawingml/2006/main">
            <a:off x="7981950" y="3886200"/>
            <a:ext cx="95250" cy="95250"/>
          </a:xfrm>
          <a:prstGeom xmlns:a="http://schemas.openxmlformats.org/drawingml/2006/main" prst="rect">
            <a:avLst/>
          </a:prstGeom>
          <a:noFill xmlns:a="http://schemas.openxmlformats.org/drawingml/2006/main"/>
          <a:ln xmlns:a="http://schemas.openxmlformats.org/drawingml/2006/main" w="0">
            <a:noFill/>
          </a:ln>
        </p:spPr>
      </p:sp>
      <p:cxnSp>
        <p:nvCxnSpPr>
          <p:cNvPr id="28" name=""/>
          <p:cNvCxnSpPr>
            <a:stCxn xmlns:a="http://schemas.openxmlformats.org/drawingml/2006/main" id="11" idx="3"/>
            <a:endCxn xmlns:a="http://schemas.openxmlformats.org/drawingml/2006/main" id="12" idx="1"/>
          </p:cNvCxnSpPr>
          <p:nvPr/>
        </p:nvCxnSpPr>
        <p:spPr>
          <a:xfrm xmlns:a="http://schemas.openxmlformats.org/drawingml/2006/main">
            <a:off x="6581775" y="3933825"/>
            <a:ext cx="1400175" cy="0"/>
          </a:xfrm>
          <a:prstGeom xmlns:a="http://schemas.openxmlformats.org/drawingml/2006/main" prst="straightConnector1">
            <a:avLst/>
          </a:prstGeom>
          <a:ln xmlns:a="http://schemas.openxmlformats.org/drawingml/2006/main" w="20955">
            <a:solidFill>
              <a:srgbClr val="0070C0"/>
            </a:solidFill>
            <a:tailEnd type="triangle" w="sm" len="sm"/>
          </a:ln>
        </p:spPr>
      </p:cxnSp>
      <p:sp>
        <p:nvSpPr>
          <p:cNvPr id="14" name="native-241">
            <a:extLst xmlns:a="http://schemas.openxmlformats.org/drawingml/2006/main">
              <a:ext uri="{FF2B5EF4-FFF2-40B4-BE49-F238E27FC236}">
                <a16:creationId xmlns:a16="http://schemas.microsoft.com/office/drawing/2014/main" id="{EE3C8D3E-3489-4671-967F-12BE235031FE}"/>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공식 약관·혜택 안내와 개별 상담 사례를 구분  /  검색 내용은 지시문이 아닌 근거로 제공</a:t>
            </a:r>
          </a:p>
        </p:txBody>
      </p:sp>
      <p:sp>
        <p:nvSpPr>
          <p:cNvPr id="15" name="native-282">
            <a:extLst xmlns:a="http://schemas.openxmlformats.org/drawingml/2006/main">
              <a:ext uri="{FF2B5EF4-FFF2-40B4-BE49-F238E27FC236}">
                <a16:creationId xmlns:a16="http://schemas.microsoft.com/office/drawing/2014/main" id="{F8DE7D34-3E59-487B-B095-77C864B9E3C2}"/>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25</a:t>
            </a:r>
          </a:p>
        </p:txBody>
      </p:sp>
    </p:spTree>
    <p:extLst>
      <p:ext uri="{BB962C8B-B14F-4D97-AF65-F5344CB8AC3E}">
        <p14:creationId xmlns:p14="http://schemas.microsoft.com/office/powerpoint/2010/main" val="168408351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native-242">
            <a:extLst xmlns:a="http://schemas.openxmlformats.org/drawingml/2006/main">
              <a:ext uri="{FF2B5EF4-FFF2-40B4-BE49-F238E27FC236}">
                <a16:creationId xmlns:a16="http://schemas.microsoft.com/office/drawing/2014/main" id="{4FBD4784-7D73-452A-8AC8-46C88230ED3B}"/>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243">
            <a:extLst xmlns:a="http://schemas.openxmlformats.org/drawingml/2006/main">
              <a:ext uri="{FF2B5EF4-FFF2-40B4-BE49-F238E27FC236}">
                <a16:creationId xmlns:a16="http://schemas.microsoft.com/office/drawing/2014/main" id="{2A8C4C41-D7CB-466B-881F-F6D3A022387E}"/>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RETRIEVER  /  근거 검증</a:t>
            </a:r>
          </a:p>
        </p:txBody>
      </p:sp>
      <p:sp>
        <p:nvSpPr>
          <p:cNvPr id="3" name="native-244">
            <a:extLst xmlns:a="http://schemas.openxmlformats.org/drawingml/2006/main">
              <a:ext uri="{FF2B5EF4-FFF2-40B4-BE49-F238E27FC236}">
                <a16:creationId xmlns:a16="http://schemas.microsoft.com/office/drawing/2014/main" id="{AAFFA5F1-F12D-4290-A4FC-F433667B20DE}"/>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인용이 검색 근거에 실제로 있는지 확인</a:t>
            </a:r>
          </a:p>
        </p:txBody>
      </p:sp>
      <p:sp>
        <p:nvSpPr>
          <p:cNvPr id="4" name="native-245">
            <a:extLst xmlns:a="http://schemas.openxmlformats.org/drawingml/2006/main">
              <a:ext uri="{FF2B5EF4-FFF2-40B4-BE49-F238E27FC236}">
                <a16:creationId xmlns:a16="http://schemas.microsoft.com/office/drawing/2014/main" id="{0C1833F3-6B82-40A3-B5F4-A5516A1EBAED}"/>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자동 검증은 답변 구조와 인용 일치를 점검</a:t>
            </a:r>
          </a:p>
        </p:txBody>
      </p:sp>
      <p:sp>
        <p:nvSpPr>
          <p:cNvPr id="5" name="native-246">
            <a:extLst xmlns:a="http://schemas.openxmlformats.org/drawingml/2006/main">
              <a:ext uri="{FF2B5EF4-FFF2-40B4-BE49-F238E27FC236}">
                <a16:creationId xmlns:a16="http://schemas.microsoft.com/office/drawing/2014/main" id="{64690B0F-7CCD-4FE0-926C-0D362423E2E1}"/>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247">
            <a:extLst xmlns:a="http://schemas.openxmlformats.org/drawingml/2006/main">
              <a:ext uri="{FF2B5EF4-FFF2-40B4-BE49-F238E27FC236}">
                <a16:creationId xmlns:a16="http://schemas.microsoft.com/office/drawing/2014/main" id="{C635A40D-9AD0-4B98-8FD8-755EC9970271}"/>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graphicFrame>
        <p:nvGraphicFramePr>
          <p:cNvPr id="16" name=""/>
          <p:cNvGraphicFramePr/>
          <p:nvPr/>
        </p:nvGraphicFramePr>
        <p:xfrm>
          <a:off xmlns:a="http://schemas.openxmlformats.org/drawingml/2006/main" x="685800" y="2505075"/>
          <a:ext xmlns:a="http://schemas.openxmlformats.org/drawingml/2006/main" cx="13258800" cy="3581400"/>
        </p:xfrm>
        <a:graphic xmlns:a="http://schemas.openxmlformats.org/drawingml/2006/main">
          <a:graphicData uri="http://schemas.openxmlformats.org/drawingml/2006/table">
            <a:tbl>
              <a:tblPr/>
              <a:tblGrid>
                <a:gridCol w="2705100"/>
                <a:gridCol w="7524750"/>
                <a:gridCol w="3028950"/>
              </a:tblGrid>
              <a:tr h="716280">
                <a:tc>
                  <a:txBody>
                    <a:bodyPr lIns="152400" tIns="95250" rIns="152400" bIns="95250"/>
                    <a:lstStyle/>
                    <a:p>
                      <a:r>
                        <a:rPr sz="1875" b="1">
                          <a:solidFill>
                            <a:srgbClr val="FFFFFF"/>
                          </a:solidFill>
                          <a:latin typeface="Pretendard"/>
                          <a:ea typeface="Pretendard"/>
                          <a:cs typeface="Pretendard"/>
                        </a:rPr>
                        <a:t>검증 항목</a:t>
                      </a:r>
                    </a:p>
                  </a:txBody>
                  <a:tcPr marL="91440" marR="91440" marT="45720" marB="45720" anchor="ctr">
                    <a:solidFill>
                      <a:srgbClr val="17365D"/>
                    </a:solidFill>
                  </a:tcPr>
                </a:tc>
                <a:tc>
                  <a:txBody>
                    <a:bodyPr lIns="152400" tIns="95250" rIns="152400" bIns="95250"/>
                    <a:lstStyle/>
                    <a:p>
                      <a:r>
                        <a:rPr sz="1875" b="1">
                          <a:solidFill>
                            <a:srgbClr val="FFFFFF"/>
                          </a:solidFill>
                          <a:latin typeface="Pretendard"/>
                          <a:ea typeface="Pretendard"/>
                          <a:cs typeface="Pretendard"/>
                        </a:rPr>
                        <a:t>확인 내용</a:t>
                      </a:r>
                    </a:p>
                  </a:txBody>
                  <a:tcPr marL="91440" marR="91440" marT="45720" marB="45720" anchor="ctr">
                    <a:solidFill>
                      <a:srgbClr val="17365D"/>
                    </a:solidFill>
                  </a:tcPr>
                </a:tc>
                <a:tc>
                  <a:txBody>
                    <a:bodyPr lIns="152400" tIns="95250" rIns="152400" bIns="95250"/>
                    <a:lstStyle/>
                    <a:p>
                      <a:r>
                        <a:rPr sz="1875" b="1">
                          <a:solidFill>
                            <a:srgbClr val="FFFFFF"/>
                          </a:solidFill>
                          <a:latin typeface="Pretendard"/>
                          <a:ea typeface="Pretendard"/>
                          <a:cs typeface="Pretendard"/>
                        </a:rPr>
                        <a:t>오류 예시</a:t>
                      </a:r>
                    </a:p>
                  </a:txBody>
                  <a:tcPr marL="91440" marR="91440" marT="45720" marB="45720" anchor="ctr">
                    <a:solidFill>
                      <a:srgbClr val="17365D"/>
                    </a:solidFill>
                  </a:tcPr>
                </a:tc>
              </a:tr>
              <a:tr h="716280">
                <a:tc>
                  <a:txBody>
                    <a:bodyPr lIns="152400" tIns="95250" rIns="152400" bIns="95250"/>
                    <a:lstStyle/>
                    <a:p>
                      <a:r>
                        <a:rPr sz="1875" b="0">
                          <a:solidFill>
                            <a:srgbClr val="243746"/>
                          </a:solidFill>
                          <a:latin typeface="Pretendard"/>
                          <a:ea typeface="Pretendard"/>
                          <a:cs typeface="Pretendard"/>
                        </a:rPr>
                        <a:t>근거 순번 ref</a:t>
                      </a:r>
                    </a:p>
                  </a:txBody>
                  <a:tcPr marL="91440" marR="91440" marT="45720" marB="45720" anchor="ctr">
                    <a:solidFill>
                      <a:srgbClr val="FFFFFF"/>
                    </a:solidFill>
                  </a:tcPr>
                </a:tc>
                <a:tc>
                  <a:txBody>
                    <a:bodyPr lIns="152400" tIns="95250" rIns="152400" bIns="95250"/>
                    <a:lstStyle/>
                    <a:p>
                      <a:r>
                        <a:rPr sz="1875" b="0">
                          <a:solidFill>
                            <a:srgbClr val="243746"/>
                          </a:solidFill>
                          <a:latin typeface="Pretendard"/>
                          <a:ea typeface="Pretendard"/>
                          <a:cs typeface="Pretendard"/>
                        </a:rPr>
                        <a:t>검색 결과 1 ~ N 범위 안인지</a:t>
                      </a:r>
                    </a:p>
                  </a:txBody>
                  <a:tcPr marL="91440" marR="91440" marT="45720" marB="45720" anchor="ctr">
                    <a:solidFill>
                      <a:srgbClr val="FFFFFF"/>
                    </a:solidFill>
                  </a:tcPr>
                </a:tc>
                <a:tc>
                  <a:txBody>
                    <a:bodyPr lIns="152400" tIns="95250" rIns="152400" bIns="95250"/>
                    <a:lstStyle/>
                    <a:p>
                      <a:r>
                        <a:rPr sz="1875" b="0">
                          <a:solidFill>
                            <a:srgbClr val="243746"/>
                          </a:solidFill>
                          <a:latin typeface="Pretendard"/>
                          <a:ea typeface="Pretendard"/>
                          <a:cs typeface="Pretendard"/>
                        </a:rPr>
                        <a:t>INVALID_REF</a:t>
                      </a:r>
                    </a:p>
                  </a:txBody>
                  <a:tcPr marL="91440" marR="91440" marT="45720" marB="45720" anchor="ctr">
                    <a:solidFill>
                      <a:srgbClr val="FFFFFF"/>
                    </a:solidFill>
                  </a:tcPr>
                </a:tc>
              </a:tr>
              <a:tr h="716280">
                <a:tc>
                  <a:txBody>
                    <a:bodyPr lIns="152400" tIns="95250" rIns="152400" bIns="95250"/>
                    <a:lstStyle/>
                    <a:p>
                      <a:r>
                        <a:rPr sz="1875" b="0">
                          <a:solidFill>
                            <a:srgbClr val="243746"/>
                          </a:solidFill>
                          <a:latin typeface="Pretendard"/>
                          <a:ea typeface="Pretendard"/>
                          <a:cs typeface="Pretendard"/>
                        </a:rPr>
                        <a:t>원문 인용 quote</a:t>
                      </a:r>
                    </a:p>
                  </a:txBody>
                  <a:tcPr marL="91440" marR="91440" marT="45720" marB="45720" anchor="ctr">
                    <a:solidFill>
                      <a:srgbClr val="F3F5F7"/>
                    </a:solidFill>
                  </a:tcPr>
                </a:tc>
                <a:tc>
                  <a:txBody>
                    <a:bodyPr lIns="152400" tIns="95250" rIns="152400" bIns="95250"/>
                    <a:lstStyle/>
                    <a:p>
                      <a:r>
                        <a:rPr sz="1875" b="0">
                          <a:solidFill>
                            <a:srgbClr val="243746"/>
                          </a:solidFill>
                          <a:latin typeface="Pretendard"/>
                          <a:ea typeface="Pretendard"/>
                          <a:cs typeface="Pretendard"/>
                        </a:rPr>
                        <a:t>공백 정규화 후 본문에 연속 문자열로 존재하는지</a:t>
                      </a:r>
                    </a:p>
                  </a:txBody>
                  <a:tcPr marL="91440" marR="91440" marT="45720" marB="45720" anchor="ctr">
                    <a:solidFill>
                      <a:srgbClr val="F3F5F7"/>
                    </a:solidFill>
                  </a:tcPr>
                </a:tc>
                <a:tc>
                  <a:txBody>
                    <a:bodyPr lIns="152400" tIns="95250" rIns="152400" bIns="95250"/>
                    <a:lstStyle/>
                    <a:p>
                      <a:r>
                        <a:rPr sz="1875" b="0">
                          <a:solidFill>
                            <a:srgbClr val="243746"/>
                          </a:solidFill>
                          <a:latin typeface="Pretendard"/>
                          <a:ea typeface="Pretendard"/>
                          <a:cs typeface="Pretendard"/>
                        </a:rPr>
                        <a:t>QUOTE_NOT_FOUND</a:t>
                      </a:r>
                    </a:p>
                  </a:txBody>
                  <a:tcPr marL="91440" marR="91440" marT="45720" marB="45720" anchor="ctr">
                    <a:solidFill>
                      <a:srgbClr val="F3F5F7"/>
                    </a:solidFill>
                  </a:tcPr>
                </a:tc>
              </a:tr>
              <a:tr h="716280">
                <a:tc>
                  <a:txBody>
                    <a:bodyPr lIns="152400" tIns="95250" rIns="152400" bIns="95250"/>
                    <a:lstStyle/>
                    <a:p>
                      <a:r>
                        <a:rPr sz="1875" b="0">
                          <a:solidFill>
                            <a:srgbClr val="243746"/>
                          </a:solidFill>
                          <a:latin typeface="Pretendard"/>
                          <a:ea typeface="Pretendard"/>
                          <a:cs typeface="Pretendard"/>
                        </a:rPr>
                        <a:t>위치 정보</a:t>
                      </a:r>
                    </a:p>
                  </a:txBody>
                  <a:tcPr marL="91440" marR="91440" marT="45720" marB="45720" anchor="ctr">
                    <a:solidFill>
                      <a:srgbClr val="FFFFFF"/>
                    </a:solidFill>
                  </a:tcPr>
                </a:tc>
                <a:tc>
                  <a:txBody>
                    <a:bodyPr lIns="152400" tIns="95250" rIns="152400" bIns="95250"/>
                    <a:lstStyle/>
                    <a:p>
                      <a:r>
                        <a:rPr sz="1875" b="0">
                          <a:solidFill>
                            <a:srgbClr val="243746"/>
                          </a:solidFill>
                          <a:latin typeface="Pretendard"/>
                          <a:ea typeface="Pretendard"/>
                          <a:cs typeface="Pretendard"/>
                        </a:rPr>
                        <a:t>location 문자열이 비어 있지 않은지</a:t>
                      </a:r>
                    </a:p>
                  </a:txBody>
                  <a:tcPr marL="91440" marR="91440" marT="45720" marB="45720" anchor="ctr">
                    <a:solidFill>
                      <a:srgbClr val="FFFFFF"/>
                    </a:solidFill>
                  </a:tcPr>
                </a:tc>
                <a:tc>
                  <a:txBody>
                    <a:bodyPr lIns="152400" tIns="95250" rIns="152400" bIns="95250"/>
                    <a:lstStyle/>
                    <a:p>
                      <a:r>
                        <a:rPr sz="1875" b="0">
                          <a:solidFill>
                            <a:srgbClr val="243746"/>
                          </a:solidFill>
                          <a:latin typeface="Pretendard"/>
                          <a:ea typeface="Pretendard"/>
                          <a:cs typeface="Pretendard"/>
                        </a:rPr>
                        <a:t>LOCATION_MISSING</a:t>
                      </a:r>
                    </a:p>
                  </a:txBody>
                  <a:tcPr marL="91440" marR="91440" marT="45720" marB="45720" anchor="ctr">
                    <a:solidFill>
                      <a:srgbClr val="FFFFFF"/>
                    </a:solidFill>
                  </a:tcPr>
                </a:tc>
              </a:tr>
              <a:tr h="716280">
                <a:tc>
                  <a:txBody>
                    <a:bodyPr lIns="152400" tIns="95250" rIns="152400" bIns="95250"/>
                    <a:lstStyle/>
                    <a:p>
                      <a:r>
                        <a:rPr sz="1875" b="0">
                          <a:solidFill>
                            <a:srgbClr val="243746"/>
                          </a:solidFill>
                          <a:latin typeface="Pretendard"/>
                          <a:ea typeface="Pretendard"/>
                          <a:cs typeface="Pretendard"/>
                        </a:rPr>
                        <a:t>답변 구조</a:t>
                      </a:r>
                    </a:p>
                  </a:txBody>
                  <a:tcPr marL="91440" marR="91440" marT="45720" marB="45720" anchor="ctr">
                    <a:solidFill>
                      <a:srgbClr val="F3F5F7"/>
                    </a:solidFill>
                  </a:tcPr>
                </a:tc>
                <a:tc>
                  <a:txBody>
                    <a:bodyPr lIns="152400" tIns="95250" rIns="152400" bIns="95250"/>
                    <a:lstStyle/>
                    <a:p>
                      <a:r>
                        <a:rPr sz="1875" b="0">
                          <a:solidFill>
                            <a:srgbClr val="243746"/>
                          </a:solidFill>
                          <a:latin typeface="Pretendard"/>
                          <a:ea typeface="Pretendard"/>
                          <a:cs typeface="Pretendard"/>
                        </a:rPr>
                        <a:t>결론·주의사항·필요 근거가 있는지</a:t>
                      </a:r>
                    </a:p>
                  </a:txBody>
                  <a:tcPr marL="91440" marR="91440" marT="45720" marB="45720" anchor="ctr">
                    <a:solidFill>
                      <a:srgbClr val="F3F5F7"/>
                    </a:solidFill>
                  </a:tcPr>
                </a:tc>
                <a:tc>
                  <a:txBody>
                    <a:bodyPr lIns="152400" tIns="95250" rIns="152400" bIns="95250"/>
                    <a:lstStyle/>
                    <a:p>
                      <a:r>
                        <a:rPr sz="1875" b="0">
                          <a:solidFill>
                            <a:srgbClr val="243746"/>
                          </a:solidFill>
                          <a:latin typeface="Pretendard"/>
                          <a:ea typeface="Pretendard"/>
                          <a:cs typeface="Pretendard"/>
                        </a:rPr>
                        <a:t>SCHEMA_ERROR</a:t>
                      </a:r>
                    </a:p>
                  </a:txBody>
                  <a:tcPr marL="91440" marR="91440" marT="45720" marB="45720" anchor="ctr">
                    <a:solidFill>
                      <a:srgbClr val="F3F5F7"/>
                    </a:solidFill>
                  </a:tcPr>
                </a:tc>
              </a:tr>
            </a:tbl>
          </a:graphicData>
        </a:graphic>
      </p:graphicFrame>
      <p:sp>
        <p:nvSpPr>
          <p:cNvPr id="8" name="native-248">
            <a:extLst xmlns:a="http://schemas.openxmlformats.org/drawingml/2006/main">
              <a:ext uri="{FF2B5EF4-FFF2-40B4-BE49-F238E27FC236}">
                <a16:creationId xmlns:a16="http://schemas.microsoft.com/office/drawing/2014/main" id="{40E941F3-F776-4380-9FC3-CBB658BEB005}"/>
              </a:ext>
            </a:extLst>
          </p:cNvPr>
          <p:cNvSpPr>
            <a:spLocks xmlns:a="http://schemas.openxmlformats.org/drawingml/2006/main" noGrp="1"/>
          </p:cNvSpPr>
          <p:nvPr/>
        </p:nvSpPr>
        <p:spPr>
          <a:xfrm xmlns:a="http://schemas.openxmlformats.org/drawingml/2006/main">
            <a:off x="685800" y="683895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인용과 위치 정보의 존재를 검사하는 범위  /  결론의 의미적 타당성이나 원문 위치의 정확성까지 보증하지 않음</a:t>
            </a:r>
          </a:p>
        </p:txBody>
      </p:sp>
      <p:sp>
        <p:nvSpPr>
          <p:cNvPr id="9" name="native-283">
            <a:extLst xmlns:a="http://schemas.openxmlformats.org/drawingml/2006/main">
              <a:ext uri="{FF2B5EF4-FFF2-40B4-BE49-F238E27FC236}">
                <a16:creationId xmlns:a16="http://schemas.microsoft.com/office/drawing/2014/main" id="{34B4621A-5D99-438D-906E-CF6E7B785202}"/>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26</a:t>
            </a:r>
          </a:p>
        </p:txBody>
      </p:sp>
    </p:spTree>
    <p:extLst>
      <p:ext uri="{BB962C8B-B14F-4D97-AF65-F5344CB8AC3E}">
        <p14:creationId xmlns:p14="http://schemas.microsoft.com/office/powerpoint/2010/main" val="168408351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native-249">
            <a:extLst xmlns:a="http://schemas.openxmlformats.org/drawingml/2006/main">
              <a:ext uri="{FF2B5EF4-FFF2-40B4-BE49-F238E27FC236}">
                <a16:creationId xmlns:a16="http://schemas.microsoft.com/office/drawing/2014/main" id="{61F540BD-3BFB-4980-927A-3C46C6A561A4}"/>
              </a:ext>
            </a:extLst>
          </p:cNvPr>
          <p:cNvSpPr>
            <a:spLocks xmlns:a="http://schemas.openxmlformats.org/drawingml/2006/main" noGrp="1"/>
          </p:cNvSpPr>
          <p:nvPr/>
        </p:nvSpPr>
        <p:spPr>
          <a:xfrm xmlns:a="http://schemas.openxmlformats.org/drawingml/2006/main">
            <a:off x="0" y="0"/>
            <a:ext cx="14630400" cy="8229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native-250">
            <a:extLst xmlns:a="http://schemas.openxmlformats.org/drawingml/2006/main">
              <a:ext uri="{FF2B5EF4-FFF2-40B4-BE49-F238E27FC236}">
                <a16:creationId xmlns:a16="http://schemas.microsoft.com/office/drawing/2014/main" id="{8A381EA1-AC3B-447E-BFEF-26BB451E230C}"/>
              </a:ext>
            </a:extLst>
          </p:cNvPr>
          <p:cNvSpPr>
            <a:spLocks xmlns:a="http://schemas.openxmlformats.org/drawingml/2006/main" noGrp="1"/>
          </p:cNvSpPr>
          <p:nvPr/>
        </p:nvSpPr>
        <p:spPr>
          <a:xfrm xmlns:a="http://schemas.openxmlformats.org/drawingml/2006/main">
            <a:off x="685800" y="333375"/>
            <a:ext cx="1325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008E91"/>
                </a:solidFill>
                <a:latin typeface="Pretendard"/>
                <a:ea typeface="Pretendard"/>
                <a:cs typeface="Pretendard"/>
              </a:defRPr>
            </a:pPr>
            <a:r>
              <a:rPr sz="1575" b="1">
                <a:solidFill>
                  <a:srgbClr val="008E91"/>
                </a:solidFill>
                <a:latin typeface="Pretendard"/>
                <a:ea typeface="Pretendard"/>
                <a:cs typeface="Pretendard"/>
              </a:rPr>
              <a:t>RETRIEVER  /  답변 수정</a:t>
            </a:r>
          </a:p>
        </p:txBody>
      </p:sp>
      <p:sp>
        <p:nvSpPr>
          <p:cNvPr id="3" name="native-251">
            <a:extLst xmlns:a="http://schemas.openxmlformats.org/drawingml/2006/main">
              <a:ext uri="{FF2B5EF4-FFF2-40B4-BE49-F238E27FC236}">
                <a16:creationId xmlns:a16="http://schemas.microsoft.com/office/drawing/2014/main" id="{9E90324A-F2F0-452D-92F6-32EE6E5F0DF2}"/>
              </a:ext>
            </a:extLst>
          </p:cNvPr>
          <p:cNvSpPr>
            <a:spLocks xmlns:a="http://schemas.openxmlformats.org/drawingml/2006/main" noGrp="1"/>
          </p:cNvSpPr>
          <p:nvPr/>
        </p:nvSpPr>
        <p:spPr>
          <a:xfrm xmlns:a="http://schemas.openxmlformats.org/drawingml/2006/main">
            <a:off x="685800" y="790575"/>
            <a:ext cx="13258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7365D"/>
                </a:solidFill>
                <a:latin typeface="Pretendard"/>
                <a:ea typeface="Pretendard"/>
                <a:cs typeface="Pretendard"/>
              </a:defRPr>
            </a:pPr>
            <a:r>
              <a:rPr sz="4050" b="1">
                <a:solidFill>
                  <a:srgbClr val="17365D"/>
                </a:solidFill>
                <a:latin typeface="Pretendard"/>
                <a:ea typeface="Pretendard"/>
                <a:cs typeface="Pretendard"/>
              </a:rPr>
              <a:t>검증 실패 시 수정 루프와 호출 예산</a:t>
            </a:r>
          </a:p>
        </p:txBody>
      </p:sp>
      <p:sp>
        <p:nvSpPr>
          <p:cNvPr id="4" name="native-252">
            <a:extLst xmlns:a="http://schemas.openxmlformats.org/drawingml/2006/main">
              <a:ext uri="{FF2B5EF4-FFF2-40B4-BE49-F238E27FC236}">
                <a16:creationId xmlns:a16="http://schemas.microsoft.com/office/drawing/2014/main" id="{C98536A7-857F-4916-9714-6FA4BBB601CB}"/>
              </a:ext>
            </a:extLst>
          </p:cNvPr>
          <p:cNvSpPr>
            <a:spLocks xmlns:a="http://schemas.openxmlformats.org/drawingml/2006/main" noGrp="1"/>
          </p:cNvSpPr>
          <p:nvPr/>
        </p:nvSpPr>
        <p:spPr>
          <a:xfrm xmlns:a="http://schemas.openxmlformats.org/drawingml/2006/main">
            <a:off x="685800" y="1619250"/>
            <a:ext cx="13258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76879"/>
                </a:solidFill>
                <a:latin typeface="Pretendard"/>
                <a:ea typeface="Pretendard"/>
                <a:cs typeface="Pretendard"/>
              </a:defRPr>
            </a:pPr>
            <a:r>
              <a:rPr sz="2025" b="0">
                <a:solidFill>
                  <a:srgbClr val="576879"/>
                </a:solidFill>
                <a:latin typeface="Pretendard"/>
                <a:ea typeface="Pretendard"/>
                <a:cs typeface="Pretendard"/>
              </a:rPr>
              <a:t>오류별 수정 지침을 추가하되, 무한 반복 없이 정해진 상한에서 종료</a:t>
            </a:r>
          </a:p>
        </p:txBody>
      </p:sp>
      <p:sp>
        <p:nvSpPr>
          <p:cNvPr id="5" name="native-253">
            <a:extLst xmlns:a="http://schemas.openxmlformats.org/drawingml/2006/main">
              <a:ext uri="{FF2B5EF4-FFF2-40B4-BE49-F238E27FC236}">
                <a16:creationId xmlns:a16="http://schemas.microsoft.com/office/drawing/2014/main" id="{05A2D889-FD0E-4BD7-A54E-A955BF367513}"/>
              </a:ext>
            </a:extLst>
          </p:cNvPr>
          <p:cNvSpPr>
            <a:spLocks xmlns:a="http://schemas.openxmlformats.org/drawingml/2006/main" noGrp="1"/>
          </p:cNvSpPr>
          <p:nvPr/>
        </p:nvSpPr>
        <p:spPr>
          <a:xfrm xmlns:a="http://schemas.openxmlformats.org/drawingml/2006/main">
            <a:off x="685800" y="7715250"/>
            <a:ext cx="13258800" cy="14288"/>
          </a:xfrm>
          <a:prstGeom xmlns:a="http://schemas.openxmlformats.org/drawingml/2006/main" prst="rect">
            <a:avLst/>
          </a:prstGeom>
          <a:solidFill xmlns:a="http://schemas.openxmlformats.org/drawingml/2006/main">
            <a:srgbClr val="CCD8E2"/>
          </a:solidFill>
          <a:ln xmlns:a="http://schemas.openxmlformats.org/drawingml/2006/main" w="0">
            <a:noFill/>
          </a:ln>
        </p:spPr>
      </p:sp>
      <p:sp>
        <p:nvSpPr>
          <p:cNvPr id="6" name="native-254">
            <a:extLst xmlns:a="http://schemas.openxmlformats.org/drawingml/2006/main">
              <a:ext uri="{FF2B5EF4-FFF2-40B4-BE49-F238E27FC236}">
                <a16:creationId xmlns:a16="http://schemas.microsoft.com/office/drawing/2014/main" id="{661E6E6D-C919-4C45-985E-7010C6D4C0B1}"/>
              </a:ext>
            </a:extLst>
          </p:cNvPr>
          <p:cNvSpPr>
            <a:spLocks xmlns:a="http://schemas.openxmlformats.org/drawingml/2006/main" noGrp="1"/>
          </p:cNvSpPr>
          <p:nvPr/>
        </p:nvSpPr>
        <p:spPr>
          <a:xfrm xmlns:a="http://schemas.openxmlformats.org/drawingml/2006/main">
            <a:off x="685800" y="77914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576879"/>
                </a:solidFill>
                <a:latin typeface="Pretendard"/>
                <a:ea typeface="Pretendard"/>
                <a:cs typeface="Pretendard"/>
              </a:defRPr>
            </a:pPr>
            <a:r>
              <a:rPr sz="1350" b="0">
                <a:solidFill>
                  <a:srgbClr val="576879"/>
                </a:solidFill>
                <a:latin typeface="Pretendard"/>
                <a:ea typeface="Pretendard"/>
                <a:cs typeface="Pretendard"/>
              </a:rPr>
              <a:t>하이브리드 AI  ·  RAG 실습</a:t>
            </a:r>
          </a:p>
        </p:txBody>
      </p:sp>
      <p:sp>
        <p:nvSpPr>
          <p:cNvPr id="7" name="native-255">
            <a:extLst xmlns:a="http://schemas.openxmlformats.org/drawingml/2006/main">
              <a:ext uri="{FF2B5EF4-FFF2-40B4-BE49-F238E27FC236}">
                <a16:creationId xmlns:a16="http://schemas.microsoft.com/office/drawing/2014/main" id="{A4275D9A-CD6B-4BD4-A112-00F08CA21C37}"/>
              </a:ext>
            </a:extLst>
          </p:cNvPr>
          <p:cNvSpPr>
            <a:spLocks xmlns:a="http://schemas.openxmlformats.org/drawingml/2006/main" noGrp="1"/>
          </p:cNvSpPr>
          <p:nvPr/>
        </p:nvSpPr>
        <p:spPr>
          <a:xfrm xmlns:a="http://schemas.openxmlformats.org/drawingml/2006/main">
            <a:off x="685800" y="2609850"/>
            <a:ext cx="3105150" cy="10668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답변 생성</a:t>
            </a:r>
          </a:p>
        </p:txBody>
      </p:sp>
      <p:sp>
        <p:nvSpPr>
          <p:cNvPr id="8" name="native-256">
            <a:extLst xmlns:a="http://schemas.openxmlformats.org/drawingml/2006/main">
              <a:ext uri="{FF2B5EF4-FFF2-40B4-BE49-F238E27FC236}">
                <a16:creationId xmlns:a16="http://schemas.microsoft.com/office/drawing/2014/main" id="{F0B48EBD-BE71-40E3-8A78-1F8D19D73FDB}"/>
              </a:ext>
            </a:extLst>
          </p:cNvPr>
          <p:cNvSpPr>
            <a:spLocks xmlns:a="http://schemas.openxmlformats.org/drawingml/2006/main" noGrp="1"/>
          </p:cNvSpPr>
          <p:nvPr/>
        </p:nvSpPr>
        <p:spPr>
          <a:xfrm xmlns:a="http://schemas.openxmlformats.org/drawingml/2006/main">
            <a:off x="5267325" y="2609850"/>
            <a:ext cx="3524250" cy="1066800"/>
          </a:xfrm>
          <a:prstGeom xmlns:a="http://schemas.openxmlformats.org/drawingml/2006/main" prst="rect">
            <a:avLst/>
          </a:prstGeom>
          <a:solidFill xmlns:a="http://schemas.openxmlformats.org/drawingml/2006/main">
            <a:srgbClr val="EAF3F9"/>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17365D"/>
                </a:solidFill>
                <a:latin typeface="Pretendard"/>
                <a:ea typeface="Pretendard"/>
                <a:cs typeface="Pretendard"/>
              </a:defRPr>
            </a:pPr>
            <a:r>
              <a:rPr sz="2100" b="1">
                <a:solidFill>
                  <a:srgbClr val="17365D"/>
                </a:solidFill>
                <a:latin typeface="Pretendard"/>
                <a:ea typeface="Pretendard"/>
                <a:cs typeface="Pretendard"/>
              </a:rPr>
              <a:t>구조·인용 검증</a:t>
            </a:r>
          </a:p>
        </p:txBody>
      </p:sp>
      <p:sp>
        <p:nvSpPr>
          <p:cNvPr id="9" name="native-257">
            <a:extLst xmlns:a="http://schemas.openxmlformats.org/drawingml/2006/main">
              <a:ext uri="{FF2B5EF4-FFF2-40B4-BE49-F238E27FC236}">
                <a16:creationId xmlns:a16="http://schemas.microsoft.com/office/drawing/2014/main" id="{A3823C5F-9458-474C-A964-BC5805CDDD58}"/>
              </a:ext>
            </a:extLst>
          </p:cNvPr>
          <p:cNvSpPr>
            <a:spLocks xmlns:a="http://schemas.openxmlformats.org/drawingml/2006/main" noGrp="1"/>
          </p:cNvSpPr>
          <p:nvPr/>
        </p:nvSpPr>
        <p:spPr>
          <a:xfrm xmlns:a="http://schemas.openxmlformats.org/drawingml/2006/main">
            <a:off x="10363200" y="2609850"/>
            <a:ext cx="3581400" cy="1066800"/>
          </a:xfrm>
          <a:prstGeom xmlns:a="http://schemas.openxmlformats.org/drawingml/2006/main" prst="rect">
            <a:avLst/>
          </a:prstGeom>
          <a:solidFill xmlns:a="http://schemas.openxmlformats.org/drawingml/2006/main">
            <a:srgbClr val="17365D"/>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통과</a:t>
            </a:r>
          </a:p>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최종 답변</a:t>
            </a:r>
          </a:p>
        </p:txBody>
      </p: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3790950" y="3143250"/>
            <a:ext cx="1476375" cy="0"/>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29" name=""/>
          <p:cNvCxnSpPr>
            <a:stCxn xmlns:a="http://schemas.openxmlformats.org/drawingml/2006/main" id="8" idx="3"/>
            <a:endCxn xmlns:a="http://schemas.openxmlformats.org/drawingml/2006/main" id="9" idx="1"/>
          </p:cNvCxnSpPr>
          <p:nvPr/>
        </p:nvCxnSpPr>
        <p:spPr>
          <a:xfrm xmlns:a="http://schemas.openxmlformats.org/drawingml/2006/main">
            <a:off x="8791575" y="3143250"/>
            <a:ext cx="1571625" cy="0"/>
          </a:xfrm>
          <a:prstGeom xmlns:a="http://schemas.openxmlformats.org/drawingml/2006/main" prst="straightConnector1">
            <a:avLst/>
          </a:prstGeom>
          <a:ln xmlns:a="http://schemas.openxmlformats.org/drawingml/2006/main" w="20955">
            <a:solidFill>
              <a:srgbClr val="0070C0"/>
            </a:solidFill>
            <a:tailEnd type="triangle" w="sm" len="sm"/>
          </a:ln>
        </p:spPr>
      </p:cxnSp>
      <p:sp>
        <p:nvSpPr>
          <p:cNvPr id="12" name="native-258">
            <a:extLst xmlns:a="http://schemas.openxmlformats.org/drawingml/2006/main">
              <a:ext uri="{FF2B5EF4-FFF2-40B4-BE49-F238E27FC236}">
                <a16:creationId xmlns:a16="http://schemas.microsoft.com/office/drawing/2014/main" id="{68ACE617-B7D5-434E-8640-EAF02CA3EA6B}"/>
              </a:ext>
            </a:extLst>
          </p:cNvPr>
          <p:cNvSpPr>
            <a:spLocks xmlns:a="http://schemas.openxmlformats.org/drawingml/2006/main" noGrp="1"/>
          </p:cNvSpPr>
          <p:nvPr/>
        </p:nvSpPr>
        <p:spPr>
          <a:xfrm xmlns:a="http://schemas.openxmlformats.org/drawingml/2006/main">
            <a:off x="5267325" y="4543425"/>
            <a:ext cx="3524250" cy="1066800"/>
          </a:xfrm>
          <a:prstGeom xmlns:a="http://schemas.openxmlformats.org/drawingml/2006/main" prst="rect">
            <a:avLst/>
          </a:prstGeom>
          <a:solidFill xmlns:a="http://schemas.openxmlformats.org/drawingml/2006/main">
            <a:srgbClr val="FFF5DF"/>
          </a:solidFill>
          <a:ln xmlns:a="http://schemas.openxmlformats.org/drawingml/2006/main" w="12383">
            <a:solidFill>
              <a:srgbClr val="CCD8E2"/>
            </a:solidFill>
          </a:ln>
        </p:spPr>
        <p:txBody>
          <a:bodyPr xmlns:a="http://schemas.openxmlformats.org/drawingml/2006/main" wrap="square" lIns="142875" tIns="95250" rIns="142875" bIns="95250" anchor="ctr">
            <a:noAutofit/>
          </a:bodyPr>
          <a:lstStyle xmlns:a="http://schemas.openxmlformats.org/drawingml/2006/main"/>
          <a:p xmlns:a="http://schemas.openxmlformats.org/drawingml/2006/main">
            <a:pPr algn="ctr">
              <a:defRPr sz="1950" b="1">
                <a:solidFill>
                  <a:srgbClr val="986800"/>
                </a:solidFill>
                <a:latin typeface="Pretendard"/>
                <a:ea typeface="Pretendard"/>
                <a:cs typeface="Pretendard"/>
              </a:defRPr>
            </a:pPr>
            <a:r>
              <a:rPr sz="1950" b="1">
                <a:solidFill>
                  <a:srgbClr val="986800"/>
                </a:solidFill>
                <a:latin typeface="Pretendard"/>
                <a:ea typeface="Pretendard"/>
                <a:cs typeface="Pretendard"/>
              </a:rPr>
              <a:t>실패</a:t>
            </a:r>
          </a:p>
          <a:p xmlns:a="http://schemas.openxmlformats.org/drawingml/2006/main">
            <a:pPr algn="ctr">
              <a:defRPr sz="1950" b="1">
                <a:solidFill>
                  <a:srgbClr val="986800"/>
                </a:solidFill>
                <a:latin typeface="Pretendard"/>
                <a:ea typeface="Pretendard"/>
                <a:cs typeface="Pretendard"/>
              </a:defRPr>
            </a:pPr>
            <a:r>
              <a:rPr sz="1950" b="1">
                <a:solidFill>
                  <a:srgbClr val="986800"/>
                </a:solidFill>
                <a:latin typeface="Pretendard"/>
                <a:ea typeface="Pretendard"/>
                <a:cs typeface="Pretendard"/>
              </a:rPr>
              <a:t>오류별 수정 지침 추가</a:t>
            </a:r>
          </a:p>
        </p:txBody>
      </p:sp>
      <p:cxnSp>
        <p:nvCxnSpPr>
          <p:cNvPr id="31" name=""/>
          <p:cNvCxnSpPr>
            <a:stCxn xmlns:a="http://schemas.openxmlformats.org/drawingml/2006/main" id="8" idx="2"/>
            <a:endCxn xmlns:a="http://schemas.openxmlformats.org/drawingml/2006/main" id="12" idx="0"/>
          </p:cNvCxnSpPr>
          <p:nvPr/>
        </p:nvCxnSpPr>
        <p:spPr>
          <a:xfrm xmlns:a="http://schemas.openxmlformats.org/drawingml/2006/main">
            <a:off x="7029450" y="3676650"/>
            <a:ext cx="0" cy="866775"/>
          </a:xfrm>
          <a:prstGeom xmlns:a="http://schemas.openxmlformats.org/drawingml/2006/main" prst="straightConnector1">
            <a:avLst/>
          </a:prstGeom>
          <a:ln xmlns:a="http://schemas.openxmlformats.org/drawingml/2006/main" w="20955">
            <a:solidFill>
              <a:srgbClr val="0070C0"/>
            </a:solidFill>
            <a:tailEnd type="triangle" w="sm" len="sm"/>
          </a:ln>
        </p:spPr>
      </p:cxnSp>
      <p:cxnSp>
        <p:nvCxnSpPr>
          <p:cNvPr id="32" name=""/>
          <p:cNvCxnSpPr>
            <a:stCxn xmlns:a="http://schemas.openxmlformats.org/drawingml/2006/main" id="12" idx="1"/>
            <a:endCxn xmlns:a="http://schemas.openxmlformats.org/drawingml/2006/main" id="7" idx="2"/>
          </p:cNvCxnSpPr>
          <p:nvPr/>
        </p:nvCxnSpPr>
        <p:spPr>
          <a:xfrm xmlns:a="http://schemas.openxmlformats.org/drawingml/2006/main" flipH="1" flipV="1">
            <a:off x="2238375" y="3676650"/>
            <a:ext cx="3028950" cy="1400175"/>
          </a:xfrm>
          <a:prstGeom xmlns:a="http://schemas.openxmlformats.org/drawingml/2006/main" prst="bentConnector2">
            <a:avLst/>
          </a:prstGeom>
          <a:ln xmlns:a="http://schemas.openxmlformats.org/drawingml/2006/main" w="20955">
            <a:solidFill>
              <a:srgbClr val="0070C0"/>
            </a:solidFill>
            <a:tailEnd type="triangle" w="sm" len="sm"/>
          </a:ln>
        </p:spPr>
      </p:cxnSp>
      <p:sp>
        <p:nvSpPr>
          <p:cNvPr id="15" name="native-259">
            <a:extLst xmlns:a="http://schemas.openxmlformats.org/drawingml/2006/main">
              <a:ext uri="{FF2B5EF4-FFF2-40B4-BE49-F238E27FC236}">
                <a16:creationId xmlns:a16="http://schemas.microsoft.com/office/drawing/2014/main" id="{1A89EE70-C233-4E41-AD41-84A7ECC07CD9}"/>
              </a:ext>
            </a:extLst>
          </p:cNvPr>
          <p:cNvSpPr>
            <a:spLocks xmlns:a="http://schemas.openxmlformats.org/drawingml/2006/main" noGrp="1"/>
          </p:cNvSpPr>
          <p:nvPr/>
        </p:nvSpPr>
        <p:spPr>
          <a:xfrm xmlns:a="http://schemas.openxmlformats.org/drawingml/2006/main">
            <a:off x="685800" y="6029325"/>
            <a:ext cx="6000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243746"/>
                </a:solidFill>
                <a:latin typeface="Pretendard"/>
                <a:ea typeface="Pretendard"/>
                <a:cs typeface="Pretendard"/>
              </a:defRPr>
            </a:pPr>
            <a:r>
              <a:rPr sz="1950" b="0">
                <a:solidFill>
                  <a:srgbClr val="243746"/>
                </a:solidFill>
                <a:latin typeface="Pretendard"/>
                <a:ea typeface="Pretendard"/>
                <a:cs typeface="Pretendard"/>
              </a:rPr>
              <a:t>MAX_REPAIRS = 2</a:t>
            </a:r>
          </a:p>
          <a:p xmlns:a="http://schemas.openxmlformats.org/drawingml/2006/main">
            <a:pPr algn="l">
              <a:defRPr sz="1950" b="0">
                <a:solidFill>
                  <a:srgbClr val="243746"/>
                </a:solidFill>
                <a:latin typeface="Pretendard"/>
                <a:ea typeface="Pretendard"/>
                <a:cs typeface="Pretendard"/>
              </a:defRPr>
            </a:pPr>
            <a:r>
              <a:rPr sz="1950" b="0">
                <a:solidFill>
                  <a:srgbClr val="243746"/>
                </a:solidFill>
                <a:latin typeface="Pretendard"/>
                <a:ea typeface="Pretendard"/>
                <a:cs typeface="Pretendard"/>
              </a:rPr>
              <a:t>초기 생성 뒤 최대 2회 수정</a:t>
            </a:r>
          </a:p>
        </p:txBody>
      </p:sp>
      <p:sp>
        <p:nvSpPr>
          <p:cNvPr id="16" name="native-260">
            <a:extLst xmlns:a="http://schemas.openxmlformats.org/drawingml/2006/main">
              <a:ext uri="{FF2B5EF4-FFF2-40B4-BE49-F238E27FC236}">
                <a16:creationId xmlns:a16="http://schemas.microsoft.com/office/drawing/2014/main" id="{9CB573C7-9216-404C-AE93-74A38BCDD578}"/>
              </a:ext>
            </a:extLst>
          </p:cNvPr>
          <p:cNvSpPr>
            <a:spLocks xmlns:a="http://schemas.openxmlformats.org/drawingml/2006/main" noGrp="1"/>
          </p:cNvSpPr>
          <p:nvPr/>
        </p:nvSpPr>
        <p:spPr>
          <a:xfrm xmlns:a="http://schemas.openxmlformats.org/drawingml/2006/main">
            <a:off x="7943850" y="6029325"/>
            <a:ext cx="6000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243746"/>
                </a:solidFill>
                <a:latin typeface="Pretendard"/>
                <a:ea typeface="Pretendard"/>
                <a:cs typeface="Pretendard"/>
              </a:defRPr>
            </a:pPr>
            <a:r>
              <a:rPr sz="1950" b="0">
                <a:solidFill>
                  <a:srgbClr val="243746"/>
                </a:solidFill>
                <a:latin typeface="Pretendard"/>
                <a:ea typeface="Pretendard"/>
                <a:cs typeface="Pretendard"/>
              </a:rPr>
              <a:t>API 기본 LLM 예산 = 총 2회</a:t>
            </a:r>
          </a:p>
          <a:p xmlns:a="http://schemas.openxmlformats.org/drawingml/2006/main">
            <a:pPr algn="l">
              <a:defRPr sz="1950" b="0">
                <a:solidFill>
                  <a:srgbClr val="243746"/>
                </a:solidFill>
                <a:latin typeface="Pretendard"/>
                <a:ea typeface="Pretendard"/>
                <a:cs typeface="Pretendard"/>
              </a:defRPr>
            </a:pPr>
            <a:r>
              <a:rPr sz="1950" b="0">
                <a:solidFill>
                  <a:srgbClr val="243746"/>
                </a:solidFill>
                <a:latin typeface="Pretendard"/>
                <a:ea typeface="Pretendard"/>
                <a:cs typeface="Pretendard"/>
              </a:rPr>
              <a:t>질문 변환 호출도 같은 예산 사용</a:t>
            </a:r>
          </a:p>
        </p:txBody>
      </p:sp>
      <p:sp>
        <p:nvSpPr>
          <p:cNvPr id="17" name="native-261">
            <a:extLst xmlns:a="http://schemas.openxmlformats.org/drawingml/2006/main">
              <a:ext uri="{FF2B5EF4-FFF2-40B4-BE49-F238E27FC236}">
                <a16:creationId xmlns:a16="http://schemas.microsoft.com/office/drawing/2014/main" id="{319E01D2-3430-492B-B872-002EB072373C}"/>
              </a:ext>
            </a:extLst>
          </p:cNvPr>
          <p:cNvSpPr>
            <a:spLocks xmlns:a="http://schemas.openxmlformats.org/drawingml/2006/main" noGrp="1"/>
          </p:cNvSpPr>
          <p:nvPr/>
        </p:nvSpPr>
        <p:spPr>
          <a:xfrm xmlns:a="http://schemas.openxmlformats.org/drawingml/2006/main">
            <a:off x="685800" y="7048500"/>
            <a:ext cx="13258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76879"/>
                </a:solidFill>
                <a:latin typeface="Pretendard"/>
                <a:ea typeface="Pretendard"/>
                <a:cs typeface="Pretendard"/>
              </a:defRPr>
            </a:pPr>
            <a:r>
              <a:rPr sz="1800" b="0">
                <a:solidFill>
                  <a:srgbClr val="576879"/>
                </a:solidFill>
                <a:latin typeface="Pretendard"/>
                <a:ea typeface="Pretendard"/>
                <a:cs typeface="Pretendard"/>
              </a:rPr>
              <a:t>횟수 또는 예산 소진 시 halted_by_limit  /  CLI 기본 LLM 예산은 8회</a:t>
            </a:r>
          </a:p>
        </p:txBody>
      </p:sp>
      <p:sp>
        <p:nvSpPr>
          <p:cNvPr id="18" name="native-284">
            <a:extLst xmlns:a="http://schemas.openxmlformats.org/drawingml/2006/main">
              <a:ext uri="{FF2B5EF4-FFF2-40B4-BE49-F238E27FC236}">
                <a16:creationId xmlns:a16="http://schemas.microsoft.com/office/drawing/2014/main" id="{C8BC721E-D2D1-40B5-BBD0-CBD9307FDC1D}"/>
              </a:ext>
            </a:extLst>
          </p:cNvPr>
          <p:cNvSpPr>
            <a:spLocks xmlns:a="http://schemas.openxmlformats.org/drawingml/2006/main" noGrp="1"/>
          </p:cNvSpPr>
          <p:nvPr/>
        </p:nvSpPr>
        <p:spPr>
          <a:xfrm xmlns:a="http://schemas.openxmlformats.org/drawingml/2006/main">
            <a:off x="12668250" y="777240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576879"/>
                </a:solidFill>
                <a:latin typeface="Pretendard"/>
                <a:ea typeface="Pretendard"/>
                <a:cs typeface="Pretendard"/>
              </a:defRPr>
            </a:pPr>
            <a:r>
              <a:rPr sz="1500" b="0">
                <a:solidFill>
                  <a:srgbClr val="576879"/>
                </a:solidFill>
                <a:latin typeface="Pretendard"/>
                <a:ea typeface="Pretendard"/>
                <a:cs typeface="Pretendard"/>
              </a:rPr>
              <a:t>27</a:t>
            </a:r>
          </a:p>
        </p:txBody>
      </p:sp>
    </p:spTree>
    <p:extLst>
      <p:ext uri="{BB962C8B-B14F-4D97-AF65-F5344CB8AC3E}">
        <p14:creationId xmlns:p14="http://schemas.microsoft.com/office/powerpoint/2010/main" val="168408351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8B189A6-7B36-4A88-AF93-6FD298C1ABE1}"/>
              </a:ext>
            </a:extLst>
          </p:cNvPr>
          <p:cNvSpPr>
            <a:spLocks xmlns:a="http://schemas.openxmlformats.org/drawingml/2006/main" noGrp="1"/>
          </p:cNvSpPr>
          <p:nvPr/>
        </p:nvSpPr>
        <p:spPr>
          <a:xfrm xmlns:a="http://schemas.openxmlformats.org/drawingml/2006/main">
            <a:off x="457200" y="1069848"/>
            <a:ext cx="137160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000" b="1">
                <a:solidFill>
                  <a:srgbClr val="0D9488"/>
                </a:solidFill>
                <a:latin typeface="Pretendard"/>
                <a:ea typeface="Pretendard"/>
                <a:cs typeface="Pretendard"/>
              </a:rPr>
              <a:t>반복 작업은 AI에게, 사람은 판단에 집중</a:t>
            </a:r>
            <a:endParaRPr sz="2000"/>
          </a:p>
        </p:txBody>
      </p:sp>
      <p:sp>
        <p:nvSpPr>
          <p:cNvPr id="5" name="Shape 3">
            <a:extLst xmlns:a="http://schemas.openxmlformats.org/drawingml/2006/main">
              <a:ext uri="{FF2B5EF4-FFF2-40B4-BE49-F238E27FC236}">
                <a16:creationId xmlns:a16="http://schemas.microsoft.com/office/drawing/2014/main" id="{1F32E7D2-E634-4D2D-A7C1-26761EC4C6EA}"/>
              </a:ext>
            </a:extLst>
          </p:cNvPr>
          <p:cNvSpPr>
            <a:spLocks xmlns:a="http://schemas.openxmlformats.org/drawingml/2006/main" noGrp="1"/>
          </p:cNvSpPr>
          <p:nvPr/>
        </p:nvSpPr>
        <p:spPr>
          <a:xfrm xmlns:a="http://schemas.openxmlformats.org/drawingml/2006/main">
            <a:off x="457200" y="1508760"/>
            <a:ext cx="13716000" cy="548640"/>
          </a:xfrm>
          <a:prstGeom xmlns:a="http://schemas.openxmlformats.org/drawingml/2006/main" prst="roundRect">
            <a:avLst>
              <a:gd name="adj" fmla="val 13333"/>
            </a:avLst>
          </a:prstGeom>
          <a:solidFill xmlns:a="http://schemas.openxmlformats.org/drawingml/2006/main">
            <a:srgbClr val="CCFBF1"/>
          </a:solidFill>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D440FF4E-95C3-4E6A-88D9-5A336A248CB2}"/>
              </a:ext>
            </a:extLst>
          </p:cNvPr>
          <p:cNvSpPr>
            <a:spLocks xmlns:a="http://schemas.openxmlformats.org/drawingml/2006/main" noGrp="1"/>
          </p:cNvSpPr>
          <p:nvPr/>
        </p:nvSpPr>
        <p:spPr>
          <a:xfrm xmlns:a="http://schemas.openxmlformats.org/drawingml/2006/main">
            <a:off x="640080" y="1508760"/>
            <a:ext cx="133502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lnSpc>
                <a:spcPct val="105000"/>
              </a:lnSpc>
              <a:buNone/>
            </a:pPr>
            <a:r>
              <a:rPr sz="1800" b="1">
                <a:solidFill>
                  <a:srgbClr val="2C2926"/>
                </a:solidFill>
                <a:latin typeface="Pretendard"/>
                <a:ea typeface="Pretendard"/>
                <a:cs typeface="Pretendard"/>
              </a:rPr>
              <a:t>반복 작업이 하루를 갉아먹습니다. AI에게 맡기고, 사람은 판단에 집중합니다.</a:t>
            </a:r>
            <a:endParaRPr sz="1800"/>
          </a:p>
        </p:txBody>
      </p:sp>
      <p:sp>
        <p:nvSpPr>
          <p:cNvPr id="7" name="Shape 5">
            <a:extLst xmlns:a="http://schemas.openxmlformats.org/drawingml/2006/main">
              <a:ext uri="{FF2B5EF4-FFF2-40B4-BE49-F238E27FC236}">
                <a16:creationId xmlns:a16="http://schemas.microsoft.com/office/drawing/2014/main" id="{8E2ADD38-400C-4A7A-A09A-667D400101C6}"/>
              </a:ext>
            </a:extLst>
          </p:cNvPr>
          <p:cNvSpPr>
            <a:spLocks xmlns:a="http://schemas.openxmlformats.org/drawingml/2006/main" noGrp="1"/>
          </p:cNvSpPr>
          <p:nvPr/>
        </p:nvSpPr>
        <p:spPr>
          <a:xfrm xmlns:a="http://schemas.openxmlformats.org/drawingml/2006/main">
            <a:off x="457200" y="2286000"/>
            <a:ext cx="4206240" cy="3291840"/>
          </a:xfrm>
          <a:prstGeom xmlns:a="http://schemas.openxmlformats.org/drawingml/2006/main" prst="roundRect">
            <a:avLst>
              <a:gd name="adj" fmla="val 2222"/>
            </a:avLst>
          </a:prstGeom>
          <a:solidFill xmlns:a="http://schemas.openxmlformats.org/drawingml/2006/main">
            <a:srgbClr val="F5F5F7"/>
          </a:solidFill>
          <a:ln xmlns:a="http://schemas.openxmlformats.org/drawingml/2006/main" w="12700">
            <a:solidFill>
              <a:srgbClr val="DDDDE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Shape 6">
            <a:extLst xmlns:a="http://schemas.openxmlformats.org/drawingml/2006/main">
              <a:ext uri="{FF2B5EF4-FFF2-40B4-BE49-F238E27FC236}">
                <a16:creationId xmlns:a16="http://schemas.microsoft.com/office/drawing/2014/main" id="{F53915A0-7A64-4A1C-842C-8D4D7D0E6DF3}"/>
              </a:ext>
            </a:extLst>
          </p:cNvPr>
          <p:cNvSpPr>
            <a:spLocks xmlns:a="http://schemas.openxmlformats.org/drawingml/2006/main" noGrp="1"/>
          </p:cNvSpPr>
          <p:nvPr/>
        </p:nvSpPr>
        <p:spPr>
          <a:xfrm xmlns:a="http://schemas.openxmlformats.org/drawingml/2006/main">
            <a:off x="685800" y="2468880"/>
            <a:ext cx="2194560" cy="411480"/>
          </a:xfrm>
          <a:prstGeom xmlns:a="http://schemas.openxmlformats.org/drawingml/2006/main" prst="roundRect">
            <a:avLst>
              <a:gd name="adj" fmla="val 13333"/>
            </a:avLst>
          </a:prstGeom>
          <a:solidFill xmlns:a="http://schemas.openxmlformats.org/drawingml/2006/main">
            <a:srgbClr val="404155"/>
          </a:solidFill>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1AECC448-AF53-454F-9DDE-77ADC7064C43}"/>
              </a:ext>
            </a:extLst>
          </p:cNvPr>
          <p:cNvSpPr>
            <a:spLocks xmlns:a="http://schemas.openxmlformats.org/drawingml/2006/main" noGrp="1"/>
          </p:cNvSpPr>
          <p:nvPr/>
        </p:nvSpPr>
        <p:spPr>
          <a:xfrm xmlns:a="http://schemas.openxmlformats.org/drawingml/2006/main">
            <a:off x="685800" y="2468880"/>
            <a:ext cx="219456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FFFFF"/>
                </a:solidFill>
                <a:latin typeface="Pretendard"/>
                <a:ea typeface="Pretendard"/>
                <a:cs typeface="Pretendard"/>
              </a:rPr>
              <a:t>매일 반복되는 일</a:t>
            </a:r>
            <a:endParaRPr sz="1600"/>
          </a:p>
        </p:txBody>
      </p:sp>
      <p:sp>
        <p:nvSpPr>
          <p:cNvPr id="10" name="Text 8">
            <a:extLst xmlns:a="http://schemas.openxmlformats.org/drawingml/2006/main">
              <a:ext uri="{FF2B5EF4-FFF2-40B4-BE49-F238E27FC236}">
                <a16:creationId xmlns:a16="http://schemas.microsoft.com/office/drawing/2014/main" id="{2FC9D30C-3B42-432A-9D38-DDC6AEE7E131}"/>
              </a:ext>
            </a:extLst>
          </p:cNvPr>
          <p:cNvSpPr>
            <a:spLocks xmlns:a="http://schemas.openxmlformats.org/drawingml/2006/main" noGrp="1"/>
          </p:cNvSpPr>
          <p:nvPr/>
        </p:nvSpPr>
        <p:spPr>
          <a:xfrm xmlns:a="http://schemas.openxmlformats.org/drawingml/2006/main">
            <a:off x="731520" y="3063240"/>
            <a:ext cx="3749040" cy="23774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gn="l">
              <a:lnSpc>
                <a:spcPct val="105000"/>
              </a:lnSpc>
              <a:spcAft>
                <a:spcPts val="1200"/>
              </a:spcAft>
              <a:buSzPct val="100000"/>
              <a:buChar char="•"/>
            </a:pPr>
            <a:r>
              <a:rPr sz="1700" b="1">
                <a:solidFill>
                  <a:srgbClr val="505060"/>
                </a:solidFill>
                <a:latin typeface="Pretendard"/>
                <a:ea typeface="Pretendard"/>
                <a:cs typeface="Pretendard"/>
              </a:rPr>
              <a:t>긴 자료를 읽고 핵심만 추리기</a:t>
            </a:r>
            <a:endParaRPr sz="1700"/>
          </a:p>
          <a:p xmlns:a="http://schemas.openxmlformats.org/drawingml/2006/main">
            <a:pPr marL="177800" indent="-177800" algn="l">
              <a:lnSpc>
                <a:spcPct val="105000"/>
              </a:lnSpc>
              <a:spcAft>
                <a:spcPts val="1200"/>
              </a:spcAft>
              <a:buSzPct val="100000"/>
              <a:buChar char="•"/>
            </a:pPr>
            <a:r>
              <a:rPr sz="1700" b="1">
                <a:solidFill>
                  <a:srgbClr val="505060"/>
                </a:solidFill>
                <a:latin typeface="Pretendard"/>
                <a:ea typeface="Pretendard"/>
                <a:cs typeface="Pretendard"/>
              </a:rPr>
              <a:t>회의 메모를 보고서 형식으로 정리하기</a:t>
            </a:r>
            <a:endParaRPr sz="1700"/>
          </a:p>
          <a:p xmlns:a="http://schemas.openxmlformats.org/drawingml/2006/main">
            <a:pPr marL="177800" indent="-177800" algn="l">
              <a:lnSpc>
                <a:spcPct val="105000"/>
              </a:lnSpc>
              <a:spcAft>
                <a:spcPts val="1200"/>
              </a:spcAft>
              <a:buSzPct val="100000"/>
              <a:buChar char="•"/>
            </a:pPr>
            <a:r>
              <a:rPr sz="1700" b="1">
                <a:solidFill>
                  <a:srgbClr val="505060"/>
                </a:solidFill>
                <a:latin typeface="Pretendard"/>
                <a:ea typeface="Pretendard"/>
                <a:cs typeface="Pretendard"/>
              </a:rPr>
              <a:t>같은 형식의 문서를 매번 새로 작성하기</a:t>
            </a:r>
            <a:endParaRPr sz="1700"/>
          </a:p>
        </p:txBody>
      </p:sp>
      <p:sp>
        <p:nvSpPr>
          <p:cNvPr id="11" name="Text 9">
            <a:extLst xmlns:a="http://schemas.openxmlformats.org/drawingml/2006/main">
              <a:ext uri="{FF2B5EF4-FFF2-40B4-BE49-F238E27FC236}">
                <a16:creationId xmlns:a16="http://schemas.microsoft.com/office/drawing/2014/main" id="{522233CE-6695-452F-8F09-A5CC74192780}"/>
              </a:ext>
            </a:extLst>
          </p:cNvPr>
          <p:cNvSpPr>
            <a:spLocks xmlns:a="http://schemas.openxmlformats.org/drawingml/2006/main" noGrp="1"/>
          </p:cNvSpPr>
          <p:nvPr/>
        </p:nvSpPr>
        <p:spPr>
          <a:xfrm xmlns:a="http://schemas.openxmlformats.org/drawingml/2006/main">
            <a:off x="4754880" y="3657600"/>
            <a:ext cx="5486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800">
                <a:solidFill>
                  <a:srgbClr val="059669"/>
                </a:solidFill>
                <a:latin typeface="Pretendard"/>
                <a:ea typeface="Pretendard"/>
                <a:cs typeface="Pretendard"/>
              </a:rPr>
              <a:t>▶</a:t>
            </a:r>
            <a:endParaRPr sz="2800"/>
          </a:p>
        </p:txBody>
      </p:sp>
      <p:sp>
        <p:nvSpPr>
          <p:cNvPr id="12" name="Shape 10">
            <a:extLst xmlns:a="http://schemas.openxmlformats.org/drawingml/2006/main">
              <a:ext uri="{FF2B5EF4-FFF2-40B4-BE49-F238E27FC236}">
                <a16:creationId xmlns:a16="http://schemas.microsoft.com/office/drawing/2014/main" id="{CD024005-8FB0-4D92-B2C8-2AB11A160CA8}"/>
              </a:ext>
            </a:extLst>
          </p:cNvPr>
          <p:cNvSpPr>
            <a:spLocks xmlns:a="http://schemas.openxmlformats.org/drawingml/2006/main" noGrp="1"/>
          </p:cNvSpPr>
          <p:nvPr/>
        </p:nvSpPr>
        <p:spPr>
          <a:xfrm xmlns:a="http://schemas.openxmlformats.org/drawingml/2006/main">
            <a:off x="5394960" y="2286000"/>
            <a:ext cx="3931920" cy="3291840"/>
          </a:xfrm>
          <a:prstGeom xmlns:a="http://schemas.openxmlformats.org/drawingml/2006/main" prst="roundRect">
            <a:avLst>
              <a:gd name="adj" fmla="val 2222"/>
            </a:avLst>
          </a:prstGeom>
          <a:solidFill xmlns:a="http://schemas.openxmlformats.org/drawingml/2006/main">
            <a:srgbClr val="ECFDF5"/>
          </a:solidFill>
          <a:ln xmlns:a="http://schemas.openxmlformats.org/drawingml/2006/main" w="12700">
            <a:solidFill>
              <a:srgbClr val="059669"/>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0AA4FB5B-7F01-4F22-B9C3-7EF3D23001F7}"/>
              </a:ext>
            </a:extLst>
          </p:cNvPr>
          <p:cNvSpPr>
            <a:spLocks xmlns:a="http://schemas.openxmlformats.org/drawingml/2006/main" noGrp="1"/>
          </p:cNvSpPr>
          <p:nvPr/>
        </p:nvSpPr>
        <p:spPr>
          <a:xfrm xmlns:a="http://schemas.openxmlformats.org/drawingml/2006/main">
            <a:off x="5623560" y="2468880"/>
            <a:ext cx="3108960" cy="411480"/>
          </a:xfrm>
          <a:prstGeom xmlns:a="http://schemas.openxmlformats.org/drawingml/2006/main" prst="roundRect">
            <a:avLst>
              <a:gd name="adj" fmla="val 13333"/>
            </a:avLst>
          </a:prstGeom>
          <a:solidFill xmlns:a="http://schemas.openxmlformats.org/drawingml/2006/main">
            <a:srgbClr val="059669"/>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2BBAC77A-2497-4C59-8212-B56B3EBA947F}"/>
              </a:ext>
            </a:extLst>
          </p:cNvPr>
          <p:cNvSpPr>
            <a:spLocks xmlns:a="http://schemas.openxmlformats.org/drawingml/2006/main" noGrp="1"/>
          </p:cNvSpPr>
          <p:nvPr/>
        </p:nvSpPr>
        <p:spPr>
          <a:xfrm xmlns:a="http://schemas.openxmlformats.org/drawingml/2006/main">
            <a:off x="5623560" y="2468880"/>
            <a:ext cx="310896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FFFFF"/>
                </a:solidFill>
                <a:latin typeface="Pretendard"/>
                <a:ea typeface="Pretendard"/>
                <a:cs typeface="Pretendard"/>
              </a:rPr>
              <a:t>Claude Code에게 자연어로 요청</a:t>
            </a:r>
            <a:endParaRPr sz="1600"/>
          </a:p>
        </p:txBody>
      </p:sp>
      <p:sp>
        <p:nvSpPr>
          <p:cNvPr id="15" name="Text 13">
            <a:extLst xmlns:a="http://schemas.openxmlformats.org/drawingml/2006/main">
              <a:ext uri="{FF2B5EF4-FFF2-40B4-BE49-F238E27FC236}">
                <a16:creationId xmlns:a16="http://schemas.microsoft.com/office/drawing/2014/main" id="{B2EA8D76-78B8-4547-A717-B0A3F558510C}"/>
              </a:ext>
            </a:extLst>
          </p:cNvPr>
          <p:cNvSpPr>
            <a:spLocks xmlns:a="http://schemas.openxmlformats.org/drawingml/2006/main" noGrp="1"/>
          </p:cNvSpPr>
          <p:nvPr/>
        </p:nvSpPr>
        <p:spPr>
          <a:xfrm xmlns:a="http://schemas.openxmlformats.org/drawingml/2006/main">
            <a:off x="5669280" y="3063240"/>
            <a:ext cx="3474720" cy="23774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gn="l">
              <a:lnSpc>
                <a:spcPct val="105000"/>
              </a:lnSpc>
              <a:spcAft>
                <a:spcPts val="1400"/>
              </a:spcAft>
              <a:buSzPct val="100000"/>
              <a:buChar char="•"/>
            </a:pPr>
            <a:r>
              <a:rPr sz="1700" b="1">
                <a:solidFill>
                  <a:srgbClr val="2C2926"/>
                </a:solidFill>
                <a:latin typeface="Pretendard"/>
                <a:ea typeface="Pretendard"/>
                <a:cs typeface="Pretendard"/>
              </a:rPr>
              <a:t>사람: "무엇을·왜"를 정함 (판단)</a:t>
            </a:r>
            <a:endParaRPr sz="1700"/>
          </a:p>
          <a:p xmlns:a="http://schemas.openxmlformats.org/drawingml/2006/main">
            <a:pPr marL="177800" indent="-177800" algn="l">
              <a:lnSpc>
                <a:spcPct val="105000"/>
              </a:lnSpc>
              <a:spcAft>
                <a:spcPts val="1400"/>
              </a:spcAft>
              <a:buSzPct val="100000"/>
              <a:buChar char="•"/>
            </a:pPr>
            <a:r>
              <a:rPr sz="1700" b="1">
                <a:solidFill>
                  <a:srgbClr val="2C2926"/>
                </a:solidFill>
                <a:latin typeface="Pretendard"/>
                <a:ea typeface="Pretendard"/>
                <a:cs typeface="Pretendard"/>
              </a:rPr>
              <a:t>AI: "어떻게"를 빠르게 실행 (작업)</a:t>
            </a:r>
            <a:endParaRPr sz="1700"/>
          </a:p>
          <a:p xmlns:a="http://schemas.openxmlformats.org/drawingml/2006/main">
            <a:pPr marL="177800" indent="-177800" algn="l">
              <a:lnSpc>
                <a:spcPct val="105000"/>
              </a:lnSpc>
              <a:spcAft>
                <a:spcPts val="1400"/>
              </a:spcAft>
              <a:buSzPct val="100000"/>
              <a:buChar char="•"/>
            </a:pPr>
            <a:r>
              <a:rPr sz="1700" b="1">
                <a:solidFill>
                  <a:srgbClr val="2C2926"/>
                </a:solidFill>
                <a:latin typeface="Pretendard"/>
                <a:ea typeface="Pretendard"/>
                <a:cs typeface="Pretendard"/>
              </a:rPr>
              <a:t>사람: 결과를 최종 확인·승인 (게이트)</a:t>
            </a:r>
            <a:endParaRPr sz="1700"/>
          </a:p>
        </p:txBody>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d86a60db6282470e"/>
          <a:srcRect xmlns:a="http://schemas.openxmlformats.org/drawingml/2006/main" l="0" t="0" r="0" b="0"/>
          <a:stretch xmlns:a="http://schemas.openxmlformats.org/drawingml/2006/main"/>
        </p:blipFill>
        <p:spPr>
          <a:xfrm xmlns:a="http://schemas.openxmlformats.org/drawingml/2006/main">
            <a:off x="9601200" y="2286000"/>
            <a:ext cx="4572000" cy="3063240"/>
          </a:xfrm>
          <a:prstGeom xmlns:a="http://schemas.openxmlformats.org/drawingml/2006/main" prst="rect">
            <a:avLst/>
          </a:prstGeom>
        </p:spPr>
      </p:pic>
      <p:sp>
        <p:nvSpPr>
          <p:cNvPr id="17" name="Shape 14">
            <a:extLst xmlns:a="http://schemas.openxmlformats.org/drawingml/2006/main">
              <a:ext uri="{FF2B5EF4-FFF2-40B4-BE49-F238E27FC236}">
                <a16:creationId xmlns:a16="http://schemas.microsoft.com/office/drawing/2014/main" id="{13C51AAF-5A6D-402A-9B56-60545AA7C6EE}"/>
              </a:ext>
            </a:extLst>
          </p:cNvPr>
          <p:cNvSpPr>
            <a:spLocks xmlns:a="http://schemas.openxmlformats.org/drawingml/2006/main" noGrp="1"/>
          </p:cNvSpPr>
          <p:nvPr/>
        </p:nvSpPr>
        <p:spPr>
          <a:xfrm xmlns:a="http://schemas.openxmlformats.org/drawingml/2006/main">
            <a:off x="457200" y="5852160"/>
            <a:ext cx="13716000" cy="640080"/>
          </a:xfrm>
          <a:prstGeom xmlns:a="http://schemas.openxmlformats.org/drawingml/2006/main" prst="roundRect">
            <a:avLst>
              <a:gd name="adj" fmla="val 11429"/>
            </a:avLst>
          </a:prstGeom>
          <a:solidFill xmlns:a="http://schemas.openxmlformats.org/drawingml/2006/main">
            <a:srgbClr val="CCFBF1"/>
          </a:solidFill>
        </p:spPr>
        <p:txBody>
          <a:bodyPr xmlns:a="http://schemas.openxmlformats.org/drawingml/2006/main"/>
          <a:lstStyle xmlns:a="http://schemas.openxmlformats.org/drawingml/2006/main"/>
          <a:p xmlns:a="http://schemas.openxmlformats.org/drawingml/2006/main">
            <a:endParaRPr/>
          </a:p>
        </p:txBody>
      </p:sp>
      <p:sp>
        <p:nvSpPr>
          <p:cNvPr id="18" name="Text 15">
            <a:extLst xmlns:a="http://schemas.openxmlformats.org/drawingml/2006/main">
              <a:ext uri="{FF2B5EF4-FFF2-40B4-BE49-F238E27FC236}">
                <a16:creationId xmlns:a16="http://schemas.microsoft.com/office/drawing/2014/main" id="{3890D99E-2050-47D1-8E56-0C58CDC6E98E}"/>
              </a:ext>
            </a:extLst>
          </p:cNvPr>
          <p:cNvSpPr>
            <a:spLocks xmlns:a="http://schemas.openxmlformats.org/drawingml/2006/main" noGrp="1"/>
          </p:cNvSpPr>
          <p:nvPr/>
        </p:nvSpPr>
        <p:spPr>
          <a:xfrm xmlns:a="http://schemas.openxmlformats.org/drawingml/2006/main">
            <a:off x="640080" y="5852160"/>
            <a:ext cx="1335024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lnSpc>
                <a:spcPct val="105000"/>
              </a:lnSpc>
              <a:buNone/>
            </a:pPr>
            <a:r>
              <a:rPr sz="1700" b="1">
                <a:solidFill>
                  <a:srgbClr val="2C2926"/>
                </a:solidFill>
                <a:latin typeface="Pretendard"/>
                <a:ea typeface="Pretendard"/>
                <a:cs typeface="Pretendard"/>
              </a:rPr>
              <a:t>자동화의 목적은 "사람을 대체"가 아니라 "사람이 더 중요한 일에 집중"하게 만드는 것입니다.</a:t>
            </a:r>
            <a:endParaRPr sz="1700"/>
          </a:p>
        </p:txBody>
      </p:sp>
      <p:sp>
        <p:nvSpPr>
          <p:cNvPr id="2" name="제목 1">
            <a:extLst xmlns:a="http://schemas.openxmlformats.org/drawingml/2006/main">
              <a:ext uri="{FF2B5EF4-FFF2-40B4-BE49-F238E27FC236}">
                <a16:creationId xmlns:a16="http://schemas.microsoft.com/office/drawing/2014/main" id="{5927DD27-EE00-FA56-B1B8-04D32B263A3E}"/>
              </a:ext>
            </a:extLst>
          </p:cNvPr>
          <p:cNvSpPr>
            <a:spLocks xmlns:a="http://schemas.openxmlformats.org/drawingml/2006/main" noGrp="1"/>
          </p:cNvSpPr>
          <p:nvPr>
            <p:ph type="title" idx="0"/>
          </p:nvPr>
        </p:nvSpPr>
        <p:spPr>
          <a:xfrm xmlns:a="http://schemas.openxmlformats.org/drawingml/2006/main">
            <a:off x="509567" y="99294"/>
            <a:ext cx="13738860" cy="806714"/>
          </a:xfrm>
        </p:spPr>
        <p:txBody>
          <a:bodyPr xmlns:a="http://schemas.openxmlformats.org/drawingml/2006/main"/>
          <a:lstStyle xmlns:a="http://schemas.openxmlformats.org/drawingml/2006/main"/>
          <a:p xmlns:a="http://schemas.openxmlformats.org/drawingml/2006/main">
            <a:r>
              <a:rPr>
                <a:solidFill>
                  <a:srgbClr val="2C2926"/>
                </a:solidFill>
                <a:latin typeface="Pretendard"/>
                <a:ea typeface="Pretendard"/>
                <a:cs typeface="Pretendard"/>
              </a:rPr>
              <a:t>WHY — 왜 </a:t>
            </a:r>
            <a:r>
              <a:rPr>
                <a:solidFill>
                  <a:srgbClr val="2C2926"/>
                </a:solidFill>
                <a:latin typeface="Pretendard"/>
                <a:ea typeface="Pretendard"/>
                <a:cs typeface="Pretendard"/>
              </a:rPr>
              <a:t>업무</a:t>
            </a:r>
            <a:r>
              <a:rPr>
                <a:solidFill>
                  <a:srgbClr val="2C2926"/>
                </a:solidFill>
                <a:latin typeface="Pretendard"/>
                <a:ea typeface="Pretendard"/>
                <a:cs typeface="Pretendard"/>
              </a:rPr>
              <a:t> </a:t>
            </a:r>
            <a:r>
              <a:rPr>
                <a:solidFill>
                  <a:srgbClr val="2C2926"/>
                </a:solidFill>
                <a:latin typeface="Pretendard"/>
                <a:ea typeface="Pretendard"/>
                <a:cs typeface="Pretendard"/>
              </a:rPr>
              <a:t>자동화인가</a:t>
            </a:r>
            <a:endParaRPr/>
          </a:p>
        </p:txBody>
      </p:sp>
      <p:sp>
        <p:nvSpPr>
          <p:cNvPr id="25" name="Slide Number Placeholder 0">
            <a:extLst xmlns:a="http://schemas.openxmlformats.org/drawingml/2006/main">
              <a:ext uri="{FF2B5EF4-FFF2-40B4-BE49-F238E27FC236}">
                <a16:creationId xmlns:a16="http://schemas.microsoft.com/office/drawing/2014/main" id="{9238D307-1CB1-4431-B057-630E1C5294F2}"/>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a:lstStyle xmlns:a="http://schemas.openxmlformats.org/drawingml/2006/main">
            <a:lvl1pPr>
              <a:buNone/>
              <a:defRPr sz="1600">
                <a:solidFill>
                  <a:srgbClr val="6B6B7B"/>
                </a:solidFill>
                <a:latin typeface="Pretendard"/>
                <a:ea typeface="Pretendard"/>
                <a:cs typeface="Pretendard"/>
              </a:defRPr>
            </a:lvl1pPr>
          </a:lstStyle>
          <a:p xmlns:a="http://schemas.openxmlformats.org/drawingml/2006/main">
            <a:pPr algn="r">
              <a:buNone/>
            </a:pPr>
            <a:fld id="{F7021451-1387-4CA6-816F-3879F97B5CBC}" type="slidenum">
              <a:rPr b="0"/>
              <a:t>15</a:t>
            </a:fld>
            <a:endParaRPr/>
          </a:p>
        </p:txBody>
      </p:sp>
    </p:spTree>
    <p:extLst>
      <p:ext uri="{BB962C8B-B14F-4D97-AF65-F5344CB8AC3E}">
        <p14:creationId xmlns:p14="http://schemas.microsoft.com/office/powerpoint/2010/main" val="922494759"/>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BBFFA9F-6E45-463F-B523-B539F5BB5CE5}"/>
              </a:ext>
            </a:extLst>
          </p:cNvPr>
          <p:cNvSpPr>
            <a:spLocks xmlns:a="http://schemas.openxmlformats.org/drawingml/2006/main" noGrp="1"/>
          </p:cNvSpPr>
          <p:nvPr/>
        </p:nvSpPr>
        <p:spPr>
          <a:xfrm xmlns:a="http://schemas.openxmlformats.org/drawingml/2006/main">
            <a:off x="457200" y="1069848"/>
            <a:ext cx="137160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000" b="1">
                <a:solidFill>
                  <a:srgbClr val="0D9488"/>
                </a:solidFill>
                <a:latin typeface="Pretendard"/>
                <a:ea typeface="Pretendard"/>
                <a:cs typeface="Pretendard"/>
              </a:rPr>
              <a:t>내 컴퓨터에서 일하는 AI 작업 도우미 (에이전틱 코딩 도구)</a:t>
            </a:r>
            <a:endParaRPr sz="2000"/>
          </a:p>
        </p:txBody>
      </p:sp>
      <p:sp>
        <p:nvSpPr>
          <p:cNvPr id="5" name="Shape 3">
            <a:extLst xmlns:a="http://schemas.openxmlformats.org/drawingml/2006/main">
              <a:ext uri="{FF2B5EF4-FFF2-40B4-BE49-F238E27FC236}">
                <a16:creationId xmlns:a16="http://schemas.microsoft.com/office/drawing/2014/main" id="{1122E99B-37B9-4D41-B207-11BF24A59F0D}"/>
              </a:ext>
            </a:extLst>
          </p:cNvPr>
          <p:cNvSpPr>
            <a:spLocks xmlns:a="http://schemas.openxmlformats.org/drawingml/2006/main" noGrp="1"/>
          </p:cNvSpPr>
          <p:nvPr/>
        </p:nvSpPr>
        <p:spPr>
          <a:xfrm xmlns:a="http://schemas.openxmlformats.org/drawingml/2006/main">
            <a:off x="457200" y="1600200"/>
            <a:ext cx="13716000" cy="1143000"/>
          </a:xfrm>
          <a:prstGeom xmlns:a="http://schemas.openxmlformats.org/drawingml/2006/main" prst="roundRect">
            <a:avLst>
              <a:gd name="adj" fmla="val 6400"/>
            </a:avLst>
          </a:prstGeom>
          <a:solidFill xmlns:a="http://schemas.openxmlformats.org/drawingml/2006/main">
            <a:srgbClr val="F5F5F7"/>
          </a:solidFill>
          <a:ln xmlns:a="http://schemas.openxmlformats.org/drawingml/2006/main" w="12700">
            <a:solidFill>
              <a:srgbClr val="DDDDE0"/>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106B7092-5151-428C-8E1E-B3510520FAE7}"/>
              </a:ext>
            </a:extLst>
          </p:cNvPr>
          <p:cNvSpPr>
            <a:spLocks xmlns:a="http://schemas.openxmlformats.org/drawingml/2006/main" noGrp="1"/>
          </p:cNvSpPr>
          <p:nvPr/>
        </p:nvSpPr>
        <p:spPr>
          <a:xfrm xmlns:a="http://schemas.openxmlformats.org/drawingml/2006/main">
            <a:off x="685800" y="1783080"/>
            <a:ext cx="132588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lnSpc>
                <a:spcPct val="130000"/>
              </a:lnSpc>
              <a:buNone/>
            </a:pPr>
            <a:r>
              <a:rPr sz="1600" b="1">
                <a:solidFill>
                  <a:srgbClr val="0D9488"/>
                </a:solidFill>
                <a:latin typeface="Pretendard"/>
                <a:ea typeface="Pretendard"/>
                <a:cs typeface="Pretendard"/>
              </a:rPr>
              <a:t>공식 정의  </a:t>
            </a:r>
            <a:r>
              <a:rPr sz="1600">
                <a:solidFill>
                  <a:srgbClr val="505060"/>
                </a:solidFill>
                <a:latin typeface="Pretendard"/>
                <a:ea typeface="Pretendard"/>
                <a:cs typeface="Pretendard"/>
              </a:rPr>
              <a:t>코드베이스를 읽고, 파일을 편집하고, 명령을 실행하며, 개발 도구와 통합되는 도구.</a:t>
            </a:r>
            <a:endParaRPr sz="1600"/>
          </a:p>
          <a:p xmlns:a="http://schemas.openxmlformats.org/drawingml/2006/main">
            <a:pPr marL="0" indent="0" algn="l">
              <a:lnSpc>
                <a:spcPct val="130000"/>
              </a:lnSpc>
              <a:buNone/>
            </a:pPr>
            <a:r>
              <a:rPr sz="1600" b="1">
                <a:solidFill>
                  <a:srgbClr val="059669"/>
                </a:solidFill>
                <a:latin typeface="Pretendard"/>
                <a:ea typeface="Pretendard"/>
                <a:cs typeface="Pretendard"/>
              </a:rPr>
              <a:t>쉽게 말하면  →  </a:t>
            </a:r>
            <a:r>
              <a:rPr sz="1700" b="1">
                <a:solidFill>
                  <a:srgbClr val="2C2926"/>
                </a:solidFill>
                <a:latin typeface="Pretendard"/>
                <a:ea typeface="Pretendard"/>
                <a:cs typeface="Pretendard"/>
              </a:rPr>
              <a:t>"내 폴더의 파일을 읽고 정리해 주는, 대화로 일 시키는 AI 비서"</a:t>
            </a:r>
            <a:endParaRPr sz="1600"/>
          </a:p>
        </p:txBody>
      </p:sp>
      <p:sp>
        <p:nvSpPr>
          <p:cNvPr id="7" name="Shape 5">
            <a:extLst xmlns:a="http://schemas.openxmlformats.org/drawingml/2006/main">
              <a:ext uri="{FF2B5EF4-FFF2-40B4-BE49-F238E27FC236}">
                <a16:creationId xmlns:a16="http://schemas.microsoft.com/office/drawing/2014/main" id="{A9DE2203-6E2A-4E00-9CA4-2958D58A0099}"/>
              </a:ext>
            </a:extLst>
          </p:cNvPr>
          <p:cNvSpPr>
            <a:spLocks xmlns:a="http://schemas.openxmlformats.org/drawingml/2006/main" noGrp="1"/>
          </p:cNvSpPr>
          <p:nvPr/>
        </p:nvSpPr>
        <p:spPr>
          <a:xfrm xmlns:a="http://schemas.openxmlformats.org/drawingml/2006/main">
            <a:off x="457200" y="2971800"/>
            <a:ext cx="5852160" cy="457200"/>
          </a:xfrm>
          <a:prstGeom xmlns:a="http://schemas.openxmlformats.org/drawingml/2006/main" prst="roundRect">
            <a:avLst>
              <a:gd name="adj" fmla="val 12000"/>
            </a:avLst>
          </a:prstGeom>
          <a:solidFill xmlns:a="http://schemas.openxmlformats.org/drawingml/2006/main">
            <a:srgbClr val="059669"/>
          </a:solidFill>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15604159-2D5D-4F40-B99B-9325AB45D8F3}"/>
              </a:ext>
            </a:extLst>
          </p:cNvPr>
          <p:cNvSpPr>
            <a:spLocks xmlns:a="http://schemas.openxmlformats.org/drawingml/2006/main" noGrp="1"/>
          </p:cNvSpPr>
          <p:nvPr/>
        </p:nvSpPr>
        <p:spPr>
          <a:xfrm xmlns:a="http://schemas.openxmlformats.org/drawingml/2006/main">
            <a:off x="457200" y="2971800"/>
            <a:ext cx="58521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700" b="1">
                <a:solidFill>
                  <a:srgbClr val="FFFFFF"/>
                </a:solidFill>
                <a:latin typeface="Pretendard"/>
                <a:ea typeface="Pretendard"/>
                <a:cs typeface="Pretendard"/>
              </a:rPr>
              <a:t>오늘 우리가 쓰는 것 — Claude Code 데스크톱 앱 (GUI)</a:t>
            </a:r>
            <a:endParaRPr sz="1700"/>
          </a:p>
        </p:txBody>
      </p:sp>
      <p:sp>
        <p:nvSpPr>
          <p:cNvPr id="9" name="Shape 7">
            <a:extLst xmlns:a="http://schemas.openxmlformats.org/drawingml/2006/main">
              <a:ext uri="{FF2B5EF4-FFF2-40B4-BE49-F238E27FC236}">
                <a16:creationId xmlns:a16="http://schemas.microsoft.com/office/drawing/2014/main" id="{94061CB3-9311-4668-BB7E-C009E28B2C11}"/>
              </a:ext>
            </a:extLst>
          </p:cNvPr>
          <p:cNvSpPr>
            <a:spLocks xmlns:a="http://schemas.openxmlformats.org/drawingml/2006/main" noGrp="1"/>
          </p:cNvSpPr>
          <p:nvPr/>
        </p:nvSpPr>
        <p:spPr>
          <a:xfrm xmlns:a="http://schemas.openxmlformats.org/drawingml/2006/main">
            <a:off x="457200" y="3611880"/>
            <a:ext cx="13716000" cy="914400"/>
          </a:xfrm>
          <a:prstGeom xmlns:a="http://schemas.openxmlformats.org/drawingml/2006/main" prst="roundRect">
            <a:avLst>
              <a:gd name="adj" fmla="val 8000"/>
            </a:avLst>
          </a:prstGeom>
          <a:solidFill xmlns:a="http://schemas.openxmlformats.org/drawingml/2006/main">
            <a:srgbClr val="ECFDF5"/>
          </a:solidFill>
          <a:ln xmlns:a="http://schemas.openxmlformats.org/drawingml/2006/main" w="12700">
            <a:solidFill>
              <a:srgbClr val="059669"/>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FF650B1C-2CE4-49AD-8547-4A22631F00DC}"/>
              </a:ext>
            </a:extLst>
          </p:cNvPr>
          <p:cNvSpPr>
            <a:spLocks xmlns:a="http://schemas.openxmlformats.org/drawingml/2006/main" noGrp="1"/>
          </p:cNvSpPr>
          <p:nvPr/>
        </p:nvSpPr>
        <p:spPr>
          <a:xfrm xmlns:a="http://schemas.openxmlformats.org/drawingml/2006/main">
            <a:off x="685800" y="3703320"/>
            <a:ext cx="13258800" cy="7315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lnSpc>
                <a:spcPct val="108000"/>
              </a:lnSpc>
              <a:buNone/>
            </a:pPr>
            <a:r>
              <a:rPr sz="1700">
                <a:solidFill>
                  <a:srgbClr val="2C2926"/>
                </a:solidFill>
                <a:latin typeface="Pretendard"/>
                <a:ea typeface="Pretendard"/>
                <a:cs typeface="Pretendard"/>
              </a:rPr>
              <a:t>Claude 앱을 설치하고 상단의 "Code" 탭을 켜서 사용. 검은 명령창 없이 화면으로 클릭·입력하는 가장 친숙한 방식입니다.</a:t>
            </a:r>
            <a:endParaRPr sz="1700"/>
          </a:p>
        </p:txBody>
      </p:sp>
      <p:sp>
        <p:nvSpPr>
          <p:cNvPr id="11" name="Shape 9">
            <a:extLst xmlns:a="http://schemas.openxmlformats.org/drawingml/2006/main">
              <a:ext uri="{FF2B5EF4-FFF2-40B4-BE49-F238E27FC236}">
                <a16:creationId xmlns:a16="http://schemas.microsoft.com/office/drawing/2014/main" id="{90C534CE-19D0-418D-A2B8-02B4087A9CA9}"/>
              </a:ext>
            </a:extLst>
          </p:cNvPr>
          <p:cNvSpPr>
            <a:spLocks xmlns:a="http://schemas.openxmlformats.org/drawingml/2006/main" noGrp="1"/>
          </p:cNvSpPr>
          <p:nvPr/>
        </p:nvSpPr>
        <p:spPr>
          <a:xfrm xmlns:a="http://schemas.openxmlformats.org/drawingml/2006/main">
            <a:off x="457200" y="4754880"/>
            <a:ext cx="6766560" cy="1874520"/>
          </a:xfrm>
          <a:prstGeom xmlns:a="http://schemas.openxmlformats.org/drawingml/2006/main" prst="roundRect">
            <a:avLst>
              <a:gd name="adj" fmla="val 3902"/>
            </a:avLst>
          </a:prstGeom>
          <a:solidFill xmlns:a="http://schemas.openxmlformats.org/drawingml/2006/main">
            <a:srgbClr val="F5F5F7"/>
          </a:solidFill>
          <a:ln xmlns:a="http://schemas.openxmlformats.org/drawingml/2006/main" w="12700">
            <a:solidFill>
              <a:srgbClr val="DDDDE0"/>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232265A2-73FE-4443-9417-7BD0F8DBDFB8}"/>
              </a:ext>
            </a:extLst>
          </p:cNvPr>
          <p:cNvSpPr>
            <a:spLocks xmlns:a="http://schemas.openxmlformats.org/drawingml/2006/main" noGrp="1"/>
          </p:cNvSpPr>
          <p:nvPr/>
        </p:nvSpPr>
        <p:spPr>
          <a:xfrm xmlns:a="http://schemas.openxmlformats.org/drawingml/2006/main">
            <a:off x="685800" y="4892040"/>
            <a:ext cx="63093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600" b="1">
                <a:solidFill>
                  <a:srgbClr val="59636E"/>
                </a:solidFill>
                <a:latin typeface="Pretendard"/>
                <a:ea typeface="Pretendard"/>
                <a:cs typeface="Pretendard"/>
              </a:rPr>
              <a:t>이런 것도 있어요 (나중에)</a:t>
            </a:r>
            <a:endParaRPr sz="1600"/>
          </a:p>
        </p:txBody>
      </p:sp>
      <p:sp>
        <p:nvSpPr>
          <p:cNvPr id="13" name="Text 11">
            <a:extLst xmlns:a="http://schemas.openxmlformats.org/drawingml/2006/main">
              <a:ext uri="{FF2B5EF4-FFF2-40B4-BE49-F238E27FC236}">
                <a16:creationId xmlns:a16="http://schemas.microsoft.com/office/drawing/2014/main" id="{5309E3E2-5C3F-44DC-B7AB-93594AE545D6}"/>
              </a:ext>
            </a:extLst>
          </p:cNvPr>
          <p:cNvSpPr>
            <a:spLocks xmlns:a="http://schemas.openxmlformats.org/drawingml/2006/main" noGrp="1"/>
          </p:cNvSpPr>
          <p:nvPr/>
        </p:nvSpPr>
        <p:spPr>
          <a:xfrm xmlns:a="http://schemas.openxmlformats.org/drawingml/2006/main">
            <a:off x="685800" y="5303520"/>
            <a:ext cx="6309360" cy="12344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lnSpc>
                <a:spcPct val="108000"/>
              </a:lnSpc>
              <a:buNone/>
            </a:pPr>
            <a:r>
              <a:rPr sz="1600">
                <a:solidFill>
                  <a:srgbClr val="505060"/>
                </a:solidFill>
                <a:latin typeface="Pretendard"/>
                <a:ea typeface="Pretendard"/>
                <a:cs typeface="Pretendard"/>
              </a:rPr>
              <a:t>터미널(명령창), VS Code 같은 편집기 안(IDE)</a:t>
            </a:r>
            <a:r>
              <a:rPr sz="1600">
                <a:solidFill>
                  <a:srgbClr val="505060"/>
                </a:solidFill>
                <a:latin typeface="Pretendard"/>
                <a:ea typeface="Pretendard"/>
                <a:cs typeface="Pretendard"/>
              </a:rPr>
              <a:t>에서도 </a:t>
            </a:r>
            <a:endParaRPr sz="1600">
              <a:solidFill>
                <a:srgbClr val="505060"/>
              </a:solidFill>
              <a:latin typeface="Pretendard"/>
              <a:ea typeface="Pretendard"/>
              <a:cs typeface="Pretendard"/>
            </a:endParaRPr>
          </a:p>
          <a:p xmlns:a="http://schemas.openxmlformats.org/drawingml/2006/main">
            <a:pPr marL="0" indent="0" algn="l">
              <a:lnSpc>
                <a:spcPct val="108000"/>
              </a:lnSpc>
              <a:buNone/>
            </a:pPr>
            <a:r>
              <a:rPr sz="1600">
                <a:solidFill>
                  <a:srgbClr val="505060"/>
                </a:solidFill>
                <a:latin typeface="Pretendard"/>
                <a:ea typeface="Pretendard"/>
                <a:cs typeface="Pretendard"/>
              </a:rPr>
              <a:t>같은</a:t>
            </a:r>
            <a:r>
              <a:rPr sz="1600">
                <a:solidFill>
                  <a:srgbClr val="505060"/>
                </a:solidFill>
                <a:latin typeface="Pretendard"/>
                <a:ea typeface="Pretendard"/>
                <a:cs typeface="Pretendard"/>
              </a:rPr>
              <a:t> Claude Code를 쓸 수 있습니다. </a:t>
            </a:r>
          </a:p>
          <a:p xmlns:a="http://schemas.openxmlformats.org/drawingml/2006/main">
            <a:pPr marL="0" indent="0" algn="l">
              <a:lnSpc>
                <a:spcPct val="108000"/>
              </a:lnSpc>
              <a:buNone/>
            </a:pPr>
            <a:r>
              <a:rPr sz="1600">
                <a:solidFill>
                  <a:srgbClr val="505060"/>
                </a:solidFill>
                <a:latin typeface="Pretendard"/>
                <a:ea typeface="Pretendard"/>
                <a:cs typeface="Pretendard"/>
              </a:rPr>
              <a:t>모두</a:t>
            </a:r>
            <a:r>
              <a:rPr sz="1600">
                <a:solidFill>
                  <a:srgbClr val="505060"/>
                </a:solidFill>
                <a:latin typeface="Pretendard"/>
                <a:ea typeface="Pretendard"/>
                <a:cs typeface="Pretendard"/>
              </a:rPr>
              <a:t> 같은 엔진을 공유하므로, 오늘은 '데스크톱 앱' 하나만 익히면 충분합니다.</a:t>
            </a:r>
            <a:endParaRPr sz="1600"/>
          </a:p>
        </p:txBody>
      </p:sp>
      <p:sp>
        <p:nvSpPr>
          <p:cNvPr id="14" name="Shape 12">
            <a:extLst xmlns:a="http://schemas.openxmlformats.org/drawingml/2006/main">
              <a:ext uri="{FF2B5EF4-FFF2-40B4-BE49-F238E27FC236}">
                <a16:creationId xmlns:a16="http://schemas.microsoft.com/office/drawing/2014/main" id="{CF321B71-BFAD-419F-93AC-B1015FDBCB28}"/>
              </a:ext>
            </a:extLst>
          </p:cNvPr>
          <p:cNvSpPr>
            <a:spLocks xmlns:a="http://schemas.openxmlformats.org/drawingml/2006/main" noGrp="1"/>
          </p:cNvSpPr>
          <p:nvPr/>
        </p:nvSpPr>
        <p:spPr>
          <a:xfrm xmlns:a="http://schemas.openxmlformats.org/drawingml/2006/main">
            <a:off x="7406640" y="4754880"/>
            <a:ext cx="6766560" cy="1874520"/>
          </a:xfrm>
          <a:prstGeom xmlns:a="http://schemas.openxmlformats.org/drawingml/2006/main" prst="roundRect">
            <a:avLst>
              <a:gd name="adj" fmla="val 3902"/>
            </a:avLst>
          </a:prstGeom>
          <a:solidFill xmlns:a="http://schemas.openxmlformats.org/drawingml/2006/main">
            <a:srgbClr val="FFF7ED"/>
          </a:solidFill>
          <a:ln xmlns:a="http://schemas.openxmlformats.org/drawingml/2006/main" w="12700">
            <a:solidFill>
              <a:srgbClr val="ED7D31"/>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93F90EAA-30D8-4DA4-9656-37C3BC0877EB}"/>
              </a:ext>
            </a:extLst>
          </p:cNvPr>
          <p:cNvSpPr>
            <a:spLocks xmlns:a="http://schemas.openxmlformats.org/drawingml/2006/main" noGrp="1"/>
          </p:cNvSpPr>
          <p:nvPr/>
        </p:nvSpPr>
        <p:spPr>
          <a:xfrm xmlns:a="http://schemas.openxmlformats.org/drawingml/2006/main">
            <a:off x="7635240" y="4892040"/>
            <a:ext cx="63093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600" b="1">
                <a:solidFill>
                  <a:srgbClr val="C0530A"/>
                </a:solidFill>
                <a:latin typeface="Pretendard"/>
                <a:ea typeface="Pretendard"/>
                <a:cs typeface="Pretendard"/>
              </a:rPr>
              <a:t>용어 — 데스크톱 앱이란?</a:t>
            </a:r>
            <a:endParaRPr sz="1600"/>
          </a:p>
        </p:txBody>
      </p:sp>
      <p:sp>
        <p:nvSpPr>
          <p:cNvPr id="16" name="Text 14">
            <a:extLst xmlns:a="http://schemas.openxmlformats.org/drawingml/2006/main">
              <a:ext uri="{FF2B5EF4-FFF2-40B4-BE49-F238E27FC236}">
                <a16:creationId xmlns:a16="http://schemas.microsoft.com/office/drawing/2014/main" id="{EF716CA0-1900-431D-93C6-54CBD5715C82}"/>
              </a:ext>
            </a:extLst>
          </p:cNvPr>
          <p:cNvSpPr>
            <a:spLocks xmlns:a="http://schemas.openxmlformats.org/drawingml/2006/main" noGrp="1"/>
          </p:cNvSpPr>
          <p:nvPr/>
        </p:nvSpPr>
        <p:spPr>
          <a:xfrm xmlns:a="http://schemas.openxmlformats.org/drawingml/2006/main">
            <a:off x="7635240" y="5303520"/>
            <a:ext cx="6309360" cy="12344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lnSpc>
                <a:spcPct val="108000"/>
              </a:lnSpc>
              <a:buNone/>
            </a:pPr>
            <a:r>
              <a:rPr sz="1600">
                <a:solidFill>
                  <a:srgbClr val="505060"/>
                </a:solidFill>
                <a:latin typeface="Pretendard"/>
                <a:ea typeface="Pretendard"/>
                <a:cs typeface="Pretendard"/>
              </a:rPr>
              <a:t>Anthropic이 제공하는 Claude 프로그램. </a:t>
            </a:r>
          </a:p>
          <a:p xmlns:a="http://schemas.openxmlformats.org/drawingml/2006/main">
            <a:pPr>
              <a:lnSpc>
                <a:spcPct val="108000"/>
              </a:lnSpc>
              <a:buNone/>
            </a:pPr>
            <a:r>
              <a:rPr sz="1600">
                <a:solidFill>
                  <a:srgbClr val="505060"/>
                </a:solidFill>
                <a:latin typeface="Pretendard"/>
                <a:ea typeface="Pretendard"/>
                <a:cs typeface="Pretendard"/>
              </a:rPr>
              <a:t>대화용</a:t>
            </a:r>
            <a:r>
              <a:rPr sz="1600">
                <a:solidFill>
                  <a:srgbClr val="505060"/>
                </a:solidFill>
                <a:latin typeface="Pretendard"/>
                <a:ea typeface="Pretendard"/>
                <a:cs typeface="Pretendard"/>
              </a:rPr>
              <a:t> Chat · </a:t>
            </a:r>
            <a:r>
              <a:rPr sz="1600">
                <a:solidFill>
                  <a:srgbClr val="505060"/>
                </a:solidFill>
                <a:latin typeface="Pretendard"/>
                <a:ea typeface="Pretendard"/>
                <a:cs typeface="Pretendard"/>
              </a:rPr>
              <a:t>내 </a:t>
            </a:r>
            <a:r>
              <a:rPr sz="1600">
                <a:solidFill>
                  <a:srgbClr val="505060"/>
                </a:solidFill>
                <a:latin typeface="Pretendard"/>
                <a:ea typeface="Pretendard"/>
                <a:cs typeface="Pretendard"/>
              </a:rPr>
              <a:t>PC</a:t>
            </a:r>
            <a:r>
              <a:rPr sz="1600">
                <a:solidFill>
                  <a:srgbClr val="505060"/>
                </a:solidFill>
                <a:latin typeface="Pretendard"/>
                <a:ea typeface="Pretendard"/>
                <a:cs typeface="Pretendard"/>
              </a:rPr>
              <a:t>의 격리된 가상 환경에서 수행되는 </a:t>
            </a:r>
            <a:r>
              <a:rPr sz="1600">
                <a:solidFill>
                  <a:srgbClr val="505060"/>
                </a:solidFill>
                <a:latin typeface="Pretendard"/>
                <a:ea typeface="Pretendard"/>
                <a:cs typeface="Pretendard"/>
              </a:rPr>
              <a:t>Cowork</a:t>
            </a:r>
            <a:r>
              <a:rPr sz="1600">
                <a:solidFill>
                  <a:srgbClr val="505060"/>
                </a:solidFill>
                <a:latin typeface="Pretendard"/>
                <a:ea typeface="Pretendard"/>
                <a:cs typeface="Pretendard"/>
              </a:rPr>
              <a:t> · </a:t>
            </a:r>
          </a:p>
          <a:p xmlns:a="http://schemas.openxmlformats.org/drawingml/2006/main">
            <a:pPr>
              <a:lnSpc>
                <a:spcPct val="108000"/>
              </a:lnSpc>
              <a:buNone/>
            </a:pPr>
            <a:r>
              <a:rPr sz="1600">
                <a:solidFill>
                  <a:srgbClr val="505060"/>
                </a:solidFill>
                <a:latin typeface="Pretendard"/>
                <a:ea typeface="Pretendard"/>
                <a:cs typeface="Pretendard"/>
              </a:rPr>
              <a:t>내 PC</a:t>
            </a:r>
            <a:r>
              <a:rPr sz="1600">
                <a:solidFill>
                  <a:srgbClr val="505060"/>
                </a:solidFill>
                <a:latin typeface="Pretendard"/>
                <a:ea typeface="Pretendard"/>
                <a:cs typeface="Pretendard"/>
              </a:rPr>
              <a:t>에서 직접 수행되는 </a:t>
            </a:r>
            <a:r>
              <a:rPr sz="1600">
                <a:solidFill>
                  <a:srgbClr val="505060"/>
                </a:solidFill>
                <a:latin typeface="Pretendard"/>
                <a:ea typeface="Pretendard"/>
                <a:cs typeface="Pretendard"/>
              </a:rPr>
              <a:t>Code 3개 탭으로 구성되며, </a:t>
            </a:r>
          </a:p>
          <a:p xmlns:a="http://schemas.openxmlformats.org/drawingml/2006/main">
            <a:pPr>
              <a:lnSpc>
                <a:spcPct val="108000"/>
              </a:lnSpc>
              <a:buNone/>
            </a:pPr>
            <a:r>
              <a:rPr sz="1600">
                <a:solidFill>
                  <a:srgbClr val="505060"/>
                </a:solidFill>
                <a:latin typeface="Pretendard"/>
                <a:ea typeface="Pretendard"/>
                <a:cs typeface="Pretendard"/>
              </a:rPr>
              <a:t>이 "Code" 탭이 곧 Claude Code입니다.</a:t>
            </a:r>
            <a:endParaRPr sz="1600"/>
          </a:p>
        </p:txBody>
      </p:sp>
      <p:sp>
        <p:nvSpPr>
          <p:cNvPr id="2" name="제목 1">
            <a:extLst xmlns:a="http://schemas.openxmlformats.org/drawingml/2006/main">
              <a:ext uri="{FF2B5EF4-FFF2-40B4-BE49-F238E27FC236}">
                <a16:creationId xmlns:a16="http://schemas.microsoft.com/office/drawing/2014/main" id="{24A0624A-8E7C-17E9-B206-C136CA593ABA}"/>
              </a:ext>
            </a:extLst>
          </p:cNvPr>
          <p:cNvSpPr>
            <a:spLocks xmlns:a="http://schemas.openxmlformats.org/drawingml/2006/main" noGrp="1"/>
          </p:cNvSpPr>
          <p:nvPr>
            <p:ph type="title" idx="0"/>
          </p:nvPr>
        </p:nvSpPr>
        <p:spPr>
          <a:xfrm xmlns:a="http://schemas.openxmlformats.org/drawingml/2006/main">
            <a:off x="509567" y="99294"/>
            <a:ext cx="13738860" cy="806714"/>
          </a:xfrm>
        </p:spPr>
        <p:txBody>
          <a:bodyPr xmlns:a="http://schemas.openxmlformats.org/drawingml/2006/main"/>
          <a:lstStyle xmlns:a="http://schemas.openxmlformats.org/drawingml/2006/main"/>
          <a:p xmlns:a="http://schemas.openxmlformats.org/drawingml/2006/main">
            <a:r>
              <a:rPr>
                <a:solidFill>
                  <a:srgbClr val="2C2926"/>
                </a:solidFill>
                <a:latin typeface="Pretendard"/>
                <a:ea typeface="Pretendard"/>
                <a:cs typeface="Pretendard"/>
              </a:rPr>
              <a:t>Claude </a:t>
            </a:r>
            <a:r>
              <a:rPr>
                <a:solidFill>
                  <a:srgbClr val="2C2926"/>
                </a:solidFill>
                <a:latin typeface="Pretendard"/>
                <a:ea typeface="Pretendard"/>
                <a:cs typeface="Pretendard"/>
              </a:rPr>
              <a:t>Code란</a:t>
            </a:r>
            <a:r>
              <a:rPr>
                <a:solidFill>
                  <a:srgbClr val="2C2926"/>
                </a:solidFill>
                <a:latin typeface="Pretendard"/>
                <a:ea typeface="Pretendard"/>
                <a:cs typeface="Pretendard"/>
              </a:rPr>
              <a:t>? — HOW</a:t>
            </a:r>
            <a:endParaRPr/>
          </a:p>
        </p:txBody>
      </p:sp>
      <p:sp>
        <p:nvSpPr>
          <p:cNvPr id="25" name="Slide Number Placeholder 0">
            <a:extLst xmlns:a="http://schemas.openxmlformats.org/drawingml/2006/main">
              <a:ext uri="{FF2B5EF4-FFF2-40B4-BE49-F238E27FC236}">
                <a16:creationId xmlns:a16="http://schemas.microsoft.com/office/drawing/2014/main" id="{45750FE2-C720-4AC1-BFD1-440D56439076}"/>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a:lstStyle xmlns:a="http://schemas.openxmlformats.org/drawingml/2006/main">
            <a:lvl1pPr>
              <a:buNone/>
              <a:defRPr sz="1600">
                <a:solidFill>
                  <a:srgbClr val="6B6B7B"/>
                </a:solidFill>
                <a:latin typeface="Pretendard"/>
                <a:ea typeface="Pretendard"/>
                <a:cs typeface="Pretendard"/>
              </a:defRPr>
            </a:lvl1pPr>
          </a:lstStyle>
          <a:p xmlns:a="http://schemas.openxmlformats.org/drawingml/2006/main">
            <a:pPr algn="r">
              <a:buNone/>
            </a:pPr>
            <a:fld id="{F7021451-1387-4CA6-816F-3879F97B5CBC}" type="slidenum">
              <a:rPr b="0"/>
              <a:t>16</a:t>
            </a:fld>
            <a:endParaRPr/>
          </a:p>
        </p:txBody>
      </p:sp>
    </p:spTree>
    <p:extLst>
      <p:ext uri="{BB962C8B-B14F-4D97-AF65-F5344CB8AC3E}">
        <p14:creationId xmlns:p14="http://schemas.microsoft.com/office/powerpoint/2010/main" val="622023218"/>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3712c3d7ae2f4dee"/>
          <a:stretch xmlns:a="http://schemas.openxmlformats.org/drawingml/2006/main">
            <a:fillRect l="0" t="0" r="0" b="0"/>
          </a:stretch>
        </p:blipFill>
        <p:spPr>
          <a:xfrm xmlns:a="http://schemas.openxmlformats.org/drawingml/2006/main">
            <a:off x="0" y="0"/>
            <a:ext cx="14630400" cy="8229600"/>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F5575E44-DE1E-4A3A-A303-E6C3827579E4}"/>
              </a:ext>
            </a:extLst>
          </p:cNvPr>
          <p:cNvSpPr>
            <a:spLocks xmlns:a="http://schemas.openxmlformats.org/drawingml/2006/main" noGrp="1"/>
          </p:cNvSpPr>
          <p:nvPr/>
        </p:nvSpPr>
        <p:spPr>
          <a:xfrm xmlns:a="http://schemas.openxmlformats.org/drawingml/2006/main">
            <a:off x="561442" y="2796740"/>
            <a:ext cx="13042821" cy="212645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ts val="16700"/>
              </a:lnSpc>
              <a:buNone/>
            </a:pPr>
            <a:r>
              <a:rPr sz="13350">
                <a:solidFill>
                  <a:srgbClr val="1B1B27"/>
                </a:solidFill>
                <a:latin typeface="Chilgok Gwon Anja"/>
                <a:ea typeface="Chilgok Gwon Anja"/>
                <a:cs typeface="Chilgok Gwon Anja"/>
              </a:rPr>
              <a:t>Q&amp;A</a:t>
            </a:r>
            <a:endParaRPr sz="13350">
              <a:latin typeface="Chilgok Gwon Anja"/>
              <a:ea typeface="Chilgok Gwon Anja"/>
              <a:cs typeface="Chilgok Gwon Anja"/>
            </a:endParaRPr>
          </a:p>
        </p:txBody>
      </p:sp>
    </p:spTree>
    <p:extLst>
      <p:ext uri="{BB962C8B-B14F-4D97-AF65-F5344CB8AC3E}">
        <p14:creationId xmlns:p14="http://schemas.microsoft.com/office/powerpoint/2010/main" val="399888392"/>
      </p:ext>
    </p:extLst>
  </p:cSld>
</p:sld>
</file>

<file path=ppt/theme/theme1.xml><?xml version="1.0" encoding="utf-8"?>
<a:theme xmlns:a="http://schemas.openxmlformats.org/drawingml/2006/main" name="[필수] 레슨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2026-09-20T07:12:42.0170000Z</dcterms:created>
  <dcterms:modified xsi:type="dcterms:W3CDTF">2026-09-20T07:12:42.0170000Z</dcterms:modified>
</coreProperties>
</file>