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5a35a9aaeb429b" /><Relationship Type="http://schemas.openxmlformats.org/officeDocument/2006/relationships/extended-properties" Target="/docProps/app.xml" Id="Rd7b7c133c48c4433" /><Relationship Type="http://schemas.openxmlformats.org/officeDocument/2006/relationships/officeDocument" Target="/ppt/presentation.xml" Id="Rbc9056ab90804e58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25c8dc31a5134f76"/>
    <p:sldMasterId xmlns:r="http://schemas.openxmlformats.org/officeDocument/2006/relationships" id="2147483653" r:id="R293f74203f5b44e6"/>
    <p:sldMasterId xmlns:r="http://schemas.openxmlformats.org/officeDocument/2006/relationships" id="2147483656" r:id="R2d67a78781a54295"/>
    <p:sldMasterId xmlns:r="http://schemas.openxmlformats.org/officeDocument/2006/relationships" id="2147483658" r:id="Re6c71359dc584c8f"/>
  </p:sldMasterIdLst>
  <p:notesMasterIdLst>
    <p:notesMasterId xmlns:r="http://schemas.openxmlformats.org/officeDocument/2006/relationships" r:id="R159e4b42231c4f97"/>
  </p:notesMasterIdLst>
  <p:sldIdLst>
    <p:sldId xmlns:r="http://schemas.openxmlformats.org/officeDocument/2006/relationships" id="256" r:id="R80617d488b454ca5"/>
    <p:sldId xmlns:r="http://schemas.openxmlformats.org/officeDocument/2006/relationships" id="257" r:id="Rfee60ba8c36f49da"/>
    <p:sldId xmlns:r="http://schemas.openxmlformats.org/officeDocument/2006/relationships" id="258" r:id="Re8e3860d25884550"/>
    <p:sldId xmlns:r="http://schemas.openxmlformats.org/officeDocument/2006/relationships" id="259" r:id="Rf918468413354c58"/>
    <p:sldId xmlns:r="http://schemas.openxmlformats.org/officeDocument/2006/relationships" id="260" r:id="R638ffaaae79644cc"/>
    <p:sldId xmlns:r="http://schemas.openxmlformats.org/officeDocument/2006/relationships" id="261" r:id="Rb7f189cfb3774487"/>
    <p:sldId xmlns:r="http://schemas.openxmlformats.org/officeDocument/2006/relationships" id="262" r:id="Rc1218502cfd74a52"/>
    <p:sldId xmlns:r="http://schemas.openxmlformats.org/officeDocument/2006/relationships" id="263" r:id="R41c3595ff8914b31"/>
    <p:sldId xmlns:r="http://schemas.openxmlformats.org/officeDocument/2006/relationships" id="264" r:id="R40c21448e67e429b"/>
    <p:sldId xmlns:r="http://schemas.openxmlformats.org/officeDocument/2006/relationships" id="265" r:id="R16fe1213b3b74f17"/>
    <p:sldId xmlns:r="http://schemas.openxmlformats.org/officeDocument/2006/relationships" id="266" r:id="Racf1e871ee9b46b3"/>
    <p:sldId xmlns:r="http://schemas.openxmlformats.org/officeDocument/2006/relationships" id="267" r:id="R7ce7d54992474eb9"/>
    <p:sldId xmlns:r="http://schemas.openxmlformats.org/officeDocument/2006/relationships" id="268" r:id="R65c34afcba494714"/>
    <p:sldId xmlns:r="http://schemas.openxmlformats.org/officeDocument/2006/relationships" id="269" r:id="R241447465d914963"/>
    <p:sldId xmlns:r="http://schemas.openxmlformats.org/officeDocument/2006/relationships" id="270" r:id="Re485fbd31ef64d3b"/>
    <p:sldId xmlns:r="http://schemas.openxmlformats.org/officeDocument/2006/relationships" id="271" r:id="Ra927bb188edc461a"/>
    <p:sldId xmlns:r="http://schemas.openxmlformats.org/officeDocument/2006/relationships" id="272" r:id="R29bd5275c2d94a7c"/>
    <p:sldId xmlns:r="http://schemas.openxmlformats.org/officeDocument/2006/relationships" id="273" r:id="R06543735ca9141a8"/>
    <p:sldId xmlns:r="http://schemas.openxmlformats.org/officeDocument/2006/relationships" id="274" r:id="R0b9ce1d72400438c"/>
    <p:sldId xmlns:r="http://schemas.openxmlformats.org/officeDocument/2006/relationships" id="275" r:id="R20b15c0dc8f44790"/>
    <p:sldId xmlns:r="http://schemas.openxmlformats.org/officeDocument/2006/relationships" id="276" r:id="R1088e389fc2946e3"/>
    <p:sldId xmlns:r="http://schemas.openxmlformats.org/officeDocument/2006/relationships" id="277" r:id="Rf08bbf8066b647a2"/>
    <p:sldId xmlns:r="http://schemas.openxmlformats.org/officeDocument/2006/relationships" id="278" r:id="Reb32763b493c4c1b"/>
    <p:sldId xmlns:r="http://schemas.openxmlformats.org/officeDocument/2006/relationships" id="279" r:id="R202b6518c26e4112"/>
    <p:sldId xmlns:r="http://schemas.openxmlformats.org/officeDocument/2006/relationships" id="280" r:id="Rb9bb907a83654dc2"/>
    <p:sldId xmlns:r="http://schemas.openxmlformats.org/officeDocument/2006/relationships" id="281" r:id="R74b9669c5d3446f4"/>
    <p:sldId xmlns:r="http://schemas.openxmlformats.org/officeDocument/2006/relationships" id="282" r:id="R28de9716d6ad4656"/>
    <p:sldId xmlns:r="http://schemas.openxmlformats.org/officeDocument/2006/relationships" id="283" r:id="Rc71cb4bd1a6940a6"/>
    <p:sldId xmlns:r="http://schemas.openxmlformats.org/officeDocument/2006/relationships" id="284" r:id="R7ac874dbbb1b4662"/>
    <p:sldId xmlns:r="http://schemas.openxmlformats.org/officeDocument/2006/relationships" id="285" r:id="Reb1fbab7e6aa4c2a"/>
    <p:sldId xmlns:r="http://schemas.openxmlformats.org/officeDocument/2006/relationships" id="286" r:id="Rceca0a1ba09141da"/>
    <p:sldId xmlns:r="http://schemas.openxmlformats.org/officeDocument/2006/relationships" id="287" r:id="R3bc6eba388394cea"/>
    <p:sldId xmlns:r="http://schemas.openxmlformats.org/officeDocument/2006/relationships" id="288" r:id="Rbee200c459a14a19"/>
    <p:sldId xmlns:r="http://schemas.openxmlformats.org/officeDocument/2006/relationships" id="289" r:id="R7255485c0fe04a25"/>
    <p:sldId xmlns:r="http://schemas.openxmlformats.org/officeDocument/2006/relationships" id="290" r:id="R4e5a3350abdf4c81"/>
    <p:sldId xmlns:r="http://schemas.openxmlformats.org/officeDocument/2006/relationships" id="291" r:id="Ra1f69245750e4556"/>
    <p:sldId xmlns:r="http://schemas.openxmlformats.org/officeDocument/2006/relationships" id="292" r:id="Rb447988008b540ea"/>
    <p:sldId xmlns:r="http://schemas.openxmlformats.org/officeDocument/2006/relationships" id="293" r:id="R589b29d6ceb34206"/>
    <p:sldId xmlns:r="http://schemas.openxmlformats.org/officeDocument/2006/relationships" id="294" r:id="Rea54508f6c184c43"/>
    <p:sldId xmlns:r="http://schemas.openxmlformats.org/officeDocument/2006/relationships" id="295" r:id="Re1d4e9a4308b4971"/>
    <p:sldId xmlns:r="http://schemas.openxmlformats.org/officeDocument/2006/relationships" id="296" r:id="R20e325a4cf6e43ce"/>
    <p:sldId xmlns:r="http://schemas.openxmlformats.org/officeDocument/2006/relationships" id="297" r:id="R87d933b84c1548e0"/>
    <p:sldId xmlns:r="http://schemas.openxmlformats.org/officeDocument/2006/relationships" id="298" r:id="R9fe1d887d9c54025"/>
    <p:sldId xmlns:r="http://schemas.openxmlformats.org/officeDocument/2006/relationships" id="299" r:id="Re4e7d48648514a7b"/>
    <p:sldId xmlns:r="http://schemas.openxmlformats.org/officeDocument/2006/relationships" id="300" r:id="R788b0cd0eab349e2"/>
    <p:sldId xmlns:r="http://schemas.openxmlformats.org/officeDocument/2006/relationships" id="301" r:id="R2a8b67be8b5b4e77"/>
    <p:sldId xmlns:r="http://schemas.openxmlformats.org/officeDocument/2006/relationships" id="302" r:id="Rca0380ff741a4ede"/>
    <p:sldId xmlns:r="http://schemas.openxmlformats.org/officeDocument/2006/relationships" id="303" r:id="Rf1dfc019fb9e45a2"/>
    <p:sldId xmlns:r="http://schemas.openxmlformats.org/officeDocument/2006/relationships" id="304" r:id="R2417410b0b184e52"/>
    <p:sldId xmlns:r="http://schemas.openxmlformats.org/officeDocument/2006/relationships" id="305" r:id="Rf84996a938594396"/>
    <p:sldId xmlns:r="http://schemas.openxmlformats.org/officeDocument/2006/relationships" id="306" r:id="R080ae58d89674f1a"/>
    <p:sldId xmlns:r="http://schemas.openxmlformats.org/officeDocument/2006/relationships" id="307" r:id="Rf47fd8635ac34d1e"/>
    <p:sldId xmlns:r="http://schemas.openxmlformats.org/officeDocument/2006/relationships" id="308" r:id="Rd4f6dded2a9a47c3"/>
    <p:sldId xmlns:r="http://schemas.openxmlformats.org/officeDocument/2006/relationships" id="309" r:id="Rc02f5ff4ef4d4e25"/>
    <p:sldId xmlns:r="http://schemas.openxmlformats.org/officeDocument/2006/relationships" id="310" r:id="R177875a426794e76"/>
    <p:sldId xmlns:r="http://schemas.openxmlformats.org/officeDocument/2006/relationships" id="311" r:id="R672520eeb6f74a48"/>
    <p:sldId xmlns:r="http://schemas.openxmlformats.org/officeDocument/2006/relationships" id="312" r:id="Rc33d307247c84ac7"/>
    <p:sldId xmlns:r="http://schemas.openxmlformats.org/officeDocument/2006/relationships" id="313" r:id="R751cb281891a4656"/>
  </p:sldIdLst>
  <p:sldSz cx="14630400" cy="8229600"/>
  <p:notesSz cx="6858000" cy="9144000"/>
  <p:embeddedFontLst>
    <p:embeddedFont>
      <p:font typeface="Chilgok Gwon Anja"/>
      <p:regular xmlns:r="http://schemas.openxmlformats.org/officeDocument/2006/relationships" r:id="Rba1e8ab12f9b42ee"/>
    </p:embeddedFont>
    <p:embeddedFont>
      <p:font typeface="Pretendard"/>
      <p:regular xmlns:r="http://schemas.openxmlformats.org/officeDocument/2006/relationships" r:id="Rda070cb8f1ec4a5c"/>
      <p:bold xmlns:r="http://schemas.openxmlformats.org/officeDocument/2006/relationships" r:id="Rf4973d16bb24447d"/>
    </p:embeddedFont>
    <p:embeddedFont>
      <p:font typeface="Pretendard Medium"/>
      <p:regular xmlns:r="http://schemas.openxmlformats.org/officeDocument/2006/relationships" r:id="R9ce45818cb074929"/>
    </p:embeddedFont>
    <p:embeddedFont>
      <p:font typeface="Pretendard SemiBold"/>
      <p:bold xmlns:r="http://schemas.openxmlformats.org/officeDocument/2006/relationships" r:id="R8ae445d150ad4920"/>
    </p:embeddedFont>
    <p:embeddedFont>
      <p:font typeface="맑은 고딕"/>
      <p:regular xmlns:r="http://schemas.openxmlformats.org/officeDocument/2006/relationships" r:id="Rc88f19bb338a46ab"/>
      <p:bold xmlns:r="http://schemas.openxmlformats.org/officeDocument/2006/relationships" r:id="R7ec526e3dc5e465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c9ce53b0844b5a" /><Relationship Type="http://schemas.openxmlformats.org/officeDocument/2006/relationships/slideMaster" Target="/ppt/slideMasters/slideMaster1.xml" Id="R25c8dc31a5134f76" /><Relationship Type="http://schemas.openxmlformats.org/officeDocument/2006/relationships/slideMaster" Target="/ppt/slideMasters/slideMaster2.xml" Id="R293f74203f5b44e6" /><Relationship Type="http://schemas.openxmlformats.org/officeDocument/2006/relationships/slideMaster" Target="/ppt/slideMasters/slideMaster3.xml" Id="R2d67a78781a54295" /><Relationship Type="http://schemas.openxmlformats.org/officeDocument/2006/relationships/slideMaster" Target="/ppt/slideMasters/slideMaster4.xml" Id="Re6c71359dc584c8f" /><Relationship Type="http://schemas.openxmlformats.org/officeDocument/2006/relationships/notesMaster" Target="/ppt/notesMasters/notesMaster1.xml" Id="R159e4b42231c4f97" /><Relationship Type="http://schemas.openxmlformats.org/officeDocument/2006/relationships/presProps" Target="/ppt/presProps.xml" Id="Rc75b7118fe864422" /><Relationship Type="http://schemas.openxmlformats.org/officeDocument/2006/relationships/viewProps" Target="/ppt/viewProps.xml" Id="R5b6efbf9f93c4072" /><Relationship Type="http://schemas.openxmlformats.org/officeDocument/2006/relationships/tableStyles" Target="/ppt/tableStyles.xml" Id="Rd53ddc1478734b6a" /><Relationship Type="http://schemas.openxmlformats.org/officeDocument/2006/relationships/font" Target="/ppt/fonts/font.dat" Id="Rba1e8ab12f9b42ee" /><Relationship Type="http://schemas.openxmlformats.org/officeDocument/2006/relationships/font" Target="/ppt/fonts/font2.dat" Id="Rda070cb8f1ec4a5c" /><Relationship Type="http://schemas.openxmlformats.org/officeDocument/2006/relationships/font" Target="/ppt/fonts/font3.dat" Id="Rf4973d16bb24447d" /><Relationship Type="http://schemas.openxmlformats.org/officeDocument/2006/relationships/font" Target="/ppt/fonts/font4.dat" Id="R9ce45818cb074929" /><Relationship Type="http://schemas.openxmlformats.org/officeDocument/2006/relationships/font" Target="/ppt/fonts/font5.dat" Id="R8ae445d150ad4920" /><Relationship Type="http://schemas.openxmlformats.org/officeDocument/2006/relationships/font" Target="/ppt/fonts/font6.dat" Id="Rc88f19bb338a46ab" /><Relationship Type="http://schemas.openxmlformats.org/officeDocument/2006/relationships/font" Target="/ppt/fonts/font7.dat" Id="R7ec526e3dc5e465e" /><Relationship Type="http://schemas.openxmlformats.org/officeDocument/2006/relationships/slide" Target="/ppt/slides/slide1.xml" Id="R80617d488b454ca5" /><Relationship Type="http://schemas.openxmlformats.org/officeDocument/2006/relationships/slide" Target="/ppt/slides/slide2.xml" Id="Rfee60ba8c36f49da" /><Relationship Type="http://schemas.openxmlformats.org/officeDocument/2006/relationships/slide" Target="/ppt/slides/slide3.xml" Id="Re8e3860d25884550" /><Relationship Type="http://schemas.openxmlformats.org/officeDocument/2006/relationships/slide" Target="/ppt/slides/slide4.xml" Id="Rf918468413354c58" /><Relationship Type="http://schemas.openxmlformats.org/officeDocument/2006/relationships/slide" Target="/ppt/slides/slide5.xml" Id="R638ffaaae79644cc" /><Relationship Type="http://schemas.openxmlformats.org/officeDocument/2006/relationships/slide" Target="/ppt/slides/slide6.xml" Id="Rb7f189cfb3774487" /><Relationship Type="http://schemas.openxmlformats.org/officeDocument/2006/relationships/slide" Target="/ppt/slides/slide7.xml" Id="Rc1218502cfd74a52" /><Relationship Type="http://schemas.openxmlformats.org/officeDocument/2006/relationships/slide" Target="/ppt/slides/slide8.xml" Id="R41c3595ff8914b31" /><Relationship Type="http://schemas.openxmlformats.org/officeDocument/2006/relationships/slide" Target="/ppt/slides/slide9.xml" Id="R40c21448e67e429b" /><Relationship Type="http://schemas.openxmlformats.org/officeDocument/2006/relationships/slide" Target="/ppt/slides/slide10.xml" Id="R16fe1213b3b74f17" /><Relationship Type="http://schemas.openxmlformats.org/officeDocument/2006/relationships/slide" Target="/ppt/slides/slide11.xml" Id="Racf1e871ee9b46b3" /><Relationship Type="http://schemas.openxmlformats.org/officeDocument/2006/relationships/slide" Target="/ppt/slides/slide12.xml" Id="R7ce7d54992474eb9" /><Relationship Type="http://schemas.openxmlformats.org/officeDocument/2006/relationships/slide" Target="/ppt/slides/slide13.xml" Id="R65c34afcba494714" /><Relationship Type="http://schemas.openxmlformats.org/officeDocument/2006/relationships/slide" Target="/ppt/slides/slide14.xml" Id="R241447465d914963" /><Relationship Type="http://schemas.openxmlformats.org/officeDocument/2006/relationships/slide" Target="/ppt/slides/slide15.xml" Id="Re485fbd31ef64d3b" /><Relationship Type="http://schemas.openxmlformats.org/officeDocument/2006/relationships/slide" Target="/ppt/slides/slide16.xml" Id="Ra927bb188edc461a" /><Relationship Type="http://schemas.openxmlformats.org/officeDocument/2006/relationships/slide" Target="/ppt/slides/slide17.xml" Id="R29bd5275c2d94a7c" /><Relationship Type="http://schemas.openxmlformats.org/officeDocument/2006/relationships/slide" Target="/ppt/slides/slide18.xml" Id="R06543735ca9141a8" /><Relationship Type="http://schemas.openxmlformats.org/officeDocument/2006/relationships/slide" Target="/ppt/slides/slide19.xml" Id="R0b9ce1d72400438c" /><Relationship Type="http://schemas.openxmlformats.org/officeDocument/2006/relationships/slide" Target="/ppt/slides/slide20.xml" Id="R20b15c0dc8f44790" /><Relationship Type="http://schemas.openxmlformats.org/officeDocument/2006/relationships/slide" Target="/ppt/slides/slide21.xml" Id="R1088e389fc2946e3" /><Relationship Type="http://schemas.openxmlformats.org/officeDocument/2006/relationships/slide" Target="/ppt/slides/slide22.xml" Id="Rf08bbf8066b647a2" /><Relationship Type="http://schemas.openxmlformats.org/officeDocument/2006/relationships/slide" Target="/ppt/slides/slide23.xml" Id="Reb32763b493c4c1b" /><Relationship Type="http://schemas.openxmlformats.org/officeDocument/2006/relationships/slide" Target="/ppt/slides/slide24.xml" Id="R202b6518c26e4112" /><Relationship Type="http://schemas.openxmlformats.org/officeDocument/2006/relationships/slide" Target="/ppt/slides/slide25.xml" Id="Rb9bb907a83654dc2" /><Relationship Type="http://schemas.openxmlformats.org/officeDocument/2006/relationships/slide" Target="/ppt/slides/slide26.xml" Id="R74b9669c5d3446f4" /><Relationship Type="http://schemas.openxmlformats.org/officeDocument/2006/relationships/slide" Target="/ppt/slides/slide27.xml" Id="R28de9716d6ad4656" /><Relationship Type="http://schemas.openxmlformats.org/officeDocument/2006/relationships/slide" Target="/ppt/slides/slide28.xml" Id="Rc71cb4bd1a6940a6" /><Relationship Type="http://schemas.openxmlformats.org/officeDocument/2006/relationships/slide" Target="/ppt/slides/slide29.xml" Id="R7ac874dbbb1b4662" /><Relationship Type="http://schemas.openxmlformats.org/officeDocument/2006/relationships/slide" Target="/ppt/slides/slide30.xml" Id="Reb1fbab7e6aa4c2a" /><Relationship Type="http://schemas.openxmlformats.org/officeDocument/2006/relationships/slide" Target="/ppt/slides/slide31.xml" Id="Rceca0a1ba09141da" /><Relationship Type="http://schemas.openxmlformats.org/officeDocument/2006/relationships/slide" Target="/ppt/slides/slide32.xml" Id="R3bc6eba388394cea" /><Relationship Type="http://schemas.openxmlformats.org/officeDocument/2006/relationships/slide" Target="/ppt/slides/slide33.xml" Id="Rbee200c459a14a19" /><Relationship Type="http://schemas.openxmlformats.org/officeDocument/2006/relationships/slide" Target="/ppt/slides/slide34.xml" Id="R7255485c0fe04a25" /><Relationship Type="http://schemas.openxmlformats.org/officeDocument/2006/relationships/slide" Target="/ppt/slides/slide35.xml" Id="R4e5a3350abdf4c81" /><Relationship Type="http://schemas.openxmlformats.org/officeDocument/2006/relationships/slide" Target="/ppt/slides/slide36.xml" Id="Ra1f69245750e4556" /><Relationship Type="http://schemas.openxmlformats.org/officeDocument/2006/relationships/slide" Target="/ppt/slides/slide37.xml" Id="Rb447988008b540ea" /><Relationship Type="http://schemas.openxmlformats.org/officeDocument/2006/relationships/slide" Target="/ppt/slides/slide38.xml" Id="R589b29d6ceb34206" /><Relationship Type="http://schemas.openxmlformats.org/officeDocument/2006/relationships/slide" Target="/ppt/slides/slide39.xml" Id="Rea54508f6c184c43" /><Relationship Type="http://schemas.openxmlformats.org/officeDocument/2006/relationships/slide" Target="/ppt/slides/slide40.xml" Id="Re1d4e9a4308b4971" /><Relationship Type="http://schemas.openxmlformats.org/officeDocument/2006/relationships/slide" Target="/ppt/slides/slide41.xml" Id="R20e325a4cf6e43ce" /><Relationship Type="http://schemas.openxmlformats.org/officeDocument/2006/relationships/slide" Target="/ppt/slides/slide42.xml" Id="R87d933b84c1548e0" /><Relationship Type="http://schemas.openxmlformats.org/officeDocument/2006/relationships/slide" Target="/ppt/slides/slide43.xml" Id="R9fe1d887d9c54025" /><Relationship Type="http://schemas.openxmlformats.org/officeDocument/2006/relationships/slide" Target="/ppt/slides/slide44.xml" Id="Re4e7d48648514a7b" /><Relationship Type="http://schemas.openxmlformats.org/officeDocument/2006/relationships/slide" Target="/ppt/slides/slide45.xml" Id="R788b0cd0eab349e2" /><Relationship Type="http://schemas.openxmlformats.org/officeDocument/2006/relationships/slide" Target="/ppt/slides/slide46.xml" Id="R2a8b67be8b5b4e77" /><Relationship Type="http://schemas.openxmlformats.org/officeDocument/2006/relationships/slide" Target="/ppt/slides/slide47.xml" Id="Rca0380ff741a4ede" /><Relationship Type="http://schemas.openxmlformats.org/officeDocument/2006/relationships/slide" Target="/ppt/slides/slide48.xml" Id="Rf1dfc019fb9e45a2" /><Relationship Type="http://schemas.openxmlformats.org/officeDocument/2006/relationships/slide" Target="/ppt/slides/slide49.xml" Id="R2417410b0b184e52" /><Relationship Type="http://schemas.openxmlformats.org/officeDocument/2006/relationships/slide" Target="/ppt/slides/slide50.xml" Id="Rf84996a938594396" /><Relationship Type="http://schemas.openxmlformats.org/officeDocument/2006/relationships/slide" Target="/ppt/slides/slide51.xml" Id="R080ae58d89674f1a" /><Relationship Type="http://schemas.openxmlformats.org/officeDocument/2006/relationships/slide" Target="/ppt/slides/slide52.xml" Id="Rf47fd8635ac34d1e" /><Relationship Type="http://schemas.openxmlformats.org/officeDocument/2006/relationships/slide" Target="/ppt/slides/slide53.xml" Id="Rd4f6dded2a9a47c3" /><Relationship Type="http://schemas.openxmlformats.org/officeDocument/2006/relationships/slide" Target="/ppt/slides/slide54.xml" Id="Rc02f5ff4ef4d4e25" /><Relationship Type="http://schemas.openxmlformats.org/officeDocument/2006/relationships/slide" Target="/ppt/slides/slide55.xml" Id="R177875a426794e76" /><Relationship Type="http://schemas.openxmlformats.org/officeDocument/2006/relationships/slide" Target="/ppt/slides/slide56.xml" Id="R672520eeb6f74a48" /><Relationship Type="http://schemas.openxmlformats.org/officeDocument/2006/relationships/slide" Target="/ppt/slides/slide57.xml" Id="Rc33d307247c84ac7" /><Relationship Type="http://schemas.openxmlformats.org/officeDocument/2006/relationships/slide" Target="/ppt/slides/slide58.xml" Id="R751cb281891a46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c56d527bc9a242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f2c095d6e542f0" /><Relationship Type="http://schemas.openxmlformats.org/officeDocument/2006/relationships/notesMaster" Target="/ppt/notesMasters/notesMaster1.xml" Id="R02c77c9b5eca4e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aa9329f369427c" /><Relationship Type="http://schemas.openxmlformats.org/officeDocument/2006/relationships/notesMaster" Target="/ppt/notesMasters/notesMaster1.xml" Id="R274a2677f8cd4e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5819e321ff4422" /><Relationship Type="http://schemas.openxmlformats.org/officeDocument/2006/relationships/notesMaster" Target="/ppt/notesMasters/notesMaster1.xml" Id="Rdaf52160ffba47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204e664a1348a8" /><Relationship Type="http://schemas.openxmlformats.org/officeDocument/2006/relationships/notesMaster" Target="/ppt/notesMasters/notesMaster1.xml" Id="Rbe18875ce4b240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626f72b2fc468d" /><Relationship Type="http://schemas.openxmlformats.org/officeDocument/2006/relationships/notesMaster" Target="/ppt/notesMasters/notesMaster1.xml" Id="R34d14b6fc0044f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2badc5e3e04f66" /><Relationship Type="http://schemas.openxmlformats.org/officeDocument/2006/relationships/notesMaster" Target="/ppt/notesMasters/notesMaster1.xml" Id="Ra505d7e673dc4a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915a3617da442d" /><Relationship Type="http://schemas.openxmlformats.org/officeDocument/2006/relationships/notesMaster" Target="/ppt/notesMasters/notesMaster1.xml" Id="R0e987aeedb0847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1b03922caf4276" /><Relationship Type="http://schemas.openxmlformats.org/officeDocument/2006/relationships/notesMaster" Target="/ppt/notesMasters/notesMaster1.xml" Id="R2be2deb305ef43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ab4c106919445a" /><Relationship Type="http://schemas.openxmlformats.org/officeDocument/2006/relationships/notesMaster" Target="/ppt/notesMasters/notesMaster1.xml" Id="Rd0faeb99927642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8c4df0b48d4aaf" /><Relationship Type="http://schemas.openxmlformats.org/officeDocument/2006/relationships/notesMaster" Target="/ppt/notesMasters/notesMaster1.xml" Id="Re51d2b4c2b804c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3903b6b2834926" /><Relationship Type="http://schemas.openxmlformats.org/officeDocument/2006/relationships/notesMaster" Target="/ppt/notesMasters/notesMaster1.xml" Id="R4b71ca25149a40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4aead63d5146aa" /><Relationship Type="http://schemas.openxmlformats.org/officeDocument/2006/relationships/notesMaster" Target="/ppt/notesMasters/notesMaster1.xml" Id="Rea0eacfc07ca45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7ee37bb22a42ac" /><Relationship Type="http://schemas.openxmlformats.org/officeDocument/2006/relationships/notesMaster" Target="/ppt/notesMasters/notesMaster1.xml" Id="Rda3a99287c054a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e42bcce6334d3f" /><Relationship Type="http://schemas.openxmlformats.org/officeDocument/2006/relationships/notesMaster" Target="/ppt/notesMasters/notesMaster1.xml" Id="R439ab37aba9240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8bce2958bc4a2a" /><Relationship Type="http://schemas.openxmlformats.org/officeDocument/2006/relationships/notesMaster" Target="/ppt/notesMasters/notesMaster1.xml" Id="Rbbea49e0eea241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0f600120de4ef9" /><Relationship Type="http://schemas.openxmlformats.org/officeDocument/2006/relationships/notesMaster" Target="/ppt/notesMasters/notesMaster1.xml" Id="R7886ee6d40234b9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34211423884286" /><Relationship Type="http://schemas.openxmlformats.org/officeDocument/2006/relationships/notesMaster" Target="/ppt/notesMasters/notesMaster1.xml" Id="Rd952354809e44b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65fbe8e1ae45c6" /><Relationship Type="http://schemas.openxmlformats.org/officeDocument/2006/relationships/notesMaster" Target="/ppt/notesMasters/notesMaster1.xml" Id="Raa81691807d9460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a595a2011344f76" /><Relationship Type="http://schemas.openxmlformats.org/officeDocument/2006/relationships/notesMaster" Target="/ppt/notesMasters/notesMaster1.xml" Id="R74b090c8024345c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452da51aff24fa1" /><Relationship Type="http://schemas.openxmlformats.org/officeDocument/2006/relationships/notesMaster" Target="/ppt/notesMasters/notesMaster1.xml" Id="R1ff0ca5b93a649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e54e9fed499492a" /><Relationship Type="http://schemas.openxmlformats.org/officeDocument/2006/relationships/notesMaster" Target="/ppt/notesMasters/notesMaster1.xml" Id="R1f487e9af36a46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3243eb7c5c04c77" /><Relationship Type="http://schemas.openxmlformats.org/officeDocument/2006/relationships/notesMaster" Target="/ppt/notesMasters/notesMaster1.xml" Id="R5c7a47953fde4ce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2c26f28de6b4cc1" /><Relationship Type="http://schemas.openxmlformats.org/officeDocument/2006/relationships/notesMaster" Target="/ppt/notesMasters/notesMaster1.xml" Id="R7bfbd7eef1744c8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622906cd1e04153" /><Relationship Type="http://schemas.openxmlformats.org/officeDocument/2006/relationships/notesMaster" Target="/ppt/notesMasters/notesMaster1.xml" Id="Rb2036d07d9874c8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843509945d14f60" /><Relationship Type="http://schemas.openxmlformats.org/officeDocument/2006/relationships/notesMaster" Target="/ppt/notesMasters/notesMaster1.xml" Id="R3bf81aaafe0a4e0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a5dc21795c34336" /><Relationship Type="http://schemas.openxmlformats.org/officeDocument/2006/relationships/notesMaster" Target="/ppt/notesMasters/notesMaster1.xml" Id="Rfe240ced0fab49f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ff38af2fe494bfa" /><Relationship Type="http://schemas.openxmlformats.org/officeDocument/2006/relationships/notesMaster" Target="/ppt/notesMasters/notesMaster1.xml" Id="R2c55fd35f4f0475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8d3ecac22204672" /><Relationship Type="http://schemas.openxmlformats.org/officeDocument/2006/relationships/notesMaster" Target="/ppt/notesMasters/notesMaster1.xml" Id="Rb29cf6382571446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d6642559bf544d1" /><Relationship Type="http://schemas.openxmlformats.org/officeDocument/2006/relationships/notesMaster" Target="/ppt/notesMasters/notesMaster1.xml" Id="Rfb3205d85127473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91210fa163c4686" /><Relationship Type="http://schemas.openxmlformats.org/officeDocument/2006/relationships/notesMaster" Target="/ppt/notesMasters/notesMaster1.xml" Id="Raa03559272a24c1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81d90adc15e4fc9" /><Relationship Type="http://schemas.openxmlformats.org/officeDocument/2006/relationships/notesMaster" Target="/ppt/notesMasters/notesMaster1.xml" Id="R83731fc2ac2949f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299fe1e447b4b7c" /><Relationship Type="http://schemas.openxmlformats.org/officeDocument/2006/relationships/notesMaster" Target="/ppt/notesMasters/notesMaster1.xml" Id="R0496ad87e95747f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b622fa87b164646" /><Relationship Type="http://schemas.openxmlformats.org/officeDocument/2006/relationships/notesMaster" Target="/ppt/notesMasters/notesMaster1.xml" Id="R3116e225166d41b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987393faa0c4cbe" /><Relationship Type="http://schemas.openxmlformats.org/officeDocument/2006/relationships/notesMaster" Target="/ppt/notesMasters/notesMaster1.xml" Id="R9d82485f5b69426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26ff471ce1b4891" /><Relationship Type="http://schemas.openxmlformats.org/officeDocument/2006/relationships/notesMaster" Target="/ppt/notesMasters/notesMaster1.xml" Id="Rcb549d4e1a7247e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dad81af24be4564" /><Relationship Type="http://schemas.openxmlformats.org/officeDocument/2006/relationships/notesMaster" Target="/ppt/notesMasters/notesMaster1.xml" Id="Rfa8838de7e56407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b7d711b24b843b0" /><Relationship Type="http://schemas.openxmlformats.org/officeDocument/2006/relationships/notesMaster" Target="/ppt/notesMasters/notesMaster1.xml" Id="R077ff245778840d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20a08edac3b4419" /><Relationship Type="http://schemas.openxmlformats.org/officeDocument/2006/relationships/notesMaster" Target="/ppt/notesMasters/notesMaster1.xml" Id="R7c029143cda14db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7da9c8f04d0402e" /><Relationship Type="http://schemas.openxmlformats.org/officeDocument/2006/relationships/notesMaster" Target="/ppt/notesMasters/notesMaster1.xml" Id="Rb4ede7d0d1454ad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f12b63f89864842" /><Relationship Type="http://schemas.openxmlformats.org/officeDocument/2006/relationships/notesMaster" Target="/ppt/notesMasters/notesMaster1.xml" Id="Rdb0b5e3e136b43c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9a7bbd58310413f" /><Relationship Type="http://schemas.openxmlformats.org/officeDocument/2006/relationships/notesMaster" Target="/ppt/notesMasters/notesMaster1.xml" Id="R6b4fc4bf117342b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952c9960a60408d" /><Relationship Type="http://schemas.openxmlformats.org/officeDocument/2006/relationships/notesMaster" Target="/ppt/notesMasters/notesMaster1.xml" Id="Re5db2383ef7846b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e793322e1f94159" /><Relationship Type="http://schemas.openxmlformats.org/officeDocument/2006/relationships/notesMaster" Target="/ppt/notesMasters/notesMaster1.xml" Id="R879f19ec848d454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c663637d3954b76" /><Relationship Type="http://schemas.openxmlformats.org/officeDocument/2006/relationships/notesMaster" Target="/ppt/notesMasters/notesMaster1.xml" Id="R3414e1a98bb54bc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e1141f6b9db4acc" /><Relationship Type="http://schemas.openxmlformats.org/officeDocument/2006/relationships/notesMaster" Target="/ppt/notesMasters/notesMaster1.xml" Id="Ra2fcb153f942493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13e6dda09724e13" /><Relationship Type="http://schemas.openxmlformats.org/officeDocument/2006/relationships/notesMaster" Target="/ppt/notesMasters/notesMaster1.xml" Id="R9d96622627954a6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9385afa8beb45e2" /><Relationship Type="http://schemas.openxmlformats.org/officeDocument/2006/relationships/notesMaster" Target="/ppt/notesMasters/notesMaster1.xml" Id="R54239a938f924d1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dc05fcf85d24a8f" /><Relationship Type="http://schemas.openxmlformats.org/officeDocument/2006/relationships/notesMaster" Target="/ppt/notesMasters/notesMaster1.xml" Id="R85a8f177d5264b5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e17ca95793d41e4" /><Relationship Type="http://schemas.openxmlformats.org/officeDocument/2006/relationships/notesMaster" Target="/ppt/notesMasters/notesMaster1.xml" Id="Rcf0c58d7251e4e7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6135705c065402b" /><Relationship Type="http://schemas.openxmlformats.org/officeDocument/2006/relationships/notesMaster" Target="/ppt/notesMasters/notesMaster1.xml" Id="R3940df057bd044b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c53c607bec144d3" /><Relationship Type="http://schemas.openxmlformats.org/officeDocument/2006/relationships/notesMaster" Target="/ppt/notesMasters/notesMaster1.xml" Id="R90d59cc3885e4c0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7ecdbe62c1643f5" /><Relationship Type="http://schemas.openxmlformats.org/officeDocument/2006/relationships/notesMaster" Target="/ppt/notesMasters/notesMaster1.xml" Id="R971aa7b0a6f64e2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97492a209de46c7" /><Relationship Type="http://schemas.openxmlformats.org/officeDocument/2006/relationships/notesMaster" Target="/ppt/notesMasters/notesMaster1.xml" Id="Rb83054de49fb4b6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bcb5b73cd9d420e" /><Relationship Type="http://schemas.openxmlformats.org/officeDocument/2006/relationships/notesMaster" Target="/ppt/notesMasters/notesMaster1.xml" Id="R4877673c7666453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70c5e58f071421e" /><Relationship Type="http://schemas.openxmlformats.org/officeDocument/2006/relationships/notesMaster" Target="/ppt/notesMasters/notesMaster1.xml" Id="R57d56e1d09bd475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618c00e471c45fe" /><Relationship Type="http://schemas.openxmlformats.org/officeDocument/2006/relationships/notesMaster" Target="/ppt/notesMasters/notesMaster1.xml" Id="Re388445956c448d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7abba95d96c845c8" /><Relationship Type="http://schemas.openxmlformats.org/officeDocument/2006/relationships/notesMaster" Target="/ppt/notesMasters/notesMaster1.xml" Id="R0085b261adac4662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e9d29547e2594b7a" /><Relationship Type="http://schemas.openxmlformats.org/officeDocument/2006/relationships/notesMaster" Target="/ppt/notesMasters/notesMaster1.xml" Id="Rd21c9be733314c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Indexer는 select_sources, extract, apply_profile, validate_metadata, chunk, embed, upsert, finalize_index 순으로 처리함. 원본 workflow 이미지를 유지함. 실패 시 후속 처리로 진행하지 않는 분기를 상세 페이지에서 확인함.</a:t>
            </a:r>
          </a:p>
          <a:p xmlns:a="http://schemas.openxmlformats.org/drawingml/2006/main">
            <a:r>
              <a:t>소스: hybrid-ai-lab/vector/indexer/app/application/graph.py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select_sources  :  원문 파일 선택</a:t>
            </a:r>
          </a:p>
          <a:p xmlns:a="http://schemas.openxmlformats.org/drawingml/2006/main">
            <a:r>
              <a:t>입력 경로에서 요청한 문서 종류와 상담 세그먼트에 해당하는 파일만 선택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input_path</a:t>
            </a:r>
          </a:p>
          <a:p xmlns:a="http://schemas.openxmlformats.org/drawingml/2006/main">
            <a:r>
              <a:t>원문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</a:t>
            </a:r>
          </a:p>
          <a:p xmlns:a="http://schemas.openxmlformats.org/drawingml/2006/main">
            <a:r>
              <a:t>D1 / D2 / D3 / 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segment</a:t>
            </a:r>
          </a:p>
          <a:p xmlns:a="http://schemas.openxmlformats.org/drawingml/2006/main">
            <a:r>
              <a:t>상담 세그먼트</a:t>
            </a:r>
          </a:p>
          <a:p xmlns:a="http://schemas.openxmlformats.org/drawingml/2006/main">
            <a:r>
              <a:t>1  파일이면 해당 파일, 폴더이면 파일 목록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D1·D2 PDF와 D3 상담 파일 이름 검사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문서 종류·세그먼트 조건으로 필터링</a:t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선택한 절대 경로 목록</a:t>
            </a:r>
          </a:p>
          <a:p xmlns:a="http://schemas.openxmlformats.org/drawingml/2006/main">
            <a:r>
              <a:t>다음: 선택 결과가 있으면 extract  /  없으면 오류 종료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select_sources · extract  :  경로와 문서의 구분</a:t>
            </a:r>
          </a:p>
          <a:p xmlns:a="http://schemas.openxmlformats.org/drawingml/2006/main">
            <a:r>
              <a:t>파일을 선택한 뒤 내용을 추출하며, 두 노드가 반환하는 State 필드도 다름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>select_sources</a:t>
            </a:r>
          </a:p>
          <a:p xmlns:a="http://schemas.openxmlformats.org/drawingml/2006/main">
            <a:r>
              <a:t>원문 파일 선택</a:t>
            </a:r>
          </a:p>
          <a:p xmlns:a="http://schemas.openxmlformats.org/drawingml/2006/main">
            <a:r>
              <a:t>extract</a:t>
            </a:r>
          </a:p>
          <a:p xmlns:a="http://schemas.openxmlformats.org/drawingml/2006/main">
            <a:r>
              <a:t>본문·메타데이터 추출</a:t>
            </a:r>
          </a:p>
          <a:p xmlns:a="http://schemas.openxmlformats.org/drawingml/2006/main">
            <a:r>
              <a:t>sources: 절대 경로 문자열 목록</a:t>
            </a:r>
          </a:p>
          <a:p xmlns:a="http://schemas.openxmlformats.org/drawingml/2006/main">
            <a:r>
              <a:t>documents: Document 객체 목록</a:t>
            </a:r>
          </a:p>
          <a:p xmlns:a="http://schemas.openxmlformats.org/drawingml/2006/main">
            <a:r>
              <a:t>return {"sources": selected}</a:t>
            </a:r>
          </a:p>
          <a:p xmlns:a="http://schemas.openxmlformats.org/drawingml/2006/main">
            <a:r>
              <a:t>documents.extend(extracted)</a:t>
            </a:r>
          </a:p>
          <a:p xmlns:a="http://schemas.openxmlformats.org/drawingml/2006/main">
            <a:r>
              <a:t>경로는 파일의 위치를 가리킴</a:t>
            </a:r>
          </a:p>
          <a:p xmlns:a="http://schemas.openxmlformats.org/drawingml/2006/main">
            <a:r>
              <a:t>Document = page_content + metadata</a:t>
            </a:r>
          </a:p>
          <a:p xmlns:a="http://schemas.openxmlformats.org/drawingml/2006/main">
            <a:r>
              <a:t>노드는 변경 필드를 딕셔너리로 반환하고, LangGraph가 기존 State에 반영함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select_sources는 sources 절대 경로 목록만 만듦. extract가 각 경로를 읽고 PDF 페이지별 또는 상담 한 건별 Document를 생성해 documents로 반환함. Document는 본문 page_content와 메타데이터 metadata를 함께 담는 객체임. sources를 Document 배열로 설명하지 않음. 근거: graph.py 337~396행.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파일을 Document로 변환</a:t>
            </a:r>
          </a:p>
          <a:p xmlns:a="http://schemas.openxmlformats.org/drawingml/2006/main">
            <a:r>
              <a:t>파일 형식에 맞는 추출기를 호출하고 본문·메타데이터·추적 정보를 수집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선택한 원문 파일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D1·D2 PDF</a:t>
            </a:r>
          </a:p>
          <a:p xmlns:a="http://schemas.openxmlformats.org/drawingml/2006/main">
            <a:r>
              <a:t>D3 상담 TXT</a:t>
            </a:r>
          </a:p>
          <a:p xmlns:a="http://schemas.openxmlformats.org/drawingml/2006/main">
            <a:r>
              <a:t>1  원문 파일별 SHA-256 해시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PDF는 페이지별, 상담은 상담 1건별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본문과 메타데이터를 Document로 묶음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본문 +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</a:t>
            </a:r>
          </a:p>
          <a:p xmlns:a="http://schemas.openxmlformats.org/drawingml/2006/main">
            <a:r>
              <a:t>처리 결과·경고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fingerprints</a:t>
            </a:r>
          </a:p>
          <a:p xmlns:a="http://schemas.openxmlformats.org/drawingml/2006/main">
            <a:r>
              <a:t>원문 해시</a:t>
            </a:r>
          </a:p>
          <a:p xmlns:a="http://schemas.openxmlformats.org/drawingml/2006/main">
            <a:r>
              <a:t>다음: apply_profile  /  문서 유형 doc_type은 metadata 안의 값</a:t>
            </a:r>
          </a:p>
          <a:p xmlns:a="http://schemas.openxmlformats.org/drawingml/2006/main">
            <a:r>
              <a:t>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좌표와 글자 구조</a:t>
            </a:r>
          </a:p>
          <a:p xmlns:a="http://schemas.openxmlformats.org/drawingml/2006/main">
            <a:r>
              <a:t>PDF 구조 예시: block 안의 line, line 안의 span과 bbox 좌표</a:t>
            </a:r>
          </a:p>
          <a:p xmlns:a="http://schemas.openxmlformats.org/drawingml/2006/main">
            <a:r>
              <a:t>소스: indexer/app/infrastructure/pdf_reader.py</a:t>
            </a:r>
          </a:p>
          <a:p xmlns:a="http://schemas.openxmlformats.org/drawingml/2006/main">
            <a:r>
              <a:t>block = {</a:t>
            </a:r>
          </a:p>
          <a:p xmlns:a="http://schemas.openxmlformats.org/drawingml/2006/main">
            <a:r>
              <a:t>               "type": 0,</a:t>
            </a:r>
          </a:p>
          <a:p xmlns:a="http://schemas.openxmlformats.org/drawingml/2006/main">
            <a:r>
              <a:t>               "bbox": (28, 15, 230, 48),</a:t>
            </a:r>
          </a:p>
          <a:p xmlns:a="http://schemas.openxmlformats.org/drawingml/2006/main">
            <a:r>
              <a:t>               "lines": [</a:t>
            </a:r>
          </a:p>
          <a:p xmlns:a="http://schemas.openxmlformats.org/drawingml/2006/main">
            <a:r>
              <a:t>                   {</a:t>
            </a:r>
          </a:p>
          <a:p xmlns:a="http://schemas.openxmlformats.org/drawingml/2006/main">
            <a:r>
              <a:t>                       "bbox": (28, 15, 230, 48),</a:t>
            </a:r>
          </a:p>
          <a:p xmlns:a="http://schemas.openxmlformats.org/drawingml/2006/main">
            <a:r>
              <a:t>                       "spans": [</a:t>
            </a:r>
          </a:p>
          <a:p xmlns:a="http://schemas.openxmlformats.org/drawingml/2006/main">
            <a:r>
              <a:t>                           {"text": "제5조"},</a:t>
            </a:r>
          </a:p>
          <a:p xmlns:a="http://schemas.openxmlformats.org/drawingml/2006/main">
            <a:r>
              <a:t>                           {"text": "(통지 방법)"},</a:t>
            </a:r>
          </a:p>
          <a:p xmlns:a="http://schemas.openxmlformats.org/drawingml/2006/main">
            <a:r>
              <a:t>                       ],</a:t>
            </a:r>
          </a:p>
          <a:p xmlns:a="http://schemas.openxmlformats.org/drawingml/2006/main">
            <a:r>
              <a:t>                   }</a:t>
            </a:r>
          </a:p>
          <a:p xmlns:a="http://schemas.openxmlformats.org/drawingml/2006/main">
            <a:r>
              <a:t>               ],</a:t>
            </a:r>
          </a:p>
          <a:p xmlns:a="http://schemas.openxmlformats.org/drawingml/2006/main">
            <a:r>
              <a:t>           }</a:t>
            </a:r>
          </a:p>
          <a:p xmlns:a="http://schemas.openxmlformats.org/drawingml/2006/main">
            <a:r>
              <a:t>bbox는 글자 영역의 좌표  /  spans의 글자를 합치면 같은 줄의 텍스트가 됨</a:t>
            </a:r>
          </a:p>
          <a:p xmlns:a="http://schemas.openxmlformats.org/drawingml/2006/main">
            <a:r>
              <a:t>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hybrid-ai-lab/vector/indexer/app/infrastructure/pdf_reader.py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한 줄씩 추출</a:t>
            </a:r>
          </a:p>
          <a:p xmlns:a="http://schemas.openxmlformats.org/drawingml/2006/main">
            <a:r>
              <a:t>_lines()가 PDF 한 페이지에서 좌표와 줄 텍스트를 수집</a:t>
            </a:r>
          </a:p>
          <a:p xmlns:a="http://schemas.openxmlformats.org/drawingml/2006/main">
            <a:r>
              <a:t>소스: indexer/app/infrastructure/pdf_reader.py</a:t>
            </a:r>
          </a:p>
          <a:p xmlns:a="http://schemas.openxmlformats.org/drawingml/2006/main">
            <a:r>
              <a:t>def _lines(page):</a:t>
            </a:r>
          </a:p>
          <a:p xmlns:a="http://schemas.openxmlformats.org/drawingml/2006/main">
            <a:r>
              <a:t>    result = []</a:t>
            </a:r>
          </a:p>
          <a:p xmlns:a="http://schemas.openxmlformats.org/drawingml/2006/main">
            <a:r>
              <a:t>    for block in page.get_text("dict")["blocks"]:</a:t>
            </a:r>
          </a:p>
          <a:p xmlns:a="http://schemas.openxmlformats.org/drawingml/2006/main">
            <a:r>
              <a:t>        for line in block.get("lines", []):</a:t>
            </a:r>
          </a:p>
          <a:p xmlns:a="http://schemas.openxmlformats.org/drawingml/2006/main">
            <a:r>
              <a:t>            text = "".join(span["text"] for span in line["spans"]).strip()</a:t>
            </a:r>
          </a:p>
          <a:p xmlns:a="http://schemas.openxmlformats.org/drawingml/2006/main">
            <a:r>
              <a:t>            if text:</a:t>
            </a:r>
          </a:p>
          <a:p xmlns:a="http://schemas.openxmlformats.org/drawingml/2006/main">
            <a:r>
              <a:t>                result.append((tuple(line["bbox"]), text))</a:t>
            </a:r>
          </a:p>
          <a:p xmlns:a="http://schemas.openxmlformats.org/drawingml/2006/main">
            <a:r>
              <a:t>    return result</a:t>
            </a:r>
          </a:p>
          <a:p xmlns:a="http://schemas.openxmlformats.org/drawingml/2006/main">
            <a:r>
              <a:t>함수 전체의 실행문 발췌(긴 설명 주석 생략). 빈 줄을 제외한 (bbox, text) 목록 반환</a:t>
            </a:r>
          </a:p>
          <a:p xmlns:a="http://schemas.openxmlformats.org/drawingml/2006/main">
            <a:r>
              <a:t>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hybrid-ai-lab/vector/indexer/app/infrastructure/pdf_reader.py</a:t>
            </a:r>
          </a:p>
          <a:p xmlns:a="http://schemas.openxmlformats.org/drawingml/2006/main">
            <a:r>
              <a:t>indexer/app/infrastructure/pdf_reader.py:11-11,87-93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반복 머리말·꼬리말 찾기</a:t>
            </a:r>
          </a:p>
          <a:p xmlns:a="http://schemas.openxmlformats.org/drawingml/2006/main">
            <a:r>
              <a:t>상·하단 여백의 문구를 페이지마다 한 번씩 세어 반복 여부 확인</a:t>
            </a:r>
          </a:p>
          <a:p xmlns:a="http://schemas.openxmlformats.org/drawingml/2006/main">
            <a:r>
              <a:t>소스: indexer/app/infrastructure/pdf_reader.py</a:t>
            </a:r>
          </a:p>
          <a:p xmlns:a="http://schemas.openxmlformats.org/drawingml/2006/main">
            <a:r>
              <a:t>def _margin(rectangle, height):</a:t>
            </a:r>
          </a:p>
          <a:p xmlns:a="http://schemas.openxmlformats.org/drawingml/2006/main">
            <a:r>
              <a:t>    return rectangle[3] &lt; height * 0.055 or rectangle[1] &gt; height * 0.95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repeated = Counter()</a:t>
            </a:r>
          </a:p>
          <a:p xmlns:a="http://schemas.openxmlformats.org/drawingml/2006/main">
            <a:r>
              <a:t>for page, lines in zip(pdf, page_lines):</a:t>
            </a:r>
          </a:p>
          <a:p xmlns:a="http://schemas.openxmlformats.org/drawingml/2006/main">
            <a:r>
              <a:t>    repeated.update({text for rectangle, text in lines if _margin(rectangle, page.rect.height)})</a:t>
            </a:r>
          </a:p>
          <a:p xmlns:a="http://schemas.openxmlformats.org/drawingml/2006/main">
            <a:r>
              <a:t>상단 5.5%·하단 5% 검사. 제거 옵션 사용 시 여백의 쪽 번호 또는 2쪽 이상 반복 문구 제거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_margin은 위쪽 5.5%와 아래쪽 5%를 판정함. Counter에 넣기 전 집합으로 만들어 한 페이지의 같은 문구는 한 번만 셈. 실제 제거는 remove_margins 옵션이 켜져 있고 여백에 있는 줄이며 숫자 쪽 번호이거나 repeated[text]&gt;=2인 경우임. 이 페이지는 여백 판정 함수와 반복 횟수 수집 부분의 발췌임. 96~99,243~249,285~296행.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hybrid-ai-lab/vector/indexer/app/infrastructure/pdf_reader.py</a:t>
            </a:r>
          </a:p>
          <a:p xmlns:a="http://schemas.openxmlformats.org/drawingml/2006/main">
            <a:r>
              <a:t>indexer/app/infrastructure/pdf_reader.py:96-99,243-249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표와 읽기 순서</a:t>
            </a:r>
          </a:p>
          <a:p xmlns:a="http://schemas.openxmlformats.org/drawingml/2006/main">
            <a:r>
              <a:t>표는 행·열 관계를 보존하고, 같은 글자가 본문에 중복되지 않도록 처리</a:t>
            </a:r>
          </a:p>
          <a:p xmlns:a="http://schemas.openxmlformats.org/drawingml/2006/main">
            <a:r>
              <a:t>소스: indexer/app/infrastructure/pdf_reader.py</a:t>
            </a:r>
          </a:p>
          <a:p xmlns:a="http://schemas.openxmlformats.org/drawingml/2006/main">
            <a:r>
              <a:t>좌표와 텍스트 수집</a:t>
            </a:r>
          </a:p>
          <a:p xmlns:a="http://schemas.openxmlformats.org/drawingml/2006/main">
            <a:r>
              <a:t>표 감지·글자 비교</a:t>
            </a:r>
          </a:p>
          <a:p xmlns:a="http://schemas.openxmlformats.org/drawingml/2006/main">
            <a:r>
              <a:t>본문과 표 순서 복원</a:t>
            </a:r>
          </a:p>
          <a:p xmlns:a="http://schemas.openxmlformats.org/drawingml/2006/main">
            <a:r>
              <a:t>스캔 PDF의 OCR은 미구현  /  텍스트 계층이 없으면 경고  /  암호화 PDF는 처리 중단</a:t>
            </a:r>
          </a:p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hybrid-ai-lab/vector/indexer/app/infrastructure/pdf_reader.py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상담 분리와 가명화</a:t>
            </a:r>
          </a:p>
          <a:p xmlns:a="http://schemas.openxmlformats.org/drawingml/2006/main">
            <a:r>
              <a:t>상담ID 머리글로 상담을 나눈 뒤 개인정보가 남지 않도록 처리</a:t>
            </a:r>
          </a:p>
          <a:p xmlns:a="http://schemas.openxmlformats.org/drawingml/2006/main">
            <a:r>
              <a:t>소스: indexer/app/domain/consultations.py</a:t>
            </a:r>
          </a:p>
          <a:p xmlns:a="http://schemas.openxmlformats.org/drawingml/2006/main">
            <a:r>
              <a:t>상담ID 기준 분리</a:t>
            </a:r>
          </a:p>
          <a:p xmlns:a="http://schemas.openxmlformats.org/drawingml/2006/main">
            <a:r>
              <a:t>개인정보 처리</a:t>
            </a:r>
          </a:p>
          <a:p xmlns:a="http://schemas.openxmlformats.org/drawingml/2006/main">
            <a:r>
              <a:t>잔존 검사</a:t>
            </a:r>
          </a:p>
          <a:p xmlns:a="http://schemas.openxmlformats.org/drawingml/2006/main">
            <a:r>
              <a:t>Document 생성</a:t>
            </a:r>
          </a:p>
          <a:p xmlns:a="http://schemas.openxmlformats.org/drawingml/2006/main">
            <a:r>
              <a:t>정해진 식별정보 패턴이 남으면 중단. 상담은 restricted 등급. 모든 개인정보 제거를 보장하는 검사는 아님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hybrid-ai-lab/vector/indexer/app/domain/consultations.py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개인정보 치환 코드 발췌</a:t>
            </a:r>
          </a:p>
          <a:p xmlns:a="http://schemas.openxmlformats.org/drawingml/2006/main">
            <a:r>
              <a:t>_clean() 후반부: 연락처·카드번호 삭제, 회원번호 가명화, 나이 일반화</a:t>
            </a:r>
          </a:p>
          <a:p xmlns:a="http://schemas.openxmlformats.org/drawingml/2006/main">
            <a:r>
              <a:t>소스: indexer/app/domain/consultations.py</a:t>
            </a:r>
          </a:p>
          <a:p xmlns:a="http://schemas.openxmlformats.org/drawingml/2006/main">
            <a:r>
              <a:t>text = PHONE.sub("[삭제]", text)</a:t>
            </a:r>
          </a:p>
          <a:p xmlns:a="http://schemas.openxmlformats.org/drawingml/2006/main">
            <a:r>
              <a:t>text = EMAIL.sub("[삭제]", text)</a:t>
            </a:r>
          </a:p>
          <a:p xmlns:a="http://schemas.openxmlformats.org/drawingml/2006/main">
            <a:r>
              <a:t>text = PAN.sub("[삭제]", text)</a:t>
            </a:r>
          </a:p>
          <a:p xmlns:a="http://schemas.openxmlformats.org/drawingml/2006/main">
            <a:r>
              <a:t>text = re.sub(r"(?:끝\s*4자리|끝\s*네\s*자리|마지막\s*4자리)\s*(?:는|가|:)?\s*\d{4}", "끝4자리 [삭제]", text)</a:t>
            </a:r>
          </a:p>
          <a:p xmlns:a="http://schemas.openxmlformats.org/drawingml/2006/main">
            <a:r>
              <a:t>text = re.sub(r"가상고객\d+|가상상담사\d+", "[삭제]", text)</a:t>
            </a:r>
          </a:p>
          <a:p xmlns:a="http://schemas.openxmlformats.org/drawingml/2006/main">
            <a:r>
              <a:t>text = MEMBER.sub(lambda match: to_pseudo(match.group(0)), text)</a:t>
            </a:r>
          </a:p>
          <a:p xmlns:a="http://schemas.openxmlformats.org/drawingml/2006/main">
            <a:r>
              <a:t>return re.sub(</a:t>
            </a:r>
          </a:p>
          <a:p xmlns:a="http://schemas.openxmlformats.org/drawingml/2006/main">
            <a:r>
              <a:t>    r"(?&lt;!\d)(?:만\s*)?(\d{1,3})\s*세",</a:t>
            </a:r>
          </a:p>
          <a:p xmlns:a="http://schemas.openxmlformats.org/drawingml/2006/main">
            <a:r>
              <a:t>    lambda match: "60대 이상" if int(match.group(1)) &gt;= 60 else f"{int(match.group(1)) // 10 * 10}대",</a:t>
            </a:r>
          </a:p>
          <a:p xmlns:a="http://schemas.openxmlformats.org/drawingml/2006/main">
            <a:r>
              <a:t>    text,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함수 후반부 발췌. 앞부분에서 이름·생년월일·원문 카드번호·끝 4자리도 치환함</a:t>
            </a:r>
          </a:p>
          <a:p xmlns:a="http://schemas.openxmlformats.org/drawingml/2006/main">
            <a:r>
              <a:t>상담사명은 별도로 to_pseudo(..., "a")를 적용해 agent_pseudo_id 생성</a:t>
            </a:r>
          </a:p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이 코드는 _clean의 후반부만 발췌함. PHONE·EMAIL·PAN은 정규식 패턴이며 sub는 일치한 내용을 치환함. 앞부분에서 접수정보의 이름·전화·이메일, 여러 생년월일 표기, 원문 카드번호, 끝4자리를 처리함. to_pseudo는 입력을 SHA-256 해시하고 앞 16자리와 m 또는 a 접두사를 결합함. 상담사명은 _clean에서 이름을 지운 뒤 별도 metadata 생성 시 a_ 가명으로 저장함. 이 발췌만으로 전체 가명화 함수를 대체하면 안 됨. 31~37,52~81,182~189행.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hybrid-ai-lab/vector/indexer/app/domain/consultations.py</a:t>
            </a:r>
          </a:p>
          <a:p xmlns:a="http://schemas.openxmlformats.org/drawingml/2006/main">
            <a:r>
              <a:t>indexer/app/domain/consultations.py:71-81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apply_profile  :  문서별 관리 정보 적용</a:t>
            </a:r>
          </a:p>
          <a:p xmlns:a="http://schemas.openxmlformats.org/drawingml/2006/main">
            <a:r>
              <a:t>source 파일명에 대응하는 프로필을 찾아 메타데이터에 반영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추출된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profiles</a:t>
            </a:r>
          </a:p>
          <a:p xmlns:a="http://schemas.openxmlformats.org/drawingml/2006/main">
            <a:r>
              <a:t>파일별 관리 규칙</a:t>
            </a:r>
          </a:p>
          <a:p xmlns:a="http://schemas.openxmlformats.org/drawingml/2006/main">
            <a:r>
              <a:t>1  문서 metadata에서 source 파일명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해당 파일의 프로필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owner·access_level 등의 값을 적용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프로필이 반영된</a:t>
            </a:r>
          </a:p>
          <a:p xmlns:a="http://schemas.openxmlformats.org/drawingml/2006/main">
            <a:r>
              <a:t>문서 목록</a:t>
            </a:r>
          </a:p>
          <a:p xmlns:a="http://schemas.openxmlformats.org/drawingml/2006/main">
            <a:r>
              <a:t>다음: validate_metadata  /  파일별 고정 관리 정보로 메타데이터를 일관되게 유지</a:t>
            </a:r>
          </a:p>
          <a:p xmlns:a="http://schemas.openxmlformats.org/drawingml/2006/main">
            <a:r>
              <a:t>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apply_profile  :  프로필 선택과 적용 코드</a:t>
            </a:r>
          </a:p>
          <a:p xmlns:a="http://schemas.openxmlformats.org/drawingml/2006/main">
            <a:r>
              <a:t>파일명으로 프로필을 찾고 모든 Document에 동일한 관리 규칙 적용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profiles = state.get("profiles", {})</a:t>
            </a:r>
          </a:p>
          <a:p xmlns:a="http://schemas.openxmlformats.org/drawingml/2006/main">
            <a:r>
              <a:t>documents = [</a:t>
            </a:r>
          </a:p>
          <a:p xmlns:a="http://schemas.openxmlformats.org/drawingml/2006/main">
            <a:r>
              <a:t>    apply_profile(document, profiles.get(document.metadata.get("source", ""), {}))</a:t>
            </a:r>
          </a:p>
          <a:p xmlns:a="http://schemas.openxmlformats.org/drawingml/2006/main">
            <a:r>
              <a:t>    for document in state["documents"]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return {"documents": documents}</a:t>
            </a:r>
          </a:p>
          <a:p xmlns:a="http://schemas.openxmlformats.org/drawingml/2006/main">
            <a:r>
              <a:t>같은 source에서 나온 모든 Document에 같은 프로필 적용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>indexer/app/application/graph.py:404-409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validate_metadata  :  필수값 검증과 결과 저장</a:t>
            </a:r>
          </a:p>
          <a:p xmlns:a="http://schemas.openxmlformats.org/drawingml/2006/main">
            <a:r>
              <a:t>저장 위치·메타데이터·상담 가명화 상태를 검사하고 중간 결과를 기록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입력 문서 + schema</a:t>
            </a:r>
          </a:p>
          <a:p xmlns:a="http://schemas.openxmlformats.org/drawingml/2006/main">
            <a:r>
              <a:t>필수값·허용값 검사</a:t>
            </a:r>
          </a:p>
          <a:p xmlns:a="http://schemas.openxmlformats.org/drawingml/2006/main">
            <a:r>
              <a:t>validation 결과</a:t>
            </a:r>
          </a:p>
          <a:p xmlns:a="http://schemas.openxmlformats.org/drawingml/2006/main">
            <a:r>
              <a:t>통과 시 chunk, 실패 시 종료  /  출력 폴더는 원문 폴더와 분리  /  현재 파일명은 documents.jsonl</a:t>
            </a:r>
          </a:p>
          <a:p xmlns:a="http://schemas.openxmlformats.org/drawingml/2006/main">
            <a:r>
              <a:t>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chunk  :  문서 유형별 의미 단위 분할</a:t>
            </a:r>
          </a:p>
          <a:p xmlns:a="http://schemas.openxmlformats.org/drawingml/2006/main">
            <a:r>
              <a:t>Document를 검색 결과로 사용할 작은 근거 조각으로 변환</a:t>
            </a:r>
          </a:p>
          <a:p xmlns:a="http://schemas.openxmlformats.org/drawingml/2006/main">
            <a:r>
              <a:t>소스: indexer/app/domain/chunking.py</a:t>
            </a:r>
          </a:p>
          <a:p xmlns:a="http://schemas.openxmlformats.org/drawingml/2006/main">
            <a:r>
              <a:t>출력: chunks와 청킹 보고서</a:t>
            </a:r>
          </a:p>
          <a:p xmlns:a="http://schemas.openxmlformats.org/drawingml/2006/main">
            <a:r>
              <a:t>상담 1턴은 발화 2개(통상 고객·상담사). 긴 속성표는 행을 자르지 않고 크기 예외로 보존</a:t>
            </a:r>
          </a:p>
          <a:p xmlns:a="http://schemas.openxmlformats.org/drawingml/2006/main">
            <a:r>
              <a:t>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hybrid-ai-lab/vector/indexer/app/domain/chunking.py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embed  :  변경 청크의 벡터 생성</a:t>
            </a:r>
          </a:p>
          <a:p xmlns:a="http://schemas.openxmlformats.org/drawingml/2006/main">
            <a:r>
              <a:t>본문과 메타데이터의 해시를 이전 실행과 비교해 임베딩 대상을 결정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chunks</a:t>
            </a:r>
          </a:p>
          <a:p xmlns:a="http://schemas.openxmlformats.org/drawingml/2006/main">
            <a:r>
              <a:t>현재 청크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기존 manifest 파일</a:t>
            </a:r>
          </a:p>
          <a:p xmlns:a="http://schemas.openxmlformats.org/drawingml/2006/main">
            <a:r>
              <a:t>이전 해시·설정</a:t>
            </a:r>
          </a:p>
          <a:p xmlns:a="http://schemas.openxmlformats.org/drawingml/2006/main">
            <a:r>
              <a:t>1  해시가 같은 청크는 생략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추가·변경 청크를 배치로 임베딩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모델·청킹 설정 변경 시 전체 재임베딩</a:t>
            </a:r>
          </a:p>
          <a:p xmlns:a="http://schemas.openxmlformats.org/drawingml/2006/main">
            <a:r>
              <a:t>pending_ids</a:t>
            </a:r>
          </a:p>
          <a:p xmlns:a="http://schemas.openxmlformats.org/drawingml/2006/main">
            <a:r>
              <a:t>처리한 청크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vectors_path</a:t>
            </a:r>
          </a:p>
          <a:p xmlns:a="http://schemas.openxmlformats.org/drawingml/2006/main">
            <a:r>
              <a:t>벡터 파일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failed</a:t>
            </a:r>
          </a:p>
          <a:p xmlns:a="http://schemas.openxmlformats.org/drawingml/2006/main">
            <a:r>
              <a:t>실패 목록</a:t>
            </a:r>
          </a:p>
          <a:p xmlns:a="http://schemas.openxmlformats.org/drawingml/2006/main">
            <a:r>
              <a:t>이전 정보: output_path/index_manifest.json. 기본 모델 KURE-v2, 벡터 차원은 실행 시 측정</a:t>
            </a:r>
          </a:p>
          <a:p xmlns:a="http://schemas.openxmlformats.org/drawingml/2006/main">
            <a:r>
              <a:t>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본문과 메타데이터 해시가 둘 다 같아야 생략함. 임베딩 서명 또는 청킹 설정이 달라지면 전체 재임베딩 계획으로 승격함. index_manifest는 State 필드가 아니라 output_path/index_manifest.json 파일임. 768차원은 현재 데이터에서 관찰되는 값이며 하드코딩한 계약이 아님. graph.py565~597,724~748, embedder.py114~160행.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embed  :  모델 적재와 배치 인코딩</a:t>
            </a:r>
          </a:p>
          <a:p xmlns:a="http://schemas.openxmlformats.org/drawingml/2006/main">
            <a:r>
              <a:t>모델은 처음 필요할 때 적재하고, 여러 본문을 배치로 벡터화</a:t>
            </a:r>
          </a:p>
          <a:p xmlns:a="http://schemas.openxmlformats.org/drawingml/2006/main">
            <a:r>
              <a:t>소스: indexer/app/infrastructure/embedder.py</a:t>
            </a:r>
          </a:p>
          <a:p xmlns:a="http://schemas.openxmlformats.org/drawingml/2006/main">
            <a:r>
              <a:t># _load()의 모델 생성 부분</a:t>
            </a:r>
          </a:p>
          <a:p xmlns:a="http://schemas.openxmlformats.org/drawingml/2006/main">
            <a:r>
              <a:t>self._model = SentenceTransformer(self.model_name, device=self.device)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embed()의 실행문 (주석 생략)</a:t>
            </a:r>
          </a:p>
          <a:p xmlns:a="http://schemas.openxmlformats.org/drawingml/2006/main">
            <a:r>
              <a:t>def embed(self, texts: list[str], *, kind: Literal["passage", "query"] = "passage") -&gt; list[list[float]]:</a:t>
            </a:r>
          </a:p>
          <a:p xmlns:a="http://schemas.openxmlformats.org/drawingml/2006/main">
            <a:r>
              <a:t>    del kind</a:t>
            </a:r>
          </a:p>
          <a:p xmlns:a="http://schemas.openxmlformats.org/drawingml/2006/main">
            <a:r>
              <a:t>    model = self._load()</a:t>
            </a:r>
          </a:p>
          <a:p xmlns:a="http://schemas.openxmlformats.org/drawingml/2006/main">
            <a:r>
              <a:t>    values = model.encode(texts, batch_size=self.batch_size, normalize_embeddings=True)</a:t>
            </a:r>
          </a:p>
          <a:p xmlns:a="http://schemas.openxmlformats.org/drawingml/2006/main">
            <a:r>
              <a:t>    return values.tolist() if hasattr(values, "tolist") else [list(row) for row in values]</a:t>
            </a:r>
          </a:p>
          <a:p xmlns:a="http://schemas.openxmlformats.org/drawingml/2006/main">
            <a:r>
              <a:t>kind는 인터페이스 호환용으로 즉시 버림. encode는 query·passage를 구분하지 않고 벡터 정규화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hybrid-ai-lab/vector/indexer/app/infrastructure/embedder.py</a:t>
            </a:r>
          </a:p>
          <a:p xmlns:a="http://schemas.openxmlformats.org/drawingml/2006/main">
            <a:r>
              <a:t>indexer/app/infrastructure/embedder.py:54-54</a:t>
            </a:r>
          </a:p>
          <a:p xmlns:a="http://schemas.openxmlformats.org/drawingml/2006/main">
            <a:r>
              <a:t>indexer/app/infrastructure/embedder.py:70-79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ChromaDB 저장·갱신</a:t>
            </a:r>
          </a:p>
          <a:p xmlns:a="http://schemas.openxmlformats.org/drawingml/2006/main">
            <a:r>
              <a:t>임베딩에 성공한 청크의 ID·본문·벡터·메타데이터를 함께 저장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pending_ids</a:t>
            </a:r>
          </a:p>
          <a:p xmlns:a="http://schemas.openxmlformats.org/drawingml/2006/main">
            <a:r>
              <a:t>저장 대상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vectors_path</a:t>
            </a:r>
          </a:p>
          <a:p xmlns:a="http://schemas.openxmlformats.org/drawingml/2006/main">
            <a:r>
              <a:t>임베딩 벡터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chunks</a:t>
            </a:r>
          </a:p>
          <a:p xmlns:a="http://schemas.openxmlformats.org/drawingml/2006/main">
            <a:r>
              <a:t>본문·metadata</a:t>
            </a:r>
          </a:p>
          <a:p xmlns:a="http://schemas.openxmlformats.org/drawingml/2006/main">
            <a:r>
              <a:t>1  ID에 맞는 본문과 벡터를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메타데이터를 Chroma 허용 형식으로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같은 ID는 갱신, 새 ID는 추가</a:t>
            </a:r>
          </a:p>
          <a:p xmlns:a="http://schemas.openxmlformats.org/drawingml/2006/main">
            <a:r>
              <a:t>ok_ids</a:t>
            </a:r>
          </a:p>
          <a:p xmlns:a="http://schemas.openxmlformats.org/drawingml/2006/main">
            <a:r>
              <a:t>저장 성공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failed</a:t>
            </a:r>
          </a:p>
          <a:p xmlns:a="http://schemas.openxmlformats.org/drawingml/2006/main">
            <a:r>
              <a:t>실패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count_before</a:t>
            </a:r>
          </a:p>
          <a:p xmlns:a="http://schemas.openxmlformats.org/drawingml/2006/main">
            <a:r>
              <a:t>저장 전 건수</a:t>
            </a:r>
          </a:p>
          <a:p xmlns:a="http://schemas.openxmlformats.org/drawingml/2006/main">
            <a:r>
              <a:t>다음: finalize_index  /  원문에서 사라진 청크의 자동 삭제는 현재 미구현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Chroma 컬렉션 구성</a:t>
            </a:r>
          </a:p>
          <a:p xmlns:a="http://schemas.openxmlformats.org/drawingml/2006/main">
            <a:r>
              <a:t>영속 저장 경로·cosine 거리·임베딩 서명을 컬렉션에 설정</a:t>
            </a:r>
          </a:p>
          <a:p xmlns:a="http://schemas.openxmlformats.org/drawingml/2006/main">
            <a:r>
              <a:t>소스: indexer/app/infrastructure/chroma_store.py</a:t>
            </a:r>
          </a:p>
          <a:p xmlns:a="http://schemas.openxmlformats.org/drawingml/2006/main">
            <a:r>
              <a:t>self._store = Chroma(</a:t>
            </a:r>
          </a:p>
          <a:p xmlns:a="http://schemas.openxmlformats.org/drawingml/2006/main">
            <a:r>
              <a:t>    collection_name=collection,</a:t>
            </a:r>
          </a:p>
          <a:p xmlns:a="http://schemas.openxmlformats.org/drawingml/2006/main">
            <a:r>
              <a:t>    embedding_function=embedding_function,</a:t>
            </a:r>
          </a:p>
          <a:p xmlns:a="http://schemas.openxmlformats.org/drawingml/2006/main">
            <a:r>
              <a:t>    persist_directory=str(path),</a:t>
            </a:r>
          </a:p>
          <a:p xmlns:a="http://schemas.openxmlformats.org/drawingml/2006/main">
            <a:r>
              <a:t>    collection_configuration={"hnsw": {"space": "cosine"}},</a:t>
            </a:r>
          </a:p>
          <a:p xmlns:a="http://schemas.openxmlformats.org/drawingml/2006/main">
            <a:r>
              <a:t>    collection_metadata={"embedding_model_signature": signature, "hnsw:space": "cosine"},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서명은 메타데이터에 기록. check_signature()로 비교 가능하며 일반 초기화에서 자동 검사하지 않음</a:t>
            </a:r>
          </a:p>
          <a:p xmlns:a="http://schemas.openxmlformats.org/drawingml/2006/main">
            <a:r>
              <a:t>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hybrid-ai-lab/vector/indexer/app/infrastructure/chroma_store.py</a:t>
            </a:r>
          </a:p>
          <a:p xmlns:a="http://schemas.openxmlformats.org/drawingml/2006/main">
            <a:r>
              <a:t>indexer/app/infrastructure/chroma_store.py:138-147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청크 저장 코드</a:t>
            </a:r>
          </a:p>
          <a:p xmlns:a="http://schemas.openxmlformats.org/drawingml/2006/main">
            <a:r>
              <a:t>청크 ID를 메타데이터에 넣고 저장 가능한 값으로 정리한 뒤 upsert</a:t>
            </a:r>
          </a:p>
          <a:p xmlns:a="http://schemas.openxmlformats.org/drawingml/2006/main">
            <a:r>
              <a:t>소스: indexer/app/infrastructure/chroma_store.py</a:t>
            </a:r>
          </a:p>
          <a:p xmlns:a="http://schemas.openxmlformats.org/drawingml/2006/main">
            <a:r>
              <a:t>def upsert(self, ids, texts, embeddings, metadatas) -&gt; None:</a:t>
            </a:r>
          </a:p>
          <a:p xmlns:a="http://schemas.openxmlformats.org/drawingml/2006/main">
            <a:r>
              <a:t>    clean = []</a:t>
            </a:r>
          </a:p>
          <a:p xmlns:a="http://schemas.openxmlformats.org/drawingml/2006/main">
            <a:r>
              <a:t>    for chunk_id, metadata in zip(ids, metadatas):</a:t>
            </a:r>
          </a:p>
          <a:p xmlns:a="http://schemas.openxmlformats.org/drawingml/2006/main">
            <a:r>
              <a:t>        metadata_with_id = {**metadata, "chunk_id": chunk_id}</a:t>
            </a:r>
          </a:p>
          <a:p xmlns:a="http://schemas.openxmlformats.org/drawingml/2006/main">
            <a:r>
              <a:t>        clean_metadata = sanitize_metadata(metadata_with_id)</a:t>
            </a:r>
          </a:p>
          <a:p xmlns:a="http://schemas.openxmlformats.org/drawingml/2006/main">
            <a:r>
              <a:t>        clean.append(clean_metadata)</a:t>
            </a:r>
          </a:p>
          <a:p xmlns:a="http://schemas.openxmlformats.org/drawingml/2006/main">
            <a:r>
              <a:t>    self._collection.upsert(ids=ids, documents=texts, embeddings=embeddings, metadatas=clean)</a:t>
            </a:r>
          </a:p>
          <a:p xmlns:a="http://schemas.openxmlformats.org/drawingml/2006/main">
            <a:r>
              <a:t>IDs·documents·embeddings·metadatas 배열은 같은 순서로 대응해야 함</a:t>
            </a:r>
          </a:p>
          <a:p xmlns:a="http://schemas.openxmlformats.org/drawingml/2006/main">
            <a:r>
              <a:t>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hybrid-ai-lab/vector/indexer/app/infrastructure/chroma_store.py</a:t>
            </a:r>
          </a:p>
          <a:p xmlns:a="http://schemas.openxmlformats.org/drawingml/2006/main">
            <a:r>
              <a:t>indexer/app/infrastructure/chroma_store.py:150-168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finalize_index  :  검증과 검색 세대 발행</a:t>
            </a:r>
          </a:p>
          <a:p xmlns:a="http://schemas.openxmlformats.org/drawingml/2006/main">
            <a:r>
              <a:t>벡터 저장 결과를 확인한 뒤 키워드 검색 인덱스를 완성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벡터 건수·ID 검증</a:t>
            </a:r>
          </a:p>
          <a:p xmlns:a="http://schemas.openxmlformats.org/drawingml/2006/main">
            <a:r>
              <a:t>전체 corpus 구성</a:t>
            </a:r>
          </a:p>
          <a:p xmlns:a="http://schemas.openxmlformats.org/drawingml/2006/main">
            <a:r>
              <a:t>Kiwi 단어 분리</a:t>
            </a:r>
          </a:p>
          <a:p xmlns:a="http://schemas.openxmlformats.org/drawingml/2006/main">
            <a:r>
              <a:t>BM25S 재생성</a:t>
            </a:r>
          </a:p>
          <a:p xmlns:a="http://schemas.openxmlformats.org/drawingml/2006/main">
            <a:r>
              <a:t>새 generation 폴더</a:t>
            </a:r>
          </a:p>
          <a:p xmlns:a="http://schemas.openxmlformats.org/drawingml/2006/main">
            <a:r>
              <a:t>corpus + BM25 + 카드명 사전</a:t>
            </a:r>
          </a:p>
          <a:p xmlns:a="http://schemas.openxmlformats.org/drawingml/2006/main">
            <a:r>
              <a:t>active_index.json 전환</a:t>
            </a:r>
          </a:p>
          <a:p xmlns:a="http://schemas.openxmlformats.org/drawingml/2006/main">
            <a:r>
              <a:t>완성된 검색 세대 활성화</a:t>
            </a:r>
          </a:p>
          <a:p xmlns:a="http://schemas.openxmlformats.org/drawingml/2006/main">
            <a:r>
              <a:t>카드명 사전 등록  /  미등록 단어(OOV) 후보는 검토 파일로 저장</a:t>
            </a:r>
          </a:p>
          <a:p xmlns:a="http://schemas.openxmlformats.org/drawingml/2006/main">
            <a:r>
              <a:t>발행 결과는 active_index.json의 chunk_count·card_dictionary_count로 확인. 완료 후 END</a:t>
            </a:r>
          </a:p>
          <a:p xmlns:a="http://schemas.openxmlformats.org/drawingml/2006/main">
            <a:r>
              <a:t>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workflow 이미지를 유지함. 이미지 속 check_query는 현재 check_search_readiness이며 과거 관문 0.70은 현재 기본값 0.86과 다름. 준비 확인, 원 질문 검색, 변환 검토, 질문별 추가 검색, 병합 또는 리랭크, 답변 생성 및 검증 흐름임. 상세 노드명과 설정값은 현재 소스를 기준으로 설명함.</a:t>
            </a:r>
          </a:p>
          <a:p xmlns:a="http://schemas.openxmlformats.org/drawingml/2006/main">
            <a:r>
              <a:t>소스: hybrid-ai-lab/vector/retriever/app/application/graph.py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check_search_readiness  :  검색 준비 확인</a:t>
            </a:r>
          </a:p>
          <a:p xmlns:a="http://schemas.openxmlformats.org/drawingml/2006/main">
            <a:r>
              <a:t>원본 workflow 이미지의 check_query에 대응하는 실제 노드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정상: index_info  /  요청값 오류: validation_errors</a:t>
            </a:r>
          </a:p>
          <a:p xmlns:a="http://schemas.openxmlformats.org/drawingml/2006/main">
            <a:r>
              <a:t>빈 컬렉션·서명 불일치: IndexUnavailableError 발생. 정상일 때 다음 vector_search로 진행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원 질문 벡터 검색</a:t>
            </a:r>
          </a:p>
          <a:p xmlns:a="http://schemas.openxmlformats.org/drawingml/2006/main">
            <a:r>
              <a:t>원 질문의 의미와 가까운 문서를 찾고, 질문 변환 판정용 점수를 기록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query</a:t>
            </a:r>
          </a:p>
          <a:p xmlns:a="http://schemas.openxmlformats.org/drawingml/2006/main">
            <a: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role·mode</a:t>
            </a:r>
          </a:p>
          <a:p xmlns:a="http://schemas.openxmlformats.org/drawingml/2006/main">
            <a:r>
              <a:t>접근 역할·검색 모드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top_k</a:t>
            </a:r>
          </a:p>
          <a:p xmlns:a="http://schemas.openxmlformats.org/drawingml/2006/main">
            <a:r>
              <a:t>최종 결과 수</a:t>
            </a:r>
          </a:p>
          <a:p xmlns:a="http://schemas.openxmlformats.org/drawingml/2006/main">
            <a:r>
              <a:t>1  질문을 임베딩하고 권한 필터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similarity 또는 MMR 전략으로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vector_hits와 변환 관문 점수 보존</a:t>
            </a:r>
          </a:p>
          <a:p xmlns:a="http://schemas.openxmlformats.org/drawingml/2006/main">
            <a:r>
              <a:t>vector_hits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transform_gate_</a:t>
            </a:r>
          </a:p>
          <a:p xmlns:a="http://schemas.openxmlformats.org/drawingml/2006/main">
            <a:r>
              <a:t>vector_score</a:t>
            </a:r>
          </a:p>
          <a:p xmlns:a="http://schemas.openxmlformats.org/drawingml/2006/main">
            <a:r>
              <a:t>첫 후보 Vector 점수</a:t>
            </a:r>
          </a:p>
          <a:p xmlns:a="http://schemas.openxmlformats.org/drawingml/2006/main">
            <a:r>
              <a:t>다음: assess_transform_gate  /  MMR은 관련성과 후보 다양성을 함께 고려</a:t>
            </a:r>
          </a:p>
          <a:p xmlns:a="http://schemas.openxmlformats.org/drawingml/2006/main">
            <a:r>
              <a:t>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Chroma 검색 코드</a:t>
            </a:r>
          </a:p>
          <a:p xmlns:a="http://schemas.openxmlformats.org/drawingml/2006/main">
            <a:r>
              <a:t>질문 벡터·조회 수·권한 조건을 Chroma 컬렉션에 전달</a:t>
            </a:r>
          </a:p>
          <a:p xmlns:a="http://schemas.openxmlformats.org/drawingml/2006/main">
            <a:r>
              <a:t>소스: retriever/app/infrastructure/chroma_store.py</a:t>
            </a:r>
          </a:p>
          <a:p xmlns:a="http://schemas.openxmlformats.org/drawingml/2006/main">
            <a:r>
              <a:t>result = self._collection.query(</a:t>
            </a:r>
          </a:p>
          <a:p xmlns:a="http://schemas.openxmlformats.org/drawingml/2006/main">
            <a:r>
              <a:t>    query_embeddings=[query_embedding],</a:t>
            </a:r>
          </a:p>
          <a:p xmlns:a="http://schemas.openxmlformats.org/drawingml/2006/main">
            <a:r>
              <a:t>    n_results=options.fetch_k(k),</a:t>
            </a:r>
          </a:p>
          <a:p xmlns:a="http://schemas.openxmlformats.org/drawingml/2006/main">
            <a:r>
              <a:t>    where=where or None,</a:t>
            </a:r>
          </a:p>
          <a:p xmlns:a="http://schemas.openxmlformats.org/drawingml/2006/main">
            <a:r>
              <a:t>    include=include,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query_embeddings는 질문 벡터  /  where는 권한 필터  /  include는 결과에 포함할 정보</a:t>
            </a:r>
          </a:p>
          <a:p xmlns:a="http://schemas.openxmlformats.org/drawingml/2006/main">
            <a:r>
              <a:t>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hybrid-ai-lab/vector/retriever/app/infrastructure/chroma_store.py</a:t>
            </a:r>
          </a:p>
          <a:p xmlns:a="http://schemas.openxmlformats.org/drawingml/2006/main">
            <a:r>
              <a:t>retriever/app/infrastructure/chroma_store.py:139-144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네 검색 모드의 후보 수</a:t>
            </a:r>
          </a:p>
          <a:p xmlns:a="http://schemas.openxmlformats.org/drawingml/2006/main">
            <a:r>
              <a:t>top_k=5, 후보 배수 4의 기본 설정 예시. 실제 결과 수는 더 적을 수 있음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raw_k=fused_k×4, 리랭크 fused_k=top_k×2. MMR은 40/80개 조회 후 20/40개 선택</a:t>
            </a:r>
          </a:p>
          <a:p xmlns:a="http://schemas.openxmlformats.org/drawingml/2006/main">
            <a:r>
              <a:t>변환 질문도 같은 후보 수 규칙 사용. similarity 조회 수는 raw_k와 같음</a:t>
            </a:r>
          </a:p>
          <a:p xmlns:a="http://schemas.openxmlformats.org/drawingml/2006/main">
            <a:r>
              <a:t>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이 표는 각 노드가 유지하는 후보 수의 상한임. 접근 가능한 후보가 적으면 더 적게 반환함. similarity는 Chroma에서 raw_k를 조회함. MMR은 기본 fetch_multiplier=2이므로 raw_k의 2배 풀에서 다양성을 고려하여 raw_k를 고름. 표의 최종 5개는 변환 질문이 있더라도 최종 병합 후 top_k 상한임.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assess_transform_gate  :  질문 변환 검토 관문</a:t>
            </a:r>
          </a:p>
          <a:p xmlns:a="http://schemas.openxmlformats.org/drawingml/2006/main">
            <a:r>
              <a:t>transform=auto일 때 최초 원 질문 Vector Top-1과 0.86을 비교</a:t>
            </a:r>
          </a:p>
          <a:p xmlns:a="http://schemas.openxmlformats.org/drawingml/2006/main">
            <a:r>
              <a:t>소스: retriever/app/domain/query_transform.py</a:t>
            </a:r>
          </a:p>
          <a:p xmlns:a="http://schemas.openxmlformats.org/drawingml/2006/main">
            <a:r>
              <a:t>if transform_mode == "off":</a:t>
            </a:r>
          </a:p>
          <a:p xmlns:a="http://schemas.openxmlformats.org/drawingml/2006/main">
            <a:r>
              <a:t>    return {</a:t>
            </a:r>
          </a:p>
          <a:p xmlns:a="http://schemas.openxmlformats.org/drawingml/2006/main">
            <a:r>
              <a:t>        "route_action": "off",</a:t>
            </a:r>
          </a:p>
          <a:p xmlns:a="http://schemas.openxmlformats.org/drawingml/2006/main">
            <a:r>
              <a:t>        "transform_review_required": False,</a:t>
            </a:r>
          </a:p>
          <a:p xmlns:a="http://schemas.openxmlformats.org/drawingml/2006/main">
            <a:r>
              <a:t>        "transformed_queries": [],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if transform_mode != "auto":</a:t>
            </a:r>
          </a:p>
          <a:p xmlns:a="http://schemas.openxmlformats.org/drawingml/2006/main">
            <a:r>
              <a:t>    raise ValueError("transform_mode는 off 또는 auto여야 함")</a:t>
            </a:r>
          </a:p>
          <a:p xmlns:a="http://schemas.openxmlformats.org/drawingml/2006/main">
            <a:r>
              <a:t>if top_vector_score is not None and top_vector_score &gt;= gate_threshold:</a:t>
            </a:r>
          </a:p>
          <a:p xmlns:a="http://schemas.openxmlformats.org/drawingml/2006/main">
            <a:r>
              <a:t>    return {</a:t>
            </a:r>
          </a:p>
          <a:p xmlns:a="http://schemas.openxmlformats.org/drawingml/2006/main">
            <a:r>
              <a:t>        "route_action": "gate_pass",</a:t>
            </a:r>
          </a:p>
          <a:p xmlns:a="http://schemas.openxmlformats.org/drawingml/2006/main">
            <a:r>
              <a:t>        "transform_review_required": False,</a:t>
            </a:r>
          </a:p>
          <a:p xmlns:a="http://schemas.openxmlformats.org/drawingml/2006/main">
            <a:r>
              <a:t>        "transformed_queries": [],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return {"transform_review_required": True}</a:t>
            </a:r>
          </a:p>
          <a:p xmlns:a="http://schemas.openxmlformats.org/drawingml/2006/main">
            <a:r>
              <a:t>기본 transform=off는 검토 생략  /  gate_threshold=0.86  /  미달이면 plan_query_transform</a:t>
            </a:r>
          </a:p>
          <a:p xmlns:a="http://schemas.openxmlformats.org/drawingml/2006/main">
            <a:r>
              <a:t>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hybrid-ai-lab/vector/retriever/app/domain/query_transform.py</a:t>
            </a:r>
          </a:p>
          <a:p xmlns:a="http://schemas.openxmlformats.org/drawingml/2006/main">
            <a:r>
              <a:t>retriever/app/domain/query_transform.py:65-79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plan_query_transform  :  변환 계획 수립</a:t>
            </a:r>
          </a:p>
          <a:p xmlns:a="http://schemas.openxmlformats.org/drawingml/2006/main">
            <a:r>
              <a:t>관문 미달 시 캐시 또는 Router LLM으로 변환 필요성과 기법 결정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질문 + 후보 정보</a:t>
            </a:r>
          </a:p>
          <a:p xmlns:a="http://schemas.openxmlformats.org/drawingml/2006/main">
            <a:r>
              <a:t>캐시 확인 / Router LLM</a:t>
            </a:r>
          </a:p>
          <a:p xmlns:a="http://schemas.openxmlformats.org/drawingml/2006/main">
            <a:r>
              <a:t>keep·clarify·transform</a:t>
            </a:r>
          </a:p>
          <a:p xmlns:a="http://schemas.openxmlformats.org/drawingml/2006/main">
            <a:r>
              <a:t>출력: route_action·technique·transformed_queries  /  형식 오류 시 keep으로 대체</a:t>
            </a:r>
          </a:p>
          <a:p xmlns:a="http://schemas.openxmlformats.org/drawingml/2006/main">
            <a:r>
              <a:t>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plan_query_transform  :  다섯 가지 변환 기법</a:t>
            </a:r>
          </a:p>
          <a:p xmlns:a="http://schemas.openxmlformats.org/drawingml/2006/main">
            <a:r>
              <a:t>질문의 어려운 부분에 맞춰 검색 표현을 바꾸거나 복합 질문을 분리</a:t>
            </a:r>
          </a:p>
          <a:p xmlns:a="http://schemas.openxmlformats.org/drawingml/2006/main">
            <a:r>
              <a:t>소스: retriever/app/domain/query_transform.py</a:t>
            </a:r>
          </a:p>
          <a:p xmlns:a="http://schemas.openxmlformats.org/drawingml/2006/main">
            <a:r>
              <a:t>캐시 적중 시 LLM 호출 생략  /  HyDE가 만든 문장은 검색용이며 원문 근거로 사용하지 않음</a:t>
            </a:r>
          </a:p>
          <a:p xmlns:a="http://schemas.openxmlformats.org/drawingml/2006/main">
            <a:r>
              <a:t>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bm25_search  :  원 질문 키워드 검색</a:t>
            </a:r>
          </a:p>
          <a:p xmlns:a="http://schemas.openxmlformats.org/drawingml/2006/main">
            <a:r>
              <a:t>hybrid 계열에서 원 질문의 단어와 맞는 청크를 검색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query</a:t>
            </a:r>
          </a:p>
          <a:p xmlns:a="http://schemas.openxmlformats.org/drawingml/2006/main">
            <a: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role</a:t>
            </a:r>
          </a:p>
          <a:p xmlns:a="http://schemas.openxmlformats.org/drawingml/2006/main">
            <a:r>
              <a:t>접근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활성 BM25 인덱스</a:t>
            </a:r>
          </a:p>
          <a:p xmlns:a="http://schemas.openxmlformats.org/drawingml/2006/main">
            <a:r>
              <a:t>1  카드명 사전을 적용한 Kiwi 토큰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역색인에서 단어가 맞는 후보 점수화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접근 가능한 문서로 결과 제한</a:t>
            </a:r>
          </a:p>
          <a:p xmlns:a="http://schemas.openxmlformats.org/drawingml/2006/main">
            <a:r>
              <a:t>청크 ID별</a:t>
            </a:r>
          </a:p>
          <a:p xmlns:a="http://schemas.openxmlformats.org/drawingml/2006/main">
            <a:r>
              <a:t>키워드 점수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warnings</a:t>
            </a:r>
          </a:p>
          <a:p xmlns:a="http://schemas.openxmlformats.org/drawingml/2006/main">
            <a:r>
              <a:t>검색 경고</a:t>
            </a:r>
          </a:p>
          <a:p xmlns:a="http://schemas.openxmlformats.org/drawingml/2006/main">
            <a:r>
              <a:t>다음: fuse_scores  /  vector 계열은 이 노드를 건너뜀</a:t>
            </a:r>
          </a:p>
          <a:p xmlns:a="http://schemas.openxmlformats.org/drawingml/2006/main">
            <a:r>
              <a:t>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bm25_search  :  BM25S 호출 코드</a:t>
            </a:r>
          </a:p>
          <a:p xmlns:a="http://schemas.openxmlformats.org/drawingml/2006/main">
            <a:r>
              <a:t>접근 권한 마스크를 적용한 키워드 후보 조회</a:t>
            </a:r>
          </a:p>
          <a:p xmlns:a="http://schemas.openxmlformats.org/drawingml/2006/main">
            <a:r>
              <a:t>소스: retriever/app/infrastructure/bm25_index.py</a:t>
            </a:r>
          </a:p>
          <a:p xmlns:a="http://schemas.openxmlformats.org/drawingml/2006/main">
            <a:r>
              <a:t>result = retriever.retrieve(</a:t>
            </a:r>
          </a:p>
          <a:p xmlns:a="http://schemas.openxmlformats.org/drawingml/2006/main">
            <a:r>
              <a:t>    [terms],</a:t>
            </a:r>
          </a:p>
          <a:p xmlns:a="http://schemas.openxmlformats.org/drawingml/2006/main">
            <a:r>
              <a:t>    k=k,</a:t>
            </a:r>
          </a:p>
          <a:p xmlns:a="http://schemas.openxmlformats.org/drawingml/2006/main">
            <a:r>
              <a:t>    weight_mask=mask,</a:t>
            </a:r>
          </a:p>
          <a:p xmlns:a="http://schemas.openxmlformats.org/drawingml/2006/main">
            <a:r>
              <a:t>    show_progress=False,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권한 마스크로 허용되지 않은 문서의 점수를 0으로 처리하고, 반환 후보도 권한 기준으로 제한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hybrid-ai-lab/vector/retriever/app/infrastructure/bm25_index.py</a:t>
            </a:r>
          </a:p>
          <a:p xmlns:a="http://schemas.openxmlformats.org/drawingml/2006/main">
            <a:r>
              <a:t>retriever/app/infrastructure/bm25_index.py:210-215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fuse_scores  :  Vector·BM25 점수 결합</a:t>
            </a:r>
          </a:p>
          <a:p xmlns:a="http://schemas.openxmlformats.org/drawingml/2006/main">
            <a:r>
              <a:t>청크 ID 합집합을 만든 뒤 점수를 각각 0 ~ 1로 맞추어 가중합</a:t>
            </a:r>
          </a:p>
          <a:p xmlns:a="http://schemas.openxmlformats.org/drawingml/2006/main">
            <a:r>
              <a:t>소스: retriever/app/domain/scoring.py</a:t>
            </a:r>
          </a:p>
          <a:p xmlns:a="http://schemas.openxmlformats.org/drawingml/2006/main">
            <a:r>
              <a:t>candidate_ids = set(vector_by_id) | bm25_candidate_ids</a:t>
            </a:r>
          </a:p>
          <a:p xmlns:a="http://schemas.openxmlformats.org/drawingml/2006/main">
            <a:r>
              <a:t>normalized_vector = normalize(vector_by_id, candidate_ids)</a:t>
            </a:r>
          </a:p>
          <a:p xmlns:a="http://schemas.openxmlformats.org/drawingml/2006/main">
            <a:r>
              <a:t>normalized_bm25 = normalize(bm25_scores, candidate_ids)</a:t>
            </a:r>
          </a:p>
          <a:p xmlns:a="http://schemas.openxmlformats.org/drawingml/2006/main">
            <a:r>
              <a:t>vector_objects = {hit.chunk_id: hit for hit in vector_hits}</a:t>
            </a:r>
          </a:p>
          <a:p xmlns:a="http://schemas.openxmlformats.org/drawingml/2006/main">
            <a:r>
              <a:t>output = []</a:t>
            </a:r>
          </a:p>
          <a:p xmlns:a="http://schemas.openxmlformats.org/drawingml/2006/main">
            <a:r>
              <a:t>for chunk_id in candidate_ids:</a:t>
            </a:r>
          </a:p>
          <a:p xmlns:a="http://schemas.openxmlformats.org/drawingml/2006/main">
            <a:r>
              <a:t>    base = vector_objects.get(chunk_id) or chunks.get(chunk_id)</a:t>
            </a:r>
          </a:p>
          <a:p xmlns:a="http://schemas.openxmlformats.org/drawingml/2006/main">
            <a:r>
              <a:t>    if base is None:</a:t>
            </a:r>
          </a:p>
          <a:p xmlns:a="http://schemas.openxmlformats.org/drawingml/2006/main">
            <a:r>
              <a:t>        continue</a:t>
            </a:r>
          </a:p>
          <a:p xmlns:a="http://schemas.openxmlformats.org/drawingml/2006/main">
            <a:r>
              <a:t>    score = weight_bm25 * normalized_bm25[chunk_id] + weight_vector * normalized_vector[chunk_id]</a:t>
            </a:r>
          </a:p>
          <a:p xmlns:a="http://schemas.openxmlformats.org/drawingml/2006/main">
            <a:r>
              <a:t>결합: Vector 0.6 + BM25 0.4. 결과 score에 융합값 저장, 원 vector_score는 별도 유지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hybrid-ai-lab/vector/retriever/app/domain/scoring.py</a:t>
            </a:r>
          </a:p>
          <a:p xmlns:a="http://schemas.openxmlformats.org/drawingml/2006/main">
            <a:r>
              <a:t>retriever/app/domain/scoring.py:65-80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fuse_scores  :  정규화 계산 예시</a:t>
            </a:r>
          </a:p>
          <a:p xmlns:a="http://schemas.openxmlformats.org/drawingml/2006/main">
            <a:r>
              <a:t>한쪽 검색에 없는 후보는 해당 원점수를 0으로 포함해 정규화</a:t>
            </a:r>
          </a:p>
          <a:p xmlns:a="http://schemas.openxmlformats.org/drawingml/2006/main">
            <a:r>
              <a:t>소스: retriever/app/domain/scoring.py</a:t>
            </a:r>
          </a:p>
          <a:p xmlns:a="http://schemas.openxmlformats.org/drawingml/2006/main">
            <a:r>
              <a:t>Hybrid = Vector 정규화 점수 × 0.6 + BM25 정규화 점수 × 0.4</a:t>
            </a:r>
          </a:p>
          <a:p xmlns:a="http://schemas.openxmlformats.org/drawingml/2006/main">
            <a:r>
              <a:t>정규화 = (점수 − 최솟값) ÷ (최댓값 − 최솟값)  /  모든 값이 같으면 해당 신호를 0으로 처리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hybrid-ai-lab/vector/retriever/app/domain/scoring.py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complete_original_results  :  원 질문 후보 확정</a:t>
            </a:r>
          </a:p>
          <a:p xmlns:a="http://schemas.openxmlformats.org/drawingml/2006/main">
            <a:r>
              <a:t>변환 질문 검색 전에 원 질문의 기준 결과를 따로 보존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vector_hits</a:t>
            </a:r>
          </a:p>
          <a:p xmlns:a="http://schemas.openxmlformats.org/drawingml/2006/main">
            <a:r>
              <a:t>또는 융합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mode·top_k</a:t>
            </a:r>
          </a:p>
          <a:p xmlns:a="http://schemas.openxmlformats.org/drawingml/2006/main">
            <a:r>
              <a:t>1  vector 계열이면 Vector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hybrid 계열이면 융합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baseline_hits와 현재 hits 분리 보관</a:t>
            </a:r>
          </a:p>
          <a:p xmlns:a="http://schemas.openxmlformats.org/drawingml/2006/main">
            <a:r>
              <a:t>baseline_hits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hits</a:t>
            </a:r>
          </a:p>
          <a:p xmlns:a="http://schemas.openxmlformats.org/drawingml/2006/main">
            <a:r>
              <a:t>현재 상위 결과</a:t>
            </a:r>
          </a:p>
          <a:p xmlns:a="http://schemas.openxmlformats.org/drawingml/2006/main">
            <a:r>
              <a:t>분기: 변환 질문 있음 → search_transformed  /  변환 없음·리랭크 모드 → rerank  /  그 외 검색 완료</a:t>
            </a:r>
          </a:p>
          <a:p xmlns:a="http://schemas.openxmlformats.org/drawingml/2006/main">
            <a:r>
              <a:t>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complete_original_results  :  기준 후보 보존 코드</a:t>
            </a:r>
          </a:p>
          <a:p xmlns:a="http://schemas.openxmlformats.org/drawingml/2006/main">
            <a:r>
              <a:t>현재 구현은 리랭크 입력 후보 수와 최종 출력 수를 구분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if _uses_vector_only(state.get("mode")):</a:t>
            </a:r>
          </a:p>
          <a:p xmlns:a="http://schemas.openxmlformats.org/drawingml/2006/main">
            <a:r>
              <a:t>    baseline = list(state.get("vector_hits", []))[: self._candidate_sizes(state).fused_k]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baseline = list(state.get("baseline_hits", state.get("candidates", [])))</a:t>
            </a:r>
          </a:p>
          <a:p xmlns:a="http://schemas.openxmlformats.org/drawingml/2006/main">
            <a:r>
              <a:t>return {</a:t>
            </a:r>
          </a:p>
          <a:p xmlns:a="http://schemas.openxmlformats.org/drawingml/2006/main">
            <a:r>
              <a:t>    "baseline_hits": baseline,</a:t>
            </a:r>
          </a:p>
          <a:p xmlns:a="http://schemas.openxmlformats.org/drawingml/2006/main">
            <a:r>
              <a:t>    "hits": list(baseline[: int(state.get("top_k", len(baseline)))]),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top_k=5인 리랭크 모드: baseline_hits 최대 10개, hits 최대 5개 보관</a:t>
            </a:r>
          </a:p>
          <a:p xmlns:a="http://schemas.openxmlformats.org/drawingml/2006/main">
            <a:r>
              <a:t>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>retriever/app/application/graph.py:995-1003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변환 질문별 추가 검색</a:t>
            </a:r>
          </a:p>
          <a:p xmlns:a="http://schemas.openxmlformats.org/drawingml/2006/main">
            <a:r>
              <a:t>원 질문의 후보를 유지한 채 변환 질문마다 독립된 후보 그룹 생성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transformed_queries</a:t>
            </a:r>
          </a:p>
          <a:p xmlns:a="http://schemas.openxmlformats.org/drawingml/2006/main">
            <a:r>
              <a:t>변환 질문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mode·role·top_k</a:t>
            </a:r>
          </a:p>
          <a:p xmlns:a="http://schemas.openxmlformats.org/drawingml/2006/main">
            <a:r>
              <a:t>1  변환 질문을 하나씩 같은 모드로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질문별 결과를 같은 순서로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실패 그룹은 빈 목록과 경고로 남김</a:t>
            </a:r>
          </a:p>
          <a:p xmlns:a="http://schemas.openxmlformats.org/drawingml/2006/main">
            <a:r>
              <a:t>transformed_</a:t>
            </a:r>
          </a:p>
          <a:p xmlns:a="http://schemas.openxmlformats.org/drawingml/2006/main">
            <a:r>
              <a:t>hit_groups</a:t>
            </a:r>
          </a:p>
          <a:p xmlns:a="http://schemas.openxmlformats.org/drawingml/2006/main">
            <a:r>
              <a:t>질문별 후보 묶음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warnings</a:t>
            </a:r>
          </a:p>
          <a:p xmlns:a="http://schemas.openxmlformats.org/drawingml/2006/main">
            <a:r>
              <a:t>다음: vector·hybrid는 merge_queries  /  리랭크 모드는 사전 RRF 없이 rerank</a:t>
            </a:r>
          </a:p>
          <a:p xmlns:a="http://schemas.openxmlformats.org/drawingml/2006/main">
            <a:r>
              <a:t>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변환 질문 검색 실행 코드</a:t>
            </a:r>
          </a:p>
          <a:p xmlns:a="http://schemas.openxmlformats.org/drawingml/2006/main">
            <a:r>
              <a:t>변환 질문을 순서대로 검색하고, 질문별 결과와 실패 경고를 반환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def _run_search_transformed(self, state: RetrieverState, **_kwargs: Any) -&gt; dict[str, Any]:</a:t>
            </a:r>
          </a:p>
          <a:p xmlns:a="http://schemas.openxmlformats.org/drawingml/2006/main">
            <a:r>
              <a:t>    groups, warnings = [], []</a:t>
            </a:r>
          </a:p>
          <a:p xmlns:a="http://schemas.openxmlformats.org/drawingml/2006/main">
            <a:r>
              <a:t>    for query in state.get("transformed_queries", []):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groups.append(self._search_one(query, state))</a:t>
            </a:r>
          </a:p>
          <a:p xmlns:a="http://schemas.openxmlformats.org/drawingml/2006/main">
            <a:r>
              <a:t>        except Exception as error:</a:t>
            </a:r>
          </a:p>
          <a:p xmlns:a="http://schemas.openxmlformats.org/drawingml/2006/main">
            <a:r>
              <a:t>            groups.append([])</a:t>
            </a:r>
          </a:p>
          <a:p xmlns:a="http://schemas.openxmlformats.org/drawingml/2006/main">
            <a:r>
              <a:t>            warnings.append(f"변환 질의 검색 실패: {type(error).__name__}")</a:t>
            </a:r>
          </a:p>
          <a:p xmlns:a="http://schemas.openxmlformats.org/drawingml/2006/main">
            <a:r>
              <a:t>    return {"transformed_hit_groups": groups, "warnings": warnings}</a:t>
            </a:r>
          </a:p>
          <a:p xmlns:a="http://schemas.openxmlformats.org/drawingml/2006/main">
            <a:r>
              <a:t>실패한 질문은 빈 목록으로 위치 유지  /  warnings에 예외 종류 기록  /  단일 질문 검색은 다음 페이지</a:t>
            </a:r>
          </a:p>
          <a:p xmlns:a="http://schemas.openxmlformats.org/drawingml/2006/main">
            <a:r>
              <a:t>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>retriever/app/application/graph.py:1028-1036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현재 구현의 검색 분기</a:t>
            </a:r>
          </a:p>
          <a:p xmlns:a="http://schemas.openxmlformats.org/drawingml/2006/main">
            <a:r>
              <a:t>현재 소스의 _search_one 핵심 코드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sizes = self._candidate_sizes(state)</a:t>
            </a:r>
          </a:p>
          <a:p xmlns:a="http://schemas.openxmlformats.org/drawingml/2006/main">
            <a:r>
              <a:t>vector_hits = self._search_vector(query, state["role"], sizes.raw_k)</a:t>
            </a:r>
          </a:p>
          <a:p xmlns:a="http://schemas.openxmlformats.org/drawingml/2006/main">
            <a:r>
              <a:t>if _uses_vector_only(state["mode"]):</a:t>
            </a:r>
          </a:p>
          <a:p xmlns:a="http://schemas.openxmlformats.org/drawingml/2006/main">
            <a:r>
              <a:t>    return vector_hits[: sizes.fused_k]</a:t>
            </a:r>
          </a:p>
          <a:p xmlns:a="http://schemas.openxmlformats.org/drawingml/2006/main">
            <a:r>
              <a:t>return self._fuse(</a:t>
            </a:r>
          </a:p>
          <a:p xmlns:a="http://schemas.openxmlformats.org/drawingml/2006/main">
            <a:r>
              <a:t>    vector_hits,</a:t>
            </a:r>
          </a:p>
          <a:p xmlns:a="http://schemas.openxmlformats.org/drawingml/2006/main">
            <a:r>
              <a:t>    self.bm25.keyword_search(</a:t>
            </a:r>
          </a:p>
          <a:p xmlns:a="http://schemas.openxmlformats.org/drawingml/2006/main">
            <a:r>
              <a:t>        query,</a:t>
            </a:r>
          </a:p>
          <a:p xmlns:a="http://schemas.openxmlformats.org/drawingml/2006/main">
            <a:r>
              <a:t>        allowed_access_levels=allowed_levels(state["role"]),</a:t>
            </a:r>
          </a:p>
          <a:p xmlns:a="http://schemas.openxmlformats.org/drawingml/2006/main">
            <a:r>
              <a:t>        k=sizes.raw_k,</a:t>
            </a:r>
          </a:p>
          <a:p xmlns:a="http://schemas.openxmlformats.org/drawingml/2006/main">
            <a:r>
              <a:t>    ),</a:t>
            </a:r>
          </a:p>
          <a:p xmlns:a="http://schemas.openxmlformats.org/drawingml/2006/main">
            <a:r>
              <a:t>    state["role"],</a:t>
            </a:r>
          </a:p>
          <a:p xmlns:a="http://schemas.openxmlformats.org/drawingml/2006/main">
            <a:r>
              <a:t>    sizes.fused_k,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_uses_vector_only는 vector와 vector_rerank를 모두 포함</a:t>
            </a:r>
          </a:p>
          <a:p xmlns:a="http://schemas.openxmlformats.org/drawingml/2006/main">
            <a:r>
              <a:t>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>retriever/app/application/graph.py:1010-1024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merge_queries  :  가중 RRF 순위 병합</a:t>
            </a:r>
          </a:p>
          <a:p xmlns:a="http://schemas.openxmlformats.org/drawingml/2006/main">
            <a:r>
              <a:t>질문별 후보 목록을 chunk_id로 묶고 그룹 가중치와 순위를 누적</a:t>
            </a:r>
          </a:p>
          <a:p xmlns:a="http://schemas.openxmlformats.org/drawingml/2006/main">
            <a:r>
              <a:t>소스: retriever/app/domain/query_transform.py</a:t>
            </a:r>
          </a:p>
          <a:p xmlns:a="http://schemas.openxmlformats.org/drawingml/2006/main">
            <a:r>
              <a:t>merged: dict[str, dict[str, Any]] = {}</a:t>
            </a:r>
          </a:p>
          <a:p xmlns:a="http://schemas.openxmlformats.org/drawingml/2006/main">
            <a:r>
              <a:t>for label, hits, weight in ranked_lists:</a:t>
            </a:r>
          </a:p>
          <a:p xmlns:a="http://schemas.openxmlformats.org/drawingml/2006/main">
            <a:r>
              <a:t>    if weight &lt;= 0:</a:t>
            </a:r>
          </a:p>
          <a:p xmlns:a="http://schemas.openxmlformats.org/drawingml/2006/main">
            <a:r>
              <a:t>        raise ValueError("RRF 가중치는 양수여야 함")</a:t>
            </a:r>
          </a:p>
          <a:p xmlns:a="http://schemas.openxmlformats.org/drawingml/2006/main">
            <a:r>
              <a:t>    for position, hit in enumerate(hits, start=1):</a:t>
            </a:r>
          </a:p>
          <a:p xmlns:a="http://schemas.openxmlformats.org/drawingml/2006/main">
            <a:r>
              <a:t>        item = merged.setdefault(</a:t>
            </a:r>
          </a:p>
          <a:p xmlns:a="http://schemas.openxmlformats.org/drawingml/2006/main">
            <a:r>
              <a:t>            hit.chunk_id,</a:t>
            </a:r>
          </a:p>
          <a:p xmlns:a="http://schemas.openxmlformats.org/drawingml/2006/main">
            <a:r>
              <a:t>            {"hit": hit, "rrf_score": 0.0, "source_ranks": {}},</a:t>
            </a:r>
          </a:p>
          <a:p xmlns:a="http://schemas.openxmlformats.org/drawingml/2006/main">
            <a:r>
              <a:t>        )</a:t>
            </a:r>
          </a:p>
          <a:p xmlns:a="http://schemas.openxmlformats.org/drawingml/2006/main">
            <a:r>
              <a:t>        item["rrf_score"] += weight / (rrf_k + position)</a:t>
            </a:r>
          </a:p>
          <a:p xmlns:a="http://schemas.openxmlformats.org/drawingml/2006/main">
            <a:r>
              <a:t>        item["source_ranks"][label] = position</a:t>
            </a:r>
          </a:p>
          <a:p xmlns:a="http://schemas.openxmlformats.org/drawingml/2006/main">
            <a:r>
              <a:t>기본 rrf_k=60  /  일반 변환: 원 질문 0.5, 변환 질문 전체 0.5  /  다음: 검색 완료</a:t>
            </a:r>
          </a:p>
          <a:p xmlns:a="http://schemas.openxmlformats.org/drawingml/2006/main">
            <a:r>
              <a:t>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weighted_rrf 본문 누적 부분 발췌임. 원점수 대신 그룹 내 순위를 사용함. 하나의 청크가 여러 목록에 있으면 항을 더함. 일반 변환은 원 질문 전체0.5, 변환 전체0.5를 질문 수로 균등 분할함. 이후 정렬 기준은 RRF 내림차순, 최고 source rank, chunk_id 오름차순임. 183~215,242~293행.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hybrid-ai-lab/vector/retriever/app/domain/query_transform.py</a:t>
            </a:r>
          </a:p>
          <a:p xmlns:a="http://schemas.openxmlformats.org/drawingml/2006/main">
            <a:r>
              <a:t>retriever/app/domain/query_transform.py:187-206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merge_queries  :  분해 질문 후보의 우선 배치</a:t>
            </a:r>
          </a:p>
          <a:p xmlns:a="http://schemas.openxmlformats.org/drawingml/2006/main">
            <a:r>
              <a:t>하위 질문별 Top-1을 중복 제거해 먼저 놓고, 나머지를 RRF 순서로 채움</a:t>
            </a:r>
          </a:p>
          <a:p xmlns:a="http://schemas.openxmlformats.org/drawingml/2006/main">
            <a:r>
              <a:t>소스: retriever/app/domain/query_transform.py</a:t>
            </a:r>
          </a:p>
          <a:p xmlns:a="http://schemas.openxmlformats.org/drawingml/2006/main">
            <a:r>
              <a:t>원 질문 + 하위 질문 그룹</a:t>
            </a:r>
          </a:p>
          <a:p xmlns:a="http://schemas.openxmlformats.org/drawingml/2006/main">
            <a:r>
              <a:t>가중 RRF 계산</a:t>
            </a:r>
          </a:p>
          <a:p xmlns:a="http://schemas.openxmlformats.org/drawingml/2006/main">
            <a:r>
              <a:t>하위 Top-1 우선 배치</a:t>
            </a:r>
          </a:p>
          <a:p xmlns:a="http://schemas.openxmlformats.org/drawingml/2006/main">
            <a:r>
              <a:t>나머지 순위 채우기</a:t>
            </a:r>
          </a:p>
          <a:p xmlns:a="http://schemas.openxmlformats.org/drawingml/2006/main">
            <a:r>
              <a:t>마지막에 top_k로 절단. 모든 하위 질문의 결과가 최종 목록에 남는다는 보장은 없음</a:t>
            </a:r>
          </a:p>
          <a:p xmlns:a="http://schemas.openxmlformats.org/drawingml/2006/main">
            <a:r>
              <a:t>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질문별 후보 재평가</a:t>
            </a:r>
          </a:p>
          <a:p xmlns:a="http://schemas.openxmlformats.org/drawingml/2006/main">
            <a:r>
              <a:t>Cross-Encoder가 질문과 후보 본문을 함께 읽어 관련성을 다시 평가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baseline_hits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transformed_</a:t>
            </a:r>
          </a:p>
          <a:p xmlns:a="http://schemas.openxmlformats.org/drawingml/2006/main">
            <a:r>
              <a:t>hit_groups</a:t>
            </a:r>
          </a:p>
          <a:p xmlns:a="http://schemas.openxmlformats.org/drawingml/2006/main">
            <a:r>
              <a:t>변환 질문별 후보</a:t>
            </a:r>
          </a:p>
          <a:p xmlns:a="http://schemas.openxmlformats.org/drawingml/2006/main">
            <a:r>
              <a:t>1  각 후보 그룹을 해당 질문으로 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그룹 내부 순위를 새로 정렬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변환 기법별 결합 규칙으로 최종 선택</a:t>
            </a:r>
          </a:p>
          <a:p xmlns:a="http://schemas.openxmlformats.org/drawingml/2006/main">
            <a:r>
              <a:t>hits</a:t>
            </a:r>
          </a:p>
          <a:p xmlns:a="http://schemas.openxmlformats.org/drawingml/2006/main">
            <a:r>
              <a:t>최종 상위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rerank 점수</a:t>
            </a:r>
          </a:p>
          <a:p xmlns:a="http://schemas.openxmlformats.org/drawingml/2006/main">
            <a:r>
              <a:t>경고·실패 정보</a:t>
            </a:r>
          </a:p>
          <a:p xmlns:a="http://schemas.openxmlformats.org/drawingml/2006/main">
            <a:r>
              <a:t>일반 변환: 재정렬 후 RRF  /  decomposition: 하위 최고점 중심 결합  /  실패 시 원 결과 또는 RRF</a:t>
            </a:r>
          </a:p>
          <a:p xmlns:a="http://schemas.openxmlformats.org/drawingml/2006/main">
            <a:r>
              <a:t>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Cross-Encoder 호출 코드</a:t>
            </a:r>
          </a:p>
          <a:p xmlns:a="http://schemas.openxmlformats.org/drawingml/2006/main">
            <a:r>
              <a:t>모델 생성 부분과 질문·본문 쌍의 predict 호출 부분 발췌</a:t>
            </a:r>
          </a:p>
          <a:p xmlns:a="http://schemas.openxmlformats.org/drawingml/2006/main">
            <a:r>
              <a:t>소스: retriever/app/infrastructure/reranker.py</a:t>
            </a:r>
          </a:p>
          <a:p xmlns:a="http://schemas.openxmlformats.org/drawingml/2006/main">
            <a:r>
              <a:t>self._model = CrossEncoder(self.model_name, max_length=self.max_length)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raw = model.predict(</a:t>
            </a:r>
          </a:p>
          <a:p xmlns:a="http://schemas.openxmlformats.org/drawingml/2006/main">
            <a:r>
              <a:t>    [(query, text) for text in texts],</a:t>
            </a:r>
          </a:p>
          <a:p xmlns:a="http://schemas.openxmlformats.org/drawingml/2006/main">
            <a:r>
              <a:t>    activation_fn=torch.nn.Sigmoid(),</a:t>
            </a:r>
          </a:p>
          <a:p xmlns:a="http://schemas.openxmlformats.org/drawingml/2006/main">
            <a:r>
              <a:t>    show_progress_bar=False,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질문과 각 후보 본문을 한 쌍으로 평가  /  일반 변환은 서로 다른 그룹의 원점수를 직접 합산하지 않음</a:t>
            </a:r>
          </a:p>
          <a:p xmlns:a="http://schemas.openxmlformats.org/drawingml/2006/main">
            <a:r>
              <a:t>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hybrid-ai-lab/vector/retriever/app/infrastructure/reranker.py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decomposition 점수 결합</a:t>
            </a:r>
          </a:p>
          <a:p xmlns:a="http://schemas.openxmlformats.org/drawingml/2006/main">
            <a:r>
              <a:t>각 하위 질문 Top-3를 후보 풀에 포함하고 중복 청크는 최고 점수 사용</a:t>
            </a:r>
          </a:p>
          <a:p xmlns:a="http://schemas.openxmlformats.org/drawingml/2006/main">
            <a:r>
              <a:t>소스: retriever/app/domain/query_transform.py</a:t>
            </a:r>
          </a:p>
          <a:p xmlns:a="http://schemas.openxmlformats.org/drawingml/2006/main">
            <a:r>
              <a:t>하위 질문별 Top-3</a:t>
            </a:r>
          </a:p>
          <a:p xmlns:a="http://schemas.openxmlformats.org/drawingml/2006/main">
            <a:r>
              <a:t>중복 청크의 최고 점수</a:t>
            </a:r>
          </a:p>
          <a:p xmlns:a="http://schemas.openxmlformats.org/drawingml/2006/main">
            <a:r>
              <a:t>원 질문으로 평가한</a:t>
            </a:r>
          </a:p>
          <a:p xmlns:a="http://schemas.openxmlformats.org/drawingml/2006/main">
            <a:r>
              <a:t>같은 청크의 점수</a:t>
            </a:r>
          </a:p>
          <a:p xmlns:a="http://schemas.openxmlformats.org/drawingml/2006/main">
            <a:r>
              <a:t>최종 = 하위 질문 최고점 × 0.9 + 원 질문 점수 × 0.1</a:t>
            </a:r>
          </a:p>
          <a:p xmlns:a="http://schemas.openxmlformats.org/drawingml/2006/main">
            <a:r>
              <a:t>예시: 하위 최고 0.90, 원 질문 0.80인 청크의 최종 점수는 0.89</a:t>
            </a:r>
          </a:p>
          <a:p xmlns:a="http://schemas.openxmlformats.org/drawingml/2006/main">
            <a:r>
              <a:t>병합 점수 상위 top_k만 최종 선택. 모든 하위 Top-3가 최종 결과에 남는 것은 아님</a:t>
            </a:r>
          </a:p>
          <a:p xmlns:a="http://schemas.openxmlformats.org/drawingml/2006/main">
            <a:r>
              <a:t>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decomposition 계산 예시</a:t>
            </a:r>
          </a:p>
          <a:p xmlns:a="http://schemas.openxmlformats.org/drawingml/2006/main">
            <a:r>
              <a:t>설명용 입력 점수로 계산. 하위 질문별 가중치 0.45를 더하는 방식이 아님</a:t>
            </a:r>
          </a:p>
          <a:p xmlns:a="http://schemas.openxmlformats.org/drawingml/2006/main">
            <a:r>
              <a:t>소스: retriever/app/domain/query_transform.py</a:t>
            </a:r>
          </a:p>
          <a:p xmlns:a="http://schemas.openxmlformats.org/drawingml/2006/main">
            <a:r>
              <a:t>46</a:t>
            </a:r>
          </a:p>
          <a:p xmlns:a="http://schemas.openxmlformats.org/drawingml/2006/main">
            <a:r>
              <a:t>원 질문: A 0.80, B 0.70     하위 1: B 0.95, C 0.90     하위 2: D 0.92, B 0.85</a:t>
            </a:r>
          </a:p>
          <a:p xmlns:a="http://schemas.openxmlformats.org/drawingml/2006/main">
            <a:r>
              <a:t>최종 Top-3: B → D → C. 원 질문에만 있는 A는 원 질문 점수 × 0.1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실측 성능 결과가 아닌 알고리즘 설명용 계산 예시임. rerank_query_groups의 decomposition 경로에서 하위 질문별 상위3개를 후보 풀에 포함함. 같은 청크 B의 하위 점수는 max(0.95,0.85)=0.95이며 최종0.925. 하위 질문이 2개라고0.45씩 나눠 더하지 않음. 원 질문에만 있는 A는0.1×0.80=0.080. 최종 후보를 점수순 정렬하고 top_k로 절단함. 근거347~409행.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build_prompt  :  시스템·사용자 프롬프트 구성</a:t>
            </a:r>
          </a:p>
          <a:p xmlns:a="http://schemas.openxmlformats.org/drawingml/2006/main">
            <a:r>
              <a:t>원 질문·검색 근거·수정 지침을 답변 LLM의 입력으로 조립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query · hits · repair_hints</a:t>
            </a:r>
          </a:p>
          <a:p xmlns:a="http://schemas.openxmlformats.org/drawingml/2006/main">
            <a:r>
              <a:t>_run_build_prompt</a:t>
            </a:r>
          </a:p>
          <a:p xmlns:a="http://schemas.openxmlformats.org/drawingml/2006/main">
            <a:r>
              <a:t>시스템 지시문 + 사용자 입력 조립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system_prompt · user_prompt · prompt</a:t>
            </a:r>
          </a:p>
          <a:p xmlns:a="http://schemas.openxmlformats.org/drawingml/2006/main">
            <a:r>
              <a:t>답변 관문은 진입 전 _finalize_hits에서 판정. 이 노드에서는 LLM 호출 없음</a:t>
            </a:r>
          </a:p>
          <a:p xmlns:a="http://schemas.openxmlformats.org/drawingml/2006/main">
            <a:r>
              <a:t>prompt_only=True이면 END, 아니면 generate_answer. 검증 실패 시 수정 지침과 함께 재진입</a:t>
            </a:r>
          </a:p>
          <a:p xmlns:a="http://schemas.openxmlformats.org/drawingml/2006/main">
            <a:r>
              <a:t>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노드: build_prompt</a:t>
            </a:r>
          </a:p>
          <a:p xmlns:a="http://schemas.openxmlformats.org/drawingml/2006/main">
            <a:r>
              <a:t>실행 함수: _run_build_prompt</a:t>
            </a:r>
          </a:p>
          <a:p xmlns:a="http://schemas.openxmlformats.org/drawingml/2006/main">
            <a:r>
              <a:t>입력: query, hits, repair_hints. 모든 hits를 1부터 순번 매겨 청크 ID, 문서 유형, 원본문서, 위치, 본문을 XML로 조립함. query는 원 질문이며 transformed_queries를 대신 넣지 않음. 문자열을 escape 처리하고 누적 repair_hints는 dict.fromkeys로 중복 제거함. 근거 또는 지침이 없으면 '해당 없음'을 사용함.</a:t>
            </a:r>
          </a:p>
          <a:p xmlns:a="http://schemas.openxmlformats.org/drawingml/2006/main">
            <a:r>
              <a:t>시스템 프롬프트는 목표·역할·맥락·입력·처리·출력·제약조건·예시의 8개 섹션임. 공식 정책은 약관과 혜택 안내를 우선하며 상담 기록은 개별 사례로 구분하도록 지시함.</a:t>
            </a:r>
          </a:p>
          <a:p xmlns:a="http://schemas.openxmlformats.org/drawingml/2006/main">
            <a:r>
              <a:t>반환값: system_prompt, user_prompt, prompt. prompt는 user_prompt와 동일한 호환용 필드임.</a:t>
            </a:r>
          </a:p>
          <a:p xmlns:a="http://schemas.openxmlformats.org/drawingml/2006/main">
            <a:r>
              <a:t>이 노드는 LLM 호출과 답변 관문 판정을 수행하지 않음. _finalize_hits가 앞선 결과 확정 시 answer_enabled=True인 경우 clarify, 점수 없음, 최종 첫 결과의 vector_score가 ANSWER_GATE_THRESHOLD 기본값 0.62 미만이면 needs_check로 설정함. 검색 전용 경로는 build_prompt에 진입하지 않음.</a:t>
            </a:r>
          </a:p>
          <a:p xmlns:a="http://schemas.openxmlformats.org/drawingml/2006/main">
            <a:r>
              <a:t>prompt_only=True이면 래퍼가 status='prompt_only', exit_code=0을 설정하고 END로 이동함. 그 외에는 generate_answer로 이동함. verify_evidence 실패 시 repair_hints를 받아 다시 조립함.</a:t>
            </a:r>
          </a:p>
          <a:p xmlns:a="http://schemas.openxmlformats.org/drawingml/2006/main">
            <a:r>
              <a:t>근거: hybrid-ai-lab/vector/retriever/app/application/graph.py:195-214,333-340,437-438,561-563,1166-1256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build_prompt  :  XML 근거 구성 코드</a:t>
            </a:r>
          </a:p>
          <a:p xmlns:a="http://schemas.openxmlformats.org/drawingml/2006/main">
            <a:r>
              <a:t>최종 hits를 1번부터 순서대로 XML 근거 블록에 넣음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blocks = []</a:t>
            </a:r>
          </a:p>
          <a:p xmlns:a="http://schemas.openxmlformats.org/drawingml/2006/main">
            <a:r>
              <a:t>for index, hit in enumerate(state.get("hits", []), start=1):</a:t>
            </a:r>
          </a:p>
          <a:p xmlns:a="http://schemas.openxmlformats.org/drawingml/2006/main">
            <a:r>
              <a:t>    blocks.append(</a:t>
            </a:r>
          </a:p>
          <a:p xmlns:a="http://schemas.openxmlformats.org/drawingml/2006/main">
            <a:r>
              <a:t>        f'&lt;검색결과 순번="{index}"&gt;\n'</a:t>
            </a:r>
          </a:p>
          <a:p xmlns:a="http://schemas.openxmlformats.org/drawingml/2006/main">
            <a:r>
              <a:t>        f"&lt;청크ID&gt;{escape(str(hit.chunk_id))}&lt;/청크ID&gt;\n"</a:t>
            </a:r>
          </a:p>
          <a:p xmlns:a="http://schemas.openxmlformats.org/drawingml/2006/main">
            <a:r>
              <a:t>        f"&lt;문서유형&gt;{escape(str(hit.metadata.get('doc_type', 'unknown')))}&lt;/문서유형&gt;\n"</a:t>
            </a:r>
          </a:p>
          <a:p xmlns:a="http://schemas.openxmlformats.org/drawingml/2006/main">
            <a:r>
              <a:t>        f"&lt;원본문서&gt;{escape(str(hit.source))}&lt;/원본문서&gt;\n"</a:t>
            </a:r>
          </a:p>
          <a:p xmlns:a="http://schemas.openxmlformats.org/drawingml/2006/main">
            <a:r>
              <a:t>        f"&lt;위치&gt;{escape(str(hit.location))}&lt;/위치&gt;\n"</a:t>
            </a:r>
          </a:p>
          <a:p xmlns:a="http://schemas.openxmlformats.org/drawingml/2006/main">
            <a:r>
              <a:t>        f"&lt;본문&gt;{escape(str(hit.text))}&lt;/본문&gt;\n"</a:t>
            </a:r>
          </a:p>
          <a:p xmlns:a="http://schemas.openxmlformats.org/drawingml/2006/main">
            <a:r>
              <a:t>        "&lt;/검색결과&gt;"</a:t>
            </a:r>
          </a:p>
          <a:p xmlns:a="http://schemas.openxmlformats.org/drawingml/2006/main">
            <a:r>
              <a:t>    )</a:t>
            </a:r>
          </a:p>
          <a:p xmlns:a="http://schemas.openxmlformats.org/drawingml/2006/main">
            <a:r>
              <a:t>evidence = "\n\n".join(blocks) or "해당 없음"</a:t>
            </a:r>
          </a:p>
          <a:p xmlns:a="http://schemas.openxmlformats.org/drawingml/2006/main">
            <a:r>
              <a:t>escape는 XML 특수문자를 변환함. 근거가 없으면 "해당 없음". 사용자 입력 조립은 보충 55페이지</a:t>
            </a:r>
          </a:p>
          <a:p xmlns:a="http://schemas.openxmlformats.org/drawingml/2006/main">
            <a:r>
              <a:t>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>retriever/app/application/graph.py:1224-1235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generate_answer  :  구조화 답변 생성</a:t>
            </a:r>
          </a:p>
          <a:p xmlns:a="http://schemas.openxmlformats.org/drawingml/2006/main">
            <a:r>
              <a:t>아래는 LLM 어댑터 발췌. 노드는 raw_answer와 llm_calls를 반환</a:t>
            </a:r>
          </a:p>
          <a:p xmlns:a="http://schemas.openxmlformats.org/drawingml/2006/main">
            <a:r>
              <a:t>소스: retriever/app/infrastructure/llm_client.py (노드: application/graph.py)</a:t>
            </a:r>
          </a:p>
          <a:p xmlns:a="http://schemas.openxmlformats.org/drawingml/2006/main">
            <a:r>
              <a:t>입력: system_prompt + user_prompt + 남은 LLM 호출 예산</a:t>
            </a:r>
          </a:p>
          <a:p xmlns:a="http://schemas.openxmlformats.org/drawingml/2006/main">
            <a:r>
              <a:t>runnable = model.with_structured_output(schema, **kwargs)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output = runnable.invoke([("system", system), ("human", user)])</a:t>
            </a:r>
          </a:p>
          <a:p xmlns:a="http://schemas.openxmlformats.org/drawingml/2006/main">
            <a:r>
              <a:t>user_prompt가 없으면 prompt로 대체. 실제 전송 시도 횟수를 llm_calls에 누적. 다음 verify_evidence</a:t>
            </a:r>
          </a:p>
          <a:p xmlns:a="http://schemas.openxmlformats.org/drawingml/2006/main">
            <a:r>
              <a:t>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_run_generate_answer가 self.llm.complete_structured에 system_prompt와 user_prompt(없으면 prompt)를 전달함. 어댑터는 AnswerDraft 구조를 지정하고 system/human 메시지로 호출함. 실제 노드 반환은 raw_answer와 llm_calls=result.attempts임. 파싱 실패이면 빈 결론·주의사항·근거와 parsing_error를 만들어 검증기로 전달함. 전송 재시도도 LLM 예산을 소비함. graph.py1260~1291, llm_client.py284~293행.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hybrid-ai-lab/vector/retriever/app/infrastructure/llm_client.py (노드: application/graph.py)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답변 구조와 인용 검증</a:t>
            </a:r>
          </a:p>
          <a:p xmlns:a="http://schemas.openxmlformats.org/drawingml/2006/main">
            <a:r>
              <a:t>그럴듯함을 판단하는 대신, 답변이 가리키는 인용이 검색 청크에 있는지 확인</a:t>
            </a:r>
          </a:p>
          <a:p xmlns:a="http://schemas.openxmlformats.org/drawingml/2006/main">
            <a:r>
              <a:t>소스: retriever/app/domain/scoring.py</a:t>
            </a:r>
          </a:p>
          <a:p xmlns:a="http://schemas.openxmlformats.org/drawingml/2006/main">
            <a:r>
              <a:t>현재 소스 주의: 프롬프트는 빈 caution을 허용하지만 검증기는 SCHEMA_ERROR로 처리함</a:t>
            </a:r>
          </a:p>
          <a:p xmlns:a="http://schemas.openxmlformats.org/drawingml/2006/main">
            <a:r>
              <a:t>자동 검증은 형식·인용 확인이며, 답변 의미의 정확성은 별도 검토 필요</a:t>
            </a:r>
          </a:p>
          <a:p xmlns:a="http://schemas.openxmlformats.org/drawingml/2006/main">
            <a:r>
              <a:t>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검증은 ref 정수·범위, 정규화한 인용문이 청크 본문에 연속 포함되는지, 위치가 존재하는지, 결론·주의사항·필요한 근거 유무를 검사함. 위치가 실제 원문 위치와 같은지 재개봉 검증하지 않음. 주의사항이 없으면 빈 문자열을 허용한 시스템 프롬프트(graph.py1200~1204)와 빈 caution을 오류로 처리하는 build_answer(scoring.py216~229)는 현재 소스 계약이 불일치함. 이 자료는 실제 동작을 명시하며 제품 소스 자체는 변경하지 않음. 검증 통과는 의미적 정답 보장이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hybrid-ai-lab/vector/retriever/app/domain/scoring.py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근거 대조 핵심 코드</a:t>
            </a:r>
          </a:p>
          <a:p xmlns:a="http://schemas.openxmlformats.org/drawingml/2006/main">
            <a:r>
              <a:t>build_answer()의 인용 대조와 최종 통과 조건 발췌</a:t>
            </a:r>
          </a:p>
          <a:p xmlns:a="http://schemas.openxmlformats.org/drawingml/2006/main">
            <a:r>
              <a:t>소스: retriever/app/domain/scoring.py</a:t>
            </a:r>
          </a:p>
          <a:p xmlns:a="http://schemas.openxmlformats.org/drawingml/2006/main">
            <a:r>
              <a:t>hit = hits[ref - 1]</a:t>
            </a:r>
          </a:p>
          <a:p xmlns:a="http://schemas.openxmlformats.org/drawingml/2006/main">
            <a:r>
              <a:t>quote_ok = isinstance(quote, str) and verify_quote(quote, hit.text)</a:t>
            </a:r>
          </a:p>
          <a:p xmlns:a="http://schemas.openxmlformats.org/drawingml/2006/main">
            <a:r>
              <a:t>location_ok = bool(hit.location)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오류 목록이 모두 비었을 때만 자동 검증 통과</a:t>
            </a:r>
          </a:p>
          <a:p xmlns:a="http://schemas.openxmlformats.org/drawingml/2006/main">
            <a:r>
              <a:t>automatic_valid = not (schema_errors or invalid_refs or quote_failures or location_failures)</a:t>
            </a:r>
          </a:p>
          <a:p xmlns:a="http://schemas.openxmlformats.org/drawingml/2006/main">
            <a:r>
              <a:t>location_ok는 위치 정보의 존재 검사  /  원문 파일을 다시 열어 위치의 정확성까지 대조하지 않음</a:t>
            </a:r>
          </a:p>
          <a:p xmlns:a="http://schemas.openxmlformats.org/drawingml/2006/main">
            <a:r>
              <a:t>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hybrid-ai-lab/vector/retriever/app/domain/scoring.py</a:t>
            </a:r>
          </a:p>
          <a:p xmlns:a="http://schemas.openxmlformats.org/drawingml/2006/main">
            <a:r>
              <a:t>retriever/app/domain/scoring.py:170-172</a:t>
            </a:r>
          </a:p>
          <a:p xmlns:a="http://schemas.openxmlformats.org/drawingml/2006/main">
            <a:r>
              <a:t>retriever/app/domain/scoring.py:229-229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실패 수정과 종료 조건</a:t>
            </a:r>
          </a:p>
          <a:p xmlns:a="http://schemas.openxmlformats.org/drawingml/2006/main">
            <a:r>
              <a:t>오류별 수정 지침을 build_prompt에 전달하고 정해진 상한 안에서 재생성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generate_answer</a:t>
            </a:r>
          </a:p>
          <a:p xmlns:a="http://schemas.openxmlformats.org/drawingml/2006/main">
            <a:r>
              <a:t>답변 생성</a:t>
            </a:r>
          </a:p>
          <a:p xmlns:a="http://schemas.openxmlformats.org/drawingml/2006/main">
            <a:r>
              <a:t>verify_evidence</a:t>
            </a:r>
          </a:p>
          <a:p xmlns:a="http://schemas.openxmlformats.org/drawingml/2006/main">
            <a:r>
              <a:t>인용·구조 검사</a:t>
            </a:r>
          </a:p>
          <a:p xmlns:a="http://schemas.openxmlformats.org/drawingml/2006/main">
            <a:r>
              <a:t>검증 통과</a:t>
            </a:r>
          </a:p>
          <a:p xmlns:a="http://schemas.openxmlformats.org/drawingml/2006/main">
            <a:r>
              <a:t>END</a:t>
            </a:r>
          </a:p>
          <a:p xmlns:a="http://schemas.openxmlformats.org/drawingml/2006/main">
            <a:r>
              <a:t>검증 실패</a:t>
            </a:r>
          </a:p>
          <a:p xmlns:a="http://schemas.openxmlformats.org/drawingml/2006/main">
            <a:r>
              <a:t>build_prompt + repair_hints</a:t>
            </a:r>
          </a:p>
          <a:p xmlns:a="http://schemas.openxmlformats.org/drawingml/2006/main">
            <a:r>
              <a:t>MAX_REPAIRS=2  /  API 기본 LLM 예산 총 2회  /  CLI 기본 총 8회</a:t>
            </a:r>
          </a:p>
          <a:p xmlns:a="http://schemas.openxmlformats.org/drawingml/2006/main">
            <a:r>
              <a:t>최초 생성 뒤 최대 2회 재생성. 질문 변환도 같은 호출 예산 사용. 예산이 먼저 끝나면 중단</a:t>
            </a:r>
          </a:p>
          <a:p xmlns:a="http://schemas.openxmlformats.org/drawingml/2006/main">
            <a:r>
              <a:t>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MAX_REPAIRS=2는 최초 생성 뒤 재생성 최대2회를 뜻함. API 기본 LLM 예산은 요청 전체2회, CLI8회이며 Router의 질문 변환 및 전송 재시도도 소비함. API auto 변환에1회 사용하면 답변용 기본 잔여는1회이므로 수정 루프를2번 모두 수행한다고 보장하지 않음. 실패 시 hints를 누적하고 build_prompt가 중복을 제거해 재구성함. 소스 graph.py369~382,445~452, settings.py161~163,189행.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노드에서 실행 코드까지</a:t>
            </a:r>
          </a:p>
          <a:p xmlns:a="http://schemas.openxmlformats.org/drawingml/2006/main">
            <a:r>
              <a:t>workflow의 이름을 찾은 뒤 등록 코드·래퍼·실행 함수 순서로 추적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53</a:t>
            </a:r>
          </a:p>
          <a:p xmlns:a="http://schemas.openxmlformats.org/drawingml/2006/main">
            <a:r>
              <a:t>그래프 노드</a:t>
            </a:r>
          </a:p>
          <a:p xmlns:a="http://schemas.openxmlformats.org/drawingml/2006/main">
            <a:r>
              <a:t>search_transformed</a:t>
            </a:r>
          </a:p>
          <a:p xmlns:a="http://schemas.openxmlformats.org/drawingml/2006/main">
            <a:r>
              <a:t>래퍼 함수</a:t>
            </a:r>
          </a:p>
          <a:p xmlns:a="http://schemas.openxmlformats.org/drawingml/2006/main">
            <a:r>
              <a:t>_search_transformed</a:t>
            </a:r>
          </a:p>
          <a:p xmlns:a="http://schemas.openxmlformats.org/drawingml/2006/main">
            <a:r>
              <a:t>실행 함수</a:t>
            </a:r>
          </a:p>
          <a:p xmlns:a="http://schemas.openxmlformats.org/drawingml/2006/main">
            <a:r>
              <a:t>_run_search_transformed</a:t>
            </a:r>
          </a:p>
          <a:p xmlns:a="http://schemas.openxmlformats.org/drawingml/2006/main">
            <a:r>
              <a:t>그래프 등록 이름</a:t>
            </a:r>
          </a:p>
          <a:p xmlns:a="http://schemas.openxmlformats.org/drawingml/2006/main">
            <a:r>
              <a:t>다음 노드·분기 연결</a:t>
            </a:r>
          </a:p>
          <a:p xmlns:a="http://schemas.openxmlformats.org/drawingml/2006/main">
            <a:r>
              <a:t>공통 실행 경로 연결</a:t>
            </a:r>
          </a:p>
          <a:p xmlns:a="http://schemas.openxmlformats.org/drawingml/2006/main">
            <a:r>
              <a:t>_run_node → run_node</a:t>
            </a:r>
          </a:p>
          <a:p xmlns:a="http://schemas.openxmlformats.org/drawingml/2006/main">
            <a:r>
              <a:t>질문별 _search_one 호출</a:t>
            </a:r>
          </a:p>
          <a:p xmlns:a="http://schemas.openxmlformats.org/drawingml/2006/main">
            <a:r>
              <a:t>실제 검색 결과를 반환</a:t>
            </a:r>
          </a:p>
          <a:p xmlns:a="http://schemas.openxmlformats.org/drawingml/2006/main">
            <a:r>
              <a:t>State = 노드들이 공유하는 작업 기록</a:t>
            </a:r>
          </a:p>
          <a:p xmlns:a="http://schemas.openxmlformats.org/drawingml/2006/main">
            <a:r>
              <a:t>return {"transformed_hit_groups": groups, "warnings": warnings}</a:t>
            </a:r>
          </a:p>
          <a:p xmlns:a="http://schemas.openxmlformats.org/drawingml/2006/main">
            <a:r>
              <a:t>반환값은 State 변경분. 일반 필드는 교체하고 warnings 등 reducer 지정 필드는 누적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그래프 노드의 이름, 모듈 래퍼, Resources의 실행 메서드를 구분해야 함. graph 등록에서 _search_transformed를 부르고 _run_node의 공통 처리와 resources.run_node가 _run_search_transformed로 연결함. 실행 함수가 _search_one 도우미를 질문마다 호출함. 반환 딕셔너리는 전체 State를 새로 만드는 것이 아니라 변경 필드임. state.py의 Annotated reducer가 warnings 등을 누적함.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assess_transform_gate  :  두 관문과 점수</a:t>
            </a:r>
          </a:p>
          <a:p xmlns:a="http://schemas.openxmlformats.org/drawingml/2006/main">
            <a:r>
              <a:t>질문 변환을 검토할지와, 검색 근거로 답변을 시작할지는 다른 판단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54</a:t>
            </a:r>
          </a:p>
          <a:p xmlns:a="http://schemas.openxmlformats.org/drawingml/2006/main">
            <a:r>
              <a:t>vector_score는 융합·RRF·리랭크 점수와 구분. 0.86은 정답 확률 86%를 뜻하지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transform_gate_vector_score는 최초 원 질문 검색의 첫 후보 점수임. _finalize_hits는 최종 hits의 첫 후보에 남아 있는 vector_score를 비교함. 최종 순위는 융합이나 리랭크로 달라질 수 있음. BM25에만 있는 후보는 vector_score가 None일 수 있어 답변 관문을 통과하지 못함. 두 기준값은 설정 기본값이며 환경변수로 바뀔 수 있음. 둘 다 정확도 확률을 뜻하지 않음. graph.py195~214,774~850, settings.py174,177행.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build_prompt  :  원 질문과 수정 지침</a:t>
            </a:r>
          </a:p>
          <a:p xmlns:a="http://schemas.openxmlformats.org/drawingml/2006/main">
            <a:r>
              <a:t>근거 블록 뒤에 원 질문과 검증 오류의 수정 지침을 붙여 사용자 입력 구성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55</a:t>
            </a:r>
          </a:p>
          <a:p xmlns:a="http://schemas.openxmlformats.org/drawingml/2006/main">
            <a:r>
              <a:t>unique_hints = dict.fromkeys(escape(str(item)) for item in state.get("repair_hints", []))</a:t>
            </a:r>
          </a:p>
          <a:p xmlns:a="http://schemas.openxmlformats.org/drawingml/2006/main">
            <a:r>
              <a:t>hints = "\n".join(unique_hints) or "해당 없음"</a:t>
            </a:r>
          </a:p>
          <a:p xmlns:a="http://schemas.openxmlformats.org/drawingml/2006/main">
            <a:r>
              <a:t>user_prompt = (</a:t>
            </a:r>
          </a:p>
          <a:p xmlns:a="http://schemas.openxmlformats.org/drawingml/2006/main">
            <a:r>
              <a:t>    "[입력]\n"</a:t>
            </a:r>
          </a:p>
          <a:p xmlns:a="http://schemas.openxmlformats.org/drawingml/2006/main">
            <a:r>
              <a:t>    "&lt;검색결과목록&gt;\n"</a:t>
            </a:r>
          </a:p>
          <a:p xmlns:a="http://schemas.openxmlformats.org/drawingml/2006/main">
            <a:r>
              <a:t>    f"{evidence}\n"</a:t>
            </a:r>
          </a:p>
          <a:p xmlns:a="http://schemas.openxmlformats.org/drawingml/2006/main">
            <a:r>
              <a:t>    "&lt;/검색결과목록&gt;\n\n"</a:t>
            </a:r>
          </a:p>
          <a:p xmlns:a="http://schemas.openxmlformats.org/drawingml/2006/main">
            <a:r>
              <a:t>    "&lt;사용자질문&gt;\n"</a:t>
            </a:r>
          </a:p>
          <a:p xmlns:a="http://schemas.openxmlformats.org/drawingml/2006/main">
            <a:r>
              <a:t>    f"{escape(str(state['query']))}\n"</a:t>
            </a:r>
          </a:p>
          <a:p xmlns:a="http://schemas.openxmlformats.org/drawingml/2006/main">
            <a:r>
              <a:t>    "&lt;/사용자질문&gt;\n\n"</a:t>
            </a:r>
          </a:p>
          <a:p xmlns:a="http://schemas.openxmlformats.org/drawingml/2006/main">
            <a:r>
              <a:t>    "&lt;수정지침&gt;\n"</a:t>
            </a:r>
          </a:p>
          <a:p xmlns:a="http://schemas.openxmlformats.org/drawingml/2006/main">
            <a:r>
              <a:t>    f"{hints}\n"</a:t>
            </a:r>
          </a:p>
          <a:p xmlns:a="http://schemas.openxmlformats.org/drawingml/2006/main">
            <a:r>
              <a:t>    "&lt;/수정지침&gt;"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dict.fromkeys는 지침의 순서를 유지하며 중복 제거. query는 변환 질문이 아닌 사용자 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build_prompt는 최종 검색 근거를 제공하되 사용자 원래 질문에 답하도록 query를 넣음. repair_hints는 누적 reducer 필드이므로 dict.fromkeys로 같은 지침을 한 번만 표시함. 입력 문자열 escape는 XML 특수문자를 안전하게 표현하기 위한 처리이며 의미적 프롬프트 공격을 완전히 차단한다는 뜻은 아님. 반환 system_prompt는 고정8섹션 지시문, user_prompt는 이 코드로 구성한 입력, prompt는 같은 값을 담은 호환 필드임.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>retriever/app/application/graph.py:1237-1250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[발표] '에이전틱(agentic) = 스스로 파일을 찾고 작업을 단계별로 수행'을 한 줄로 풀어준다. 비개발자가 겁먹지 않도록 '코드를 몰라도 자연어로 시키면 된다' + '검은 명령창이 아니라 친숙한 GUI'를 반복 강조. 데스크톱 앱은 별도 빌드가 아니라 Claude 앱(Chat·Cowork·Code)의 Code 탭이며 CLI와 동일 엔진·설정(CLAUDE.md·MCP·skills) 공유. 출처: https://code.claude.com/docs/en/overview, https://code.claude.com/docs/en/desktop-quickstart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Chilgok Gwon Anja"/>
              <a:ea typeface="Chilgok Gwon Anja"/>
              <a:cs typeface="Chilgok Gwon Anja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02460c9e140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b255729d04d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48c68f5bc144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b6ddbeaef40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c91feb50704d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03e4406ed44e8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943df8361f34b8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5b9cbd83e2f477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3e9958b45a244c74" /></Relationships>
</file>

<file path=ppt/slideLayouts/slideLayout1.xml><?xml version="1.0" encoding="utf-8"?>
<p:sldLayout xmlns:p="http://schemas.openxmlformats.org/presentationml/2006/main" preserve="1" userDrawn="1">
  <p:cSld name="레슨명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C53F5F21-2B28-AE43-9DA2-A7B0FC6B0A2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782402"/>
            <a:ext cx="11407140" cy="66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marL="0" indent="0">
              <a:buNone/>
              <a:defRPr sz="4320" b="1" i="0">
                <a:solidFill>
                  <a:srgbClr val="00BBFF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레슨 명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6B1DDAFE-F754-ED4C-B038-38E623E8186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45772" y="444907"/>
            <a:ext cx="4406264" cy="258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168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강의명</a:t>
            </a:r>
          </a:p>
        </p:txBody>
      </p:sp>
      <p:sp>
        <p:nvSpPr>
          <p:cNvPr id="10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2EE320A-D5D4-304E-92E5-242A401C379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13022" y="444907"/>
            <a:ext cx="9071608" cy="258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168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SECTION </a:t>
            </a: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userDrawn="1">
  <p:cSld name="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  <p:sp>
        <p:nvSpPr>
          <p:cNvPr id="20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95BA6E2-9490-4840-A13F-92DB906B9C4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45200" y="7775887"/>
            <a:ext cx="2540000" cy="251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ctr">
              <a:buNone/>
              <a:defRPr sz="14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6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 userDrawn="1">
  <p:cSld name="내용_단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제목 6">
            <a:extLst xmlns:a="http://schemas.openxmlformats.org/drawingml/2006/main">
              <a:ext uri="{FF2B5EF4-FFF2-40B4-BE49-F238E27FC236}">
                <a16:creationId xmlns:a16="http://schemas.microsoft.com/office/drawing/2014/main" id="{1F567C2C-E8FD-074C-9A88-0B27279F61F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9567" y="99294"/>
            <a:ext cx="13738860" cy="8288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180000" rIns="0" bIns="180000">
            <a:spAutoFit/>
          </a:bodyPr>
          <a:lstStyle xmlns:a="http://schemas.openxmlformats.org/drawingml/2006/main">
            <a:lvl1pPr>
              <a:buNone/>
              <a:defRPr sz="3200" b="1" i="0" baseline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r>
              <a:t>파트별</a:t>
            </a:r>
            <a:r>
              <a:t> 소제목</a:t>
            </a:r>
            <a:endParaRPr/>
          </a:p>
        </p:txBody>
      </p:sp>
      <p:sp>
        <p:nvSpPr>
          <p:cNvPr id="2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DDA118C-05D5-6480-770D-EAA836890B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92790" y="7787640"/>
            <a:ext cx="329184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r">
              <a:buNone/>
              <a:defRPr sz="12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5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hape 2">
            <a:extLst xmlns:a="http://schemas.openxmlformats.org/drawingml/2006/main">
              <a:ext uri="{FF2B5EF4-FFF2-40B4-BE49-F238E27FC236}">
                <a16:creationId xmlns:a16="http://schemas.microsoft.com/office/drawing/2014/main" id="{407103BA-706F-CD5E-5D8C-CDBB2EFB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" y="868680"/>
            <a:ext cx="13613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C0DA87-096E-4782-9E12-85DE6F4E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812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D290CD-694A-4BA5-8BF4-A3CE9D27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63840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ⓒ Unicorn — Claude Code 업무 자동화 부트캠프 1회차 · 무단전재 및 배포 금지</a:t>
            </a:r>
            <a:endParaRPr sz="16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827E0DE-E528-4F0C-B9DB-64F28B4C640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3624560" y="7863840"/>
            <a:ext cx="54864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Section명_한 줄 입력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04010" y="3657770"/>
            <a:ext cx="11414760" cy="8102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144000" rIns="0" bIns="0">
            <a:spAutoFit/>
          </a:bodyPr>
          <a:lstStyle xmlns:a="http://schemas.openxmlformats.org/drawingml/2006/main">
            <a:lvl1pPr marL="0" indent="0">
              <a:buNone/>
              <a:defRPr sz="4320" b="1" i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SECTION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30" y="3288438"/>
            <a:ext cx="1141476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강의명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 SemiBold"/>
                <a:ea typeface="Pretendard SemiBold"/>
                <a:cs typeface="Pretendard SemiBol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  <p:sp>
        <p:nvSpPr>
          <p:cNvPr id="20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322BDAA-AE1F-425D-83AC-D8E534CCB60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45200" y="7787640"/>
            <a:ext cx="254000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ctr">
              <a:buNone/>
              <a:defRPr sz="1400" b="0" i="0">
                <a:solidFill>
                  <a:schemeClr val="bg2">
                    <a:lumMod val="75000"/>
                  </a:schemeClr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fld id="{6D069905-AE10-E849-B625-D412908E376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 SemiBold"/>
                <a:ea typeface="Pretendard SemiBold"/>
                <a:cs typeface="Pretendard SemiBol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e28b7aeb894054" /><Relationship Type="http://schemas.openxmlformats.org/officeDocument/2006/relationships/slideLayout" Target="/ppt/slideLayouts/slideLayout1.xml" Id="Rf667fd356e3e4bf2" /><Relationship Type="http://schemas.openxmlformats.org/officeDocument/2006/relationships/slideLayout" Target="/ppt/slideLayouts/slideLayout2.xml" Id="R8936d9d46b124cf1" /><Relationship Type="http://schemas.openxmlformats.org/officeDocument/2006/relationships/slideLayout" Target="/ppt/slideLayouts/slideLayout3.xml" Id="Rcdc434cdda854f93" /><Relationship Type="http://schemas.openxmlformats.org/officeDocument/2006/relationships/slideLayout" Target="/ppt/slideLayouts/slideLayout4.xml" Id="R573854f6f1414d2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e7ecac03f044ccf" /><Relationship Type="http://schemas.openxmlformats.org/officeDocument/2006/relationships/slideLayout" Target="/ppt/slideLayouts/slideLayout5.xml" Id="Rd3b22db28df04b2d" /><Relationship Type="http://schemas.openxmlformats.org/officeDocument/2006/relationships/slideLayout" Target="/ppt/slideLayouts/slideLayout6.xml" Id="R0b755582b4a54b3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png" Id="R988be2b5016f44fe" /><Relationship Type="http://schemas.openxmlformats.org/officeDocument/2006/relationships/theme" Target="/ppt/slideMasters/theme/theme4.xml" Id="Ree584ff465b744c8" /><Relationship Type="http://schemas.openxmlformats.org/officeDocument/2006/relationships/slideLayout" Target="/ppt/slideLayouts/slideLayout7.xml" Id="R67b805fbceab4f55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88d617d3e9ed4739" /><Relationship Type="http://schemas.openxmlformats.org/officeDocument/2006/relationships/slideLayout" Target="/ppt/slideLayouts/slideLayout8.xml" Id="R5878ade37f014350" /><Relationship Type="http://schemas.openxmlformats.org/officeDocument/2006/relationships/slideLayout" Target="/ppt/slideLayouts/slideLayout9.xml" Id="Rf152c4c5ec85457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67fd356e3e4bf2"/>
    <p:sldLayoutId xmlns:r="http://schemas.openxmlformats.org/officeDocument/2006/relationships" id="2147483650" r:id="R8936d9d46b124cf1"/>
    <p:sldLayoutId xmlns:r="http://schemas.openxmlformats.org/officeDocument/2006/relationships" id="2147483651" r:id="Rcdc434cdda854f93"/>
    <p:sldLayoutId xmlns:r="http://schemas.openxmlformats.org/officeDocument/2006/relationships" id="2147483652" r:id="R573854f6f1414d22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791BBE-66E3-4442-970C-F4A0E014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1" y="7787686"/>
            <a:ext cx="1531573" cy="247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3200" rIns="0" bIns="0" anchor="ctr">
            <a:spAutoFit/>
          </a:bodyPr>
          <a:lstStyle xmlns:a="http://schemas.openxmlformats.org/drawingml/2006/main">
            <a:lvl1pPr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" b="0" i="0">
                <a:ln w="5080">
                  <a:noFill/>
                </a:ln>
                <a:solidFill>
                  <a:srgbClr val="E7E6E6">
                    <a:lumMod val="75000"/>
                  </a:srgb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lvl="0">
              <a:buNone/>
            </a:pPr>
            <a:r>
              <a:rPr sz="1200" b="0" i="0">
                <a:latin typeface="Pretendard"/>
                <a:ea typeface="Pretendard"/>
                <a:cs typeface="Pretendard"/>
              </a:rPr>
              <a:t>무단전재 및 배포 금지</a:t>
            </a:r>
          </a:p>
        </p:txBody>
      </p:sp>
      <p:sp>
        <p:nvSpPr>
          <p:cNvPr id="2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05222549-9B6D-AE4D-BB3C-20284003EA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92790" y="7787640"/>
            <a:ext cx="329184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r">
              <a:buNone/>
              <a:defRPr sz="12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5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d3b22db28df04b2d"/>
    <p:sldLayoutId xmlns:r="http://schemas.openxmlformats.org/officeDocument/2006/relationships" id="2147483655" r:id="R0b755582b4a54b30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69" userDrawn="1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be2b5016f44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0CC5AA-B0B5-FF4C-833B-2E01C84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7343904"/>
            <a:ext cx="9771127" cy="444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유니콘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 주식회사</a:t>
            </a:r>
            <a:endParaRPr sz="1260">
              <a:ln w="5080">
                <a:noFill/>
              </a:ln>
              <a:solidFill>
                <a:schemeClr val="bg1">
                  <a:lumMod val="85000"/>
                </a:schemeClr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Copyright 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ⓒ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Unicorn Corp. All Rights Reserved.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 무단전재 및 배포금지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67b805fbceab4f55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99F470B4-9F94-4342-A82F-FD105691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B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160"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0CC5AA-B0B5-FF4C-833B-2E01C84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7343904"/>
            <a:ext cx="9771127" cy="444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유니콘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 주식회사</a:t>
            </a:r>
            <a:endParaRPr sz="1260">
              <a:ln w="5080">
                <a:noFill/>
              </a:ln>
              <a:solidFill>
                <a:schemeClr val="bg1">
                  <a:lumMod val="95000"/>
                </a:schemeClr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Copyright 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ⓒ 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Unicorn Corp. All Rights Reserved.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 무단전재 및 배포금지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5878ade37f014350"/>
    <p:sldLayoutId xmlns:r="http://schemas.openxmlformats.org/officeDocument/2006/relationships" id="2147483660" r:id="Rf152c4c5ec85457a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[필수] 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[필수] Section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[필수] 강의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84cadce407c4d7d" /><Relationship Type="http://schemas.openxmlformats.org/officeDocument/2006/relationships/notesSlide" Target="/ppt/notesSlides/notesSlide1.xml" Id="R688386118a2642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5099ad0026f4469" /><Relationship Type="http://schemas.openxmlformats.org/officeDocument/2006/relationships/notesSlide" Target="/ppt/notesSlides/notesSlide2.xml" Id="Re2f3ba13928f4d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2fe57f940e4e44" /><Relationship Type="http://schemas.openxmlformats.org/officeDocument/2006/relationships/notesSlide" Target="/ppt/notesSlides/notesSlide3.xml" Id="Rde9a6766501d4c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1cb6ef9782e44e9" /><Relationship Type="http://schemas.openxmlformats.org/officeDocument/2006/relationships/image" Target="/ppt/media/image2.png" Id="Rcdcc4c335b274f01" /><Relationship Type="http://schemas.openxmlformats.org/officeDocument/2006/relationships/notesSlide" Target="/ppt/notesSlides/notesSlide4.xml" Id="R5708bc708fc241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d84a59d31545fb" /><Relationship Type="http://schemas.openxmlformats.org/officeDocument/2006/relationships/notesSlide" Target="/ppt/notesSlides/notesSlide5.xml" Id="Rbb0fc29d94cc4d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cb77f868a440d3" /><Relationship Type="http://schemas.openxmlformats.org/officeDocument/2006/relationships/notesSlide" Target="/ppt/notesSlides/notesSlide6.xml" Id="R9251de5a36a14a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af973cb7b84eca" /><Relationship Type="http://schemas.openxmlformats.org/officeDocument/2006/relationships/notesSlide" Target="/ppt/notesSlides/notesSlide7.xml" Id="Rdd5f573f837349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dc334bd1554890" /><Relationship Type="http://schemas.openxmlformats.org/officeDocument/2006/relationships/notesSlide" Target="/ppt/notesSlides/notesSlide8.xml" Id="R0c749367125f40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4aa9fd279941e5" /><Relationship Type="http://schemas.openxmlformats.org/officeDocument/2006/relationships/notesSlide" Target="/ppt/notesSlides/notesSlide9.xml" Id="Rf741644c273f49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40f4980296448b" /><Relationship Type="http://schemas.openxmlformats.org/officeDocument/2006/relationships/notesSlide" Target="/ppt/notesSlides/notesSlide10.xml" Id="R0fbc3c90660a44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cb359a4d3f45bc" /><Relationship Type="http://schemas.openxmlformats.org/officeDocument/2006/relationships/notesSlide" Target="/ppt/notesSlides/notesSlide11.xml" Id="Rb052c504b42545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d64d0a021d4a36" /><Relationship Type="http://schemas.openxmlformats.org/officeDocument/2006/relationships/notesSlide" Target="/ppt/notesSlides/notesSlide12.xml" Id="R623c329232f043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d503b3f4584fc4" /><Relationship Type="http://schemas.openxmlformats.org/officeDocument/2006/relationships/notesSlide" Target="/ppt/notesSlides/notesSlide13.xml" Id="R717d2f7b78974b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148d91ffc84789" /><Relationship Type="http://schemas.openxmlformats.org/officeDocument/2006/relationships/notesSlide" Target="/ppt/notesSlides/notesSlide14.xml" Id="R39bc821c37fb42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bfe45c5cfd4d0c" /><Relationship Type="http://schemas.openxmlformats.org/officeDocument/2006/relationships/notesSlide" Target="/ppt/notesSlides/notesSlide15.xml" Id="Rd4782cadd9b449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0a4121f182437d" /><Relationship Type="http://schemas.openxmlformats.org/officeDocument/2006/relationships/notesSlide" Target="/ppt/notesSlides/notesSlide16.xml" Id="Rf9e17bbe11264e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c9d05c50ef4f22" /><Relationship Type="http://schemas.openxmlformats.org/officeDocument/2006/relationships/notesSlide" Target="/ppt/notesSlides/notesSlide17.xml" Id="R8f629e577def40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8b66839072466f" /><Relationship Type="http://schemas.openxmlformats.org/officeDocument/2006/relationships/notesSlide" Target="/ppt/notesSlides/notesSlide18.xml" Id="Rbfdf838bfe2444d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52e4ba8a7649fe" /><Relationship Type="http://schemas.openxmlformats.org/officeDocument/2006/relationships/notesSlide" Target="/ppt/notesSlides/notesSlide19.xml" Id="Raeb90b728e11435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573f134ac946f9" /><Relationship Type="http://schemas.openxmlformats.org/officeDocument/2006/relationships/notesSlide" Target="/ppt/notesSlides/notesSlide20.xml" Id="R560719a06bc042b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a2ca91c21945c1" /><Relationship Type="http://schemas.openxmlformats.org/officeDocument/2006/relationships/notesSlide" Target="/ppt/notesSlides/notesSlide21.xml" Id="Rb2a7bc5c7c604dd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d71acff6ac4b9a" /><Relationship Type="http://schemas.openxmlformats.org/officeDocument/2006/relationships/notesSlide" Target="/ppt/notesSlides/notesSlide22.xml" Id="R67a2c2c01fe647c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d3a0e1412b41e7" /><Relationship Type="http://schemas.openxmlformats.org/officeDocument/2006/relationships/notesSlide" Target="/ppt/notesSlides/notesSlide23.xml" Id="R690a78cd34cb4ed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bbf9a9371b84711" /><Relationship Type="http://schemas.openxmlformats.org/officeDocument/2006/relationships/image" Target="/ppt/media/image3.png" Id="R6ef71a75cb034f33" /><Relationship Type="http://schemas.openxmlformats.org/officeDocument/2006/relationships/notesSlide" Target="/ppt/notesSlides/notesSlide24.xml" Id="R0c46dd393b754f0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cfcdedce2841d6" /><Relationship Type="http://schemas.openxmlformats.org/officeDocument/2006/relationships/notesSlide" Target="/ppt/notesSlides/notesSlide25.xml" Id="Rac3a88053db4414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edd90d2fa34d7b" /><Relationship Type="http://schemas.openxmlformats.org/officeDocument/2006/relationships/notesSlide" Target="/ppt/notesSlides/notesSlide26.xml" Id="R8a1d8b012b75442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24c195b8b04cbc" /><Relationship Type="http://schemas.openxmlformats.org/officeDocument/2006/relationships/notesSlide" Target="/ppt/notesSlides/notesSlide27.xml" Id="R9c35b0440e0b4cd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cba0c480814a80" /><Relationship Type="http://schemas.openxmlformats.org/officeDocument/2006/relationships/notesSlide" Target="/ppt/notesSlides/notesSlide28.xml" Id="Re5945f976fbf4b9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845b5caa514e91" /><Relationship Type="http://schemas.openxmlformats.org/officeDocument/2006/relationships/notesSlide" Target="/ppt/notesSlides/notesSlide29.xml" Id="R52c22ce03d9a4ba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cf56a7b3644836" /><Relationship Type="http://schemas.openxmlformats.org/officeDocument/2006/relationships/notesSlide" Target="/ppt/notesSlides/notesSlide30.xml" Id="R7e0ebf22d3fd454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31fda4b1be4fc0" /><Relationship Type="http://schemas.openxmlformats.org/officeDocument/2006/relationships/notesSlide" Target="/ppt/notesSlides/notesSlide31.xml" Id="R0f2bbdd68a5d4d6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8b3922eb674f13" /><Relationship Type="http://schemas.openxmlformats.org/officeDocument/2006/relationships/notesSlide" Target="/ppt/notesSlides/notesSlide32.xml" Id="R5f6e235a2d50423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4783b7e0794f70" /><Relationship Type="http://schemas.openxmlformats.org/officeDocument/2006/relationships/notesSlide" Target="/ppt/notesSlides/notesSlide33.xml" Id="Rb720c16ae062443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7769f94e404ddb" /><Relationship Type="http://schemas.openxmlformats.org/officeDocument/2006/relationships/notesSlide" Target="/ppt/notesSlides/notesSlide34.xml" Id="R5754189ab0be4d8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ef8f4b0e0c41ab" /><Relationship Type="http://schemas.openxmlformats.org/officeDocument/2006/relationships/notesSlide" Target="/ppt/notesSlides/notesSlide35.xml" Id="R5e68b38d93034bc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231a73de6d4fcb" /><Relationship Type="http://schemas.openxmlformats.org/officeDocument/2006/relationships/notesSlide" Target="/ppt/notesSlides/notesSlide36.xml" Id="Rad52135446294c8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82c57e6ab54b9a" /><Relationship Type="http://schemas.openxmlformats.org/officeDocument/2006/relationships/notesSlide" Target="/ppt/notesSlides/notesSlide37.xml" Id="Raad32f7a354f4e5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e27a342e594fc0" /><Relationship Type="http://schemas.openxmlformats.org/officeDocument/2006/relationships/notesSlide" Target="/ppt/notesSlides/notesSlide38.xml" Id="R1dc562b403664b9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174e70016f4aa9" /><Relationship Type="http://schemas.openxmlformats.org/officeDocument/2006/relationships/notesSlide" Target="/ppt/notesSlides/notesSlide39.xml" Id="Rd57a88f3093446f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7b636749834bda" /><Relationship Type="http://schemas.openxmlformats.org/officeDocument/2006/relationships/notesSlide" Target="/ppt/notesSlides/notesSlide40.xml" Id="Rb9790d5ec3dc492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07386fc7f5437a" /><Relationship Type="http://schemas.openxmlformats.org/officeDocument/2006/relationships/notesSlide" Target="/ppt/notesSlides/notesSlide41.xml" Id="Rff32095a97fe45a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8f6b38f5264c3c" /><Relationship Type="http://schemas.openxmlformats.org/officeDocument/2006/relationships/notesSlide" Target="/ppt/notesSlides/notesSlide42.xml" Id="R95adad38ec8f44a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ddf1446fda349f6" /><Relationship Type="http://schemas.openxmlformats.org/officeDocument/2006/relationships/notesSlide" Target="/ppt/notesSlides/notesSlide43.xml" Id="R4964789863d34ad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2772c852414906" /><Relationship Type="http://schemas.openxmlformats.org/officeDocument/2006/relationships/notesSlide" Target="/ppt/notesSlides/notesSlide44.xml" Id="R721e2b5dcb994ce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d3ca0a83bb46ac" /><Relationship Type="http://schemas.openxmlformats.org/officeDocument/2006/relationships/notesSlide" Target="/ppt/notesSlides/notesSlide45.xml" Id="R5a0a719f70454b6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858a90810d49bc" /><Relationship Type="http://schemas.openxmlformats.org/officeDocument/2006/relationships/notesSlide" Target="/ppt/notesSlides/notesSlide46.xml" Id="R2018da6b6fd14b8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e34856c3314bf3" /><Relationship Type="http://schemas.openxmlformats.org/officeDocument/2006/relationships/notesSlide" Target="/ppt/notesSlides/notesSlide47.xml" Id="R2750f79e34db4f4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06c456b6114ebd" /><Relationship Type="http://schemas.openxmlformats.org/officeDocument/2006/relationships/notesSlide" Target="/ppt/notesSlides/notesSlide48.xml" Id="Rc3ef753c6723443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006d9aa0144694" /><Relationship Type="http://schemas.openxmlformats.org/officeDocument/2006/relationships/notesSlide" Target="/ppt/notesSlides/notesSlide49.xml" Id="R6c98ce6f32a0425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d6e59c4c2b4a6d" /><Relationship Type="http://schemas.openxmlformats.org/officeDocument/2006/relationships/notesSlide" Target="/ppt/notesSlides/notesSlide50.xml" Id="Rded8495f2d5d401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5830982a1c41cf" /><Relationship Type="http://schemas.openxmlformats.org/officeDocument/2006/relationships/notesSlide" Target="/ppt/notesSlides/notesSlide51.xml" Id="R42c0ec5c0a7e4bc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ce9f2737e647e1" /><Relationship Type="http://schemas.openxmlformats.org/officeDocument/2006/relationships/notesSlide" Target="/ppt/notesSlides/notesSlide52.xml" Id="Re541c5498a2540c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1bb802c8194e47" /><Relationship Type="http://schemas.openxmlformats.org/officeDocument/2006/relationships/notesSlide" Target="/ppt/notesSlides/notesSlide53.xml" Id="R10d6999ac39e4ad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8095c5e63847d9" /><Relationship Type="http://schemas.openxmlformats.org/officeDocument/2006/relationships/notesSlide" Target="/ppt/notesSlides/notesSlide54.xml" Id="R9576ba9a69ce400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96902ac6c34ff8" /><Relationship Type="http://schemas.openxmlformats.org/officeDocument/2006/relationships/notesSlide" Target="/ppt/notesSlides/notesSlide55.xml" Id="R87aa4645100f4c12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a23b2deb6414f8f" /><Relationship Type="http://schemas.openxmlformats.org/officeDocument/2006/relationships/image" Target="/ppt/media/image4.png" Id="R881a4be379f3425e" /><Relationship Type="http://schemas.openxmlformats.org/officeDocument/2006/relationships/notesSlide" Target="/ppt/notesSlides/notesSlide56.xml" Id="R42aa4a0b55df4092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b8ac73f7d394746" /><Relationship Type="http://schemas.openxmlformats.org/officeDocument/2006/relationships/notesSlide" Target="/ppt/notesSlides/notesSlide57.xml" Id="Rc935328d856449b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5957d9720e410c" /><Relationship Type="http://schemas.openxmlformats.org/officeDocument/2006/relationships/image" Target="/ppt/media/image5.png" Id="R0e6860d1b27346b3" /><Relationship Type="http://schemas.openxmlformats.org/officeDocument/2006/relationships/notesSlide" Target="/ppt/notesSlides/notesSlide58.xml" Id="R3c1a885c845e494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464AA2DC-4F49-A8BE-997C-85889A420445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 sz="4400"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 sz="4400"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AI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02329C88-E591-743C-2574-E964D0BECE7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Pretendard"/>
                <a:ea typeface="Pretendard"/>
                <a:cs typeface="Pretendard"/>
              </a:rPr>
              <a:t>이해경</a:t>
            </a: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65CE93DE-2CF1-BF92-9461-43536283E3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069905-AE10-E849-B625-D412908E376F}" type="slidenum"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5773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0FE21C8-ED30-4AA4-B152-A0F1CFBD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1353121-BE1A-464B-8D36-581CD023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32093"/>
            <a:ext cx="1053389" cy="409651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7E7D621-647F-4256-AB0D-3632F5D8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32093"/>
            <a:ext cx="1053389" cy="4096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FF04A50-71F2-4315-A774-30060766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387" y="248717"/>
            <a:ext cx="11704320" cy="7900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 sz="40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AI</a:t>
            </a:r>
            <a:endParaRPr sz="40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3861300-6944-4703-A964-390739B2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243584"/>
            <a:ext cx="13606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567D871-3334-40AE-8A33-464F91B9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245" y="1419149"/>
            <a:ext cx="0" cy="6217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52DD2F2-9BF8-4A63-A10E-4FBCB7DC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419149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015F9DF-BF64-47C4-A730-735ABA99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9" y="1419149"/>
            <a:ext cx="2926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240" b="1" i="0" u="none" cap="none" spc="0">
                <a:ln>
                  <a:noFill/>
                </a:ln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강의 목표</a:t>
            </a:r>
            <a:endParaRPr sz="224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F530219-2FCF-4870-A495-B358061E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048256"/>
            <a:ext cx="6027725" cy="2691994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14C594B-A843-4AF6-941D-4836F1B2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282342"/>
            <a:ext cx="219456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69F7A04-7CAC-4096-AE71-34549D5E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282342"/>
            <a:ext cx="21945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기획자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45495F9-C09E-48A5-8DBD-8AB7606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867559"/>
            <a:ext cx="5501030" cy="1726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latin typeface="Pretendard"/>
                <a:ea typeface="Pretendard"/>
                <a:cs typeface="Pretendard"/>
              </a:rPr>
              <a:t>자연어로 </a:t>
            </a:r>
            <a:r>
              <a:rPr sz="2400">
                <a:latin typeface="Pretendard"/>
                <a:ea typeface="Pretendard"/>
                <a:cs typeface="Pretendard"/>
              </a:rPr>
              <a:t>AI</a:t>
            </a:r>
            <a:r>
              <a:rPr sz="2400">
                <a:latin typeface="Pretendard"/>
                <a:ea typeface="Pretendard"/>
                <a:cs typeface="Pretendard"/>
              </a:rPr>
              <a:t>를 본인 업무에 </a:t>
            </a:r>
            <a:endParaRPr sz="2400"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latin typeface="Pretendard"/>
                <a:ea typeface="Pretendard"/>
                <a:cs typeface="Pretendard"/>
              </a:rPr>
              <a:t>적용하는 역량 함양</a:t>
            </a:r>
            <a:endParaRPr sz="2400" b="0" i="0" u="none" kern="1200" cap="none" spc="0" baseline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2EA5F49-6ACE-42A3-8F9D-2F4C0676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915814"/>
            <a:ext cx="6027725" cy="2691994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A383512-6A89-45D4-89C0-A9EB2384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149901"/>
            <a:ext cx="1755648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9ABDA3B-0BDE-47E6-A16F-344E2CAF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149901"/>
            <a:ext cx="17556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IT 개발자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23F7A1-E16E-4CEC-857F-1BE66568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735117"/>
            <a:ext cx="5501030" cy="1726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를 업무 시스템에 적용할 수 있는</a:t>
            </a: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FDE</a:t>
            </a:r>
            <a:r>
              <a:rPr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(Forward Deployed Engineer)</a:t>
            </a: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역량 기반 구축</a:t>
            </a: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1C5816B-7B3D-49B4-967A-CE5D1AF4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331" y="1419149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4F230C-01E6-45E1-9A27-5E57050C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419149"/>
            <a:ext cx="2926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240" b="1" i="0" u="none" cap="none" spc="0">
                <a:ln>
                  <a:noFill/>
                </a:ln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커리큘럼</a:t>
            </a:r>
            <a:endParaRPr sz="224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0457092-F2B3-453B-9C82-6BC8244A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20482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D3F6CA5-54FF-4942-99BC-6BBB3C5F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21922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C94E040-A76B-4E6E-B519-CBACFB8F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21922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F76F069-943A-4BA8-9C40-55419059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24082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F312E5C-8973-42D7-A94F-48E6A3D4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20770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Claude Code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입문 및 프롬프트 기초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1DFB06C-0666-4594-8FA8-7F97DD48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297360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AEA2C9A-5735-4FE0-BA94-00668475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311760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F046B0B-CF0D-4BC0-98DE-D208D950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311760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D21F83C-4D17-4E08-9CDA-36318C0D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3336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743DF2F-AC65-4144-8E79-B34C34E4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00240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커넥터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루틴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컴퓨터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유즈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C06A95B-EE83-49D0-8E4A-6A933181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38989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006762F-2878-4B44-9A5E-F05FF5E3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0429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FC0D2A2-B3A6-4E6B-A8B6-BFA1C133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0429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F8E2C4D-31AB-4672-B3C9-FCFDEC1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42589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BA29A14-6A00-4CAA-BBAC-9190ED1B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9277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스킬 개발 기초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908F8E8B-66AA-4D04-BCB5-991CC108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482430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9C73104-C842-492E-ACF0-5B6A2C9C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96830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B32F480-535A-486A-A9CF-8DB3B392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96830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DC88D14-A3F7-4B46-88CC-F054F91D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51843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394A8D6-E376-4ACE-BF75-3C02B877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4853107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스킬 개발 심화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웹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MCP/MCP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개발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Shape 28">
            <a:extLst xmlns:a="http://schemas.openxmlformats.org/drawingml/2006/main">
              <a:ext uri="{FF2B5EF4-FFF2-40B4-BE49-F238E27FC236}">
                <a16:creationId xmlns:a16="http://schemas.microsoft.com/office/drawing/2014/main" id="{E4E969B8-2CE2-1E4F-20CB-96F74D49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57496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29">
            <a:extLst xmlns:a="http://schemas.openxmlformats.org/drawingml/2006/main">
              <a:ext uri="{FF2B5EF4-FFF2-40B4-BE49-F238E27FC236}">
                <a16:creationId xmlns:a16="http://schemas.microsoft.com/office/drawing/2014/main" id="{F5A71E4C-48A1-2110-4593-ABF9781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58936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30">
            <a:extLst xmlns:a="http://schemas.openxmlformats.org/drawingml/2006/main">
              <a:ext uri="{FF2B5EF4-FFF2-40B4-BE49-F238E27FC236}">
                <a16:creationId xmlns:a16="http://schemas.microsoft.com/office/drawing/2014/main" id="{02EA3603-DE0E-7A7A-9A2D-9D3B3616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58936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Shape 31">
            <a:extLst xmlns:a="http://schemas.openxmlformats.org/drawingml/2006/main">
              <a:ext uri="{FF2B5EF4-FFF2-40B4-BE49-F238E27FC236}">
                <a16:creationId xmlns:a16="http://schemas.microsoft.com/office/drawing/2014/main" id="{C6E23F35-FA65-DFBC-1B70-4582C808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61096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32">
            <a:extLst xmlns:a="http://schemas.openxmlformats.org/drawingml/2006/main">
              <a:ext uri="{FF2B5EF4-FFF2-40B4-BE49-F238E27FC236}">
                <a16:creationId xmlns:a16="http://schemas.microsoft.com/office/drawing/2014/main" id="{7985626B-D8A8-26FA-9DC1-B8DF16D8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57784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에이젼트</a:t>
            </a:r>
            <a:r>
              <a:rPr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개발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Shape 33">
            <a:extLst xmlns:a="http://schemas.openxmlformats.org/drawingml/2006/main">
              <a:ext uri="{FF2B5EF4-FFF2-40B4-BE49-F238E27FC236}">
                <a16:creationId xmlns:a16="http://schemas.microsoft.com/office/drawing/2014/main" id="{F8FA9010-A703-AD08-C88F-F08DC558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6675005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Shape 34">
            <a:extLst xmlns:a="http://schemas.openxmlformats.org/drawingml/2006/main">
              <a:ext uri="{FF2B5EF4-FFF2-40B4-BE49-F238E27FC236}">
                <a16:creationId xmlns:a16="http://schemas.microsoft.com/office/drawing/2014/main" id="{38B9E10B-5E44-A30F-E5E5-3D11E9F9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6819005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 35">
            <a:extLst xmlns:a="http://schemas.openxmlformats.org/drawingml/2006/main">
              <a:ext uri="{FF2B5EF4-FFF2-40B4-BE49-F238E27FC236}">
                <a16:creationId xmlns:a16="http://schemas.microsoft.com/office/drawing/2014/main" id="{0DB84D31-61BF-0ACC-131F-4195ED29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6819005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Shape 36">
            <a:extLst xmlns:a="http://schemas.openxmlformats.org/drawingml/2006/main">
              <a:ext uri="{FF2B5EF4-FFF2-40B4-BE49-F238E27FC236}">
                <a16:creationId xmlns:a16="http://schemas.microsoft.com/office/drawing/2014/main" id="{93AEDA77-9469-8C64-009B-50301979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703500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Text 37">
            <a:extLst xmlns:a="http://schemas.openxmlformats.org/drawingml/2006/main">
              <a:ext uri="{FF2B5EF4-FFF2-40B4-BE49-F238E27FC236}">
                <a16:creationId xmlns:a16="http://schemas.microsoft.com/office/drawing/2014/main" id="{C636BBA2-D90C-B95A-FB39-C1FDC45D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670380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플러그인 개발 및 배포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4815338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DEE91A8C-379E-7C8E-9268-BF1B896C50F8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604010" y="3657770"/>
            <a:ext cx="11414760" cy="77280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C46742C-B7A4-27FA-14E8-11CA66EB29A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611630" y="3288439"/>
            <a:ext cx="11414760" cy="3323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B6946FD-26C6-3B9A-0DE2-CDB70E436A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Indexing workflow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BD1A155-0669-BCFF-7BFE-3F4C7775309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4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c4c335b274f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4069" y="1028699"/>
            <a:ext cx="12281210" cy="69081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22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">
            <a:extLst xmlns:a="http://schemas.openxmlformats.org/drawingml/2006/main">
              <a:ext uri="{FF2B5EF4-FFF2-40B4-BE49-F238E27FC236}">
                <a16:creationId xmlns:a16="http://schemas.microsoft.com/office/drawing/2014/main" id="{18E1408A-05A0-415E-A4F1-49E654CB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">
            <a:extLst xmlns:a="http://schemas.openxmlformats.org/drawingml/2006/main">
              <a:ext uri="{FF2B5EF4-FFF2-40B4-BE49-F238E27FC236}">
                <a16:creationId xmlns:a16="http://schemas.microsoft.com/office/drawing/2014/main" id="{418571B7-D2CD-4031-904B-B6DDF4AA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3">
            <a:extLst xmlns:a="http://schemas.openxmlformats.org/drawingml/2006/main">
              <a:ext uri="{FF2B5EF4-FFF2-40B4-BE49-F238E27FC236}">
                <a16:creationId xmlns:a16="http://schemas.microsoft.com/office/drawing/2014/main" id="{17BA7FB6-BC4A-48E9-98BA-7A31F4F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select_sources  :  원문 파일 선택</a:t>
            </a:r>
          </a:p>
        </p:txBody>
      </p:sp>
      <p:sp>
        <p:nvSpPr>
          <p:cNvPr id="4" name="v2-4">
            <a:extLst xmlns:a="http://schemas.openxmlformats.org/drawingml/2006/main">
              <a:ext uri="{FF2B5EF4-FFF2-40B4-BE49-F238E27FC236}">
                <a16:creationId xmlns:a16="http://schemas.microsoft.com/office/drawing/2014/main" id="{23C2A17E-AA46-4E23-A8AB-604716CB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입력 경로에서 요청한 문서 종류와 상담 세그먼트에 해당하는 파일만 선택</a:t>
            </a:r>
          </a:p>
        </p:txBody>
      </p:sp>
      <p:sp>
        <p:nvSpPr>
          <p:cNvPr id="5" name="v2-5">
            <a:extLst xmlns:a="http://schemas.openxmlformats.org/drawingml/2006/main">
              <a:ext uri="{FF2B5EF4-FFF2-40B4-BE49-F238E27FC236}">
                <a16:creationId xmlns:a16="http://schemas.microsoft.com/office/drawing/2014/main" id="{7C921D6F-AC6F-455C-96E9-53A8425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6">
            <a:extLst xmlns:a="http://schemas.openxmlformats.org/drawingml/2006/main">
              <a:ext uri="{FF2B5EF4-FFF2-40B4-BE49-F238E27FC236}">
                <a16:creationId xmlns:a16="http://schemas.microsoft.com/office/drawing/2014/main" id="{70F39F03-225A-4E1F-BDA4-4C24A747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2-7">
            <a:extLst xmlns:a="http://schemas.openxmlformats.org/drawingml/2006/main">
              <a:ext uri="{FF2B5EF4-FFF2-40B4-BE49-F238E27FC236}">
                <a16:creationId xmlns:a16="http://schemas.microsoft.com/office/drawing/2014/main" id="{EAAFA053-F382-4E37-B80A-9F66EB1F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8">
            <a:extLst xmlns:a="http://schemas.openxmlformats.org/drawingml/2006/main">
              <a:ext uri="{FF2B5EF4-FFF2-40B4-BE49-F238E27FC236}">
                <a16:creationId xmlns:a16="http://schemas.microsoft.com/office/drawing/2014/main" id="{D486A605-E5DE-467D-A471-4684A49D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9">
            <a:extLst xmlns:a="http://schemas.openxmlformats.org/drawingml/2006/main">
              <a:ext uri="{FF2B5EF4-FFF2-40B4-BE49-F238E27FC236}">
                <a16:creationId xmlns:a16="http://schemas.microsoft.com/office/drawing/2014/main" id="{5C2347E0-EB35-45A0-8B96-756568E8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0">
            <a:extLst xmlns:a="http://schemas.openxmlformats.org/drawingml/2006/main">
              <a:ext uri="{FF2B5EF4-FFF2-40B4-BE49-F238E27FC236}">
                <a16:creationId xmlns:a16="http://schemas.microsoft.com/office/drawing/2014/main" id="{C984B11C-0218-4596-A712-2534D71E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input_path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원문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D1 / D2 / D3 / 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segment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상담 세그먼트</a:t>
            </a:r>
          </a:p>
        </p:txBody>
      </p:sp>
      <p:sp>
        <p:nvSpPr>
          <p:cNvPr id="13" name="v2-11">
            <a:extLst xmlns:a="http://schemas.openxmlformats.org/drawingml/2006/main">
              <a:ext uri="{FF2B5EF4-FFF2-40B4-BE49-F238E27FC236}">
                <a16:creationId xmlns:a16="http://schemas.microsoft.com/office/drawing/2014/main" id="{81C17AE0-5582-42D6-AB65-7E161787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파일이면 해당 파일, 폴더이면 파일 목록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D1·D2 PDF와 D3 상담 파일 이름 검사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문서 종류·세그먼트 조건으로 필터링</a:t>
            </a:r>
          </a:p>
        </p:txBody>
      </p:sp>
      <p:sp>
        <p:nvSpPr>
          <p:cNvPr id="14" name="v2-12">
            <a:extLst xmlns:a="http://schemas.openxmlformats.org/drawingml/2006/main">
              <a:ext uri="{FF2B5EF4-FFF2-40B4-BE49-F238E27FC236}">
                <a16:creationId xmlns:a16="http://schemas.microsoft.com/office/drawing/2014/main" id="{857EE13E-B855-4FA9-9A49-5468BC1F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sources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선택한 절대 경로 목록</a:t>
            </a:r>
          </a:p>
        </p:txBody>
      </p:sp>
      <p:sp>
        <p:nvSpPr>
          <p:cNvPr id="15" name="v2-13">
            <a:extLst xmlns:a="http://schemas.openxmlformats.org/drawingml/2006/main">
              <a:ext uri="{FF2B5EF4-FFF2-40B4-BE49-F238E27FC236}">
                <a16:creationId xmlns:a16="http://schemas.microsoft.com/office/drawing/2014/main" id="{8B9D6CC6-0509-456A-80FA-7737CD6E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선택 결과가 있으면 extract  /  없으면 오류 종료</a:t>
            </a:r>
          </a:p>
        </p:txBody>
      </p:sp>
      <p:sp>
        <p:nvSpPr>
          <p:cNvPr id="16" name="v2-465">
            <a:extLst xmlns:a="http://schemas.openxmlformats.org/drawingml/2006/main">
              <a:ext uri="{FF2B5EF4-FFF2-40B4-BE49-F238E27FC236}">
                <a16:creationId xmlns:a16="http://schemas.microsoft.com/office/drawing/2014/main" id="{D0DF5DD1-8169-4B6E-9180-53D5E47C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5-2">
            <a:extLst xmlns:a="http://schemas.openxmlformats.org/drawingml/2006/main">
              <a:ext uri="{FF2B5EF4-FFF2-40B4-BE49-F238E27FC236}">
                <a16:creationId xmlns:a16="http://schemas.microsoft.com/office/drawing/2014/main" id="{E878CFD1-1A90-4206-94BC-B1DE0BCA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5-3">
            <a:extLst xmlns:a="http://schemas.openxmlformats.org/drawingml/2006/main">
              <a:ext uri="{FF2B5EF4-FFF2-40B4-BE49-F238E27FC236}">
                <a16:creationId xmlns:a16="http://schemas.microsoft.com/office/drawing/2014/main" id="{32861EF4-5CFF-4186-B7C4-BEECF57D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5-4">
            <a:extLst xmlns:a="http://schemas.openxmlformats.org/drawingml/2006/main">
              <a:ext uri="{FF2B5EF4-FFF2-40B4-BE49-F238E27FC236}">
                <a16:creationId xmlns:a16="http://schemas.microsoft.com/office/drawing/2014/main" id="{0BE1522E-CE99-461E-8F03-BF82CA80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select_sources · extract  :  경로와 문서의 구분</a:t>
            </a:r>
          </a:p>
        </p:txBody>
      </p:sp>
      <p:sp>
        <p:nvSpPr>
          <p:cNvPr id="4" name="v5-5">
            <a:extLst xmlns:a="http://schemas.openxmlformats.org/drawingml/2006/main">
              <a:ext uri="{FF2B5EF4-FFF2-40B4-BE49-F238E27FC236}">
                <a16:creationId xmlns:a16="http://schemas.microsoft.com/office/drawing/2014/main" id="{7A23207C-0A3A-48A1-9BA1-7FD03A21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파일을 선택한 뒤 내용을 추출하며, 두 노드가 반환하는 State 필드도 다름</a:t>
            </a:r>
          </a:p>
        </p:txBody>
      </p:sp>
      <p:sp>
        <p:nvSpPr>
          <p:cNvPr id="5" name="v5-6">
            <a:extLst xmlns:a="http://schemas.openxmlformats.org/drawingml/2006/main">
              <a:ext uri="{FF2B5EF4-FFF2-40B4-BE49-F238E27FC236}">
                <a16:creationId xmlns:a16="http://schemas.microsoft.com/office/drawing/2014/main" id="{FB584DF9-AC4E-4C76-8E2D-13D992C2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5-7">
            <a:extLst xmlns:a="http://schemas.openxmlformats.org/drawingml/2006/main">
              <a:ext uri="{FF2B5EF4-FFF2-40B4-BE49-F238E27FC236}">
                <a16:creationId xmlns:a16="http://schemas.microsoft.com/office/drawing/2014/main" id="{4459339F-08C1-4D28-A0BE-1A999E46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200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5-8">
            <a:extLst xmlns:a="http://schemas.openxmlformats.org/drawingml/2006/main">
              <a:ext uri="{FF2B5EF4-FFF2-40B4-BE49-F238E27FC236}">
                <a16:creationId xmlns:a16="http://schemas.microsoft.com/office/drawing/2014/main" id="{E0466C8F-378F-45CF-968E-1B6E23C9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009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8" name="v5-9">
            <a:extLst xmlns:a="http://schemas.openxmlformats.org/drawingml/2006/main">
              <a:ext uri="{FF2B5EF4-FFF2-40B4-BE49-F238E27FC236}">
                <a16:creationId xmlns:a16="http://schemas.microsoft.com/office/drawing/2014/main" id="{8A96C324-D97B-4A56-92DE-8272DE07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71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select_sources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원문 파일 선택</a:t>
            </a:r>
          </a:p>
        </p:txBody>
      </p:sp>
      <p:sp>
        <p:nvSpPr>
          <p:cNvPr id="9" name="v5-10">
            <a:extLst xmlns:a="http://schemas.openxmlformats.org/drawingml/2006/main">
              <a:ext uri="{FF2B5EF4-FFF2-40B4-BE49-F238E27FC236}">
                <a16:creationId xmlns:a16="http://schemas.microsoft.com/office/drawing/2014/main" id="{734881F3-323B-4526-8B1E-02C0D6D8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571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본문·메타데이터 추출</a:t>
            </a:r>
          </a:p>
        </p:txBody>
      </p: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400800" y="2990850"/>
            <a:ext cx="1828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1" name="v5-11">
            <a:extLst xmlns:a="http://schemas.openxmlformats.org/drawingml/2006/main">
              <a:ext uri="{FF2B5EF4-FFF2-40B4-BE49-F238E27FC236}">
                <a16:creationId xmlns:a16="http://schemas.microsoft.com/office/drawing/2014/main" id="{1567EA8C-2B40-4232-A377-0492E4D2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sources: 절대 경로 문자열 목록</a:t>
            </a:r>
          </a:p>
        </p:txBody>
      </p:sp>
      <p:sp>
        <p:nvSpPr>
          <p:cNvPr id="12" name="v5-12">
            <a:extLst xmlns:a="http://schemas.openxmlformats.org/drawingml/2006/main">
              <a:ext uri="{FF2B5EF4-FFF2-40B4-BE49-F238E27FC236}">
                <a16:creationId xmlns:a16="http://schemas.microsoft.com/office/drawing/2014/main" id="{956641C4-5B77-4102-8643-C9A1F248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576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documents: Document 객체 목록</a:t>
            </a:r>
          </a:p>
        </p:txBody>
      </p:sp>
      <p:sp>
        <p:nvSpPr>
          <p:cNvPr id="13" name="v5-13">
            <a:extLst xmlns:a="http://schemas.openxmlformats.org/drawingml/2006/main">
              <a:ext uri="{FF2B5EF4-FFF2-40B4-BE49-F238E27FC236}">
                <a16:creationId xmlns:a16="http://schemas.microsoft.com/office/drawing/2014/main" id="{5359FED1-C182-4031-801C-8EBA7E38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6191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{"sources": selected}</a:t>
            </a:r>
          </a:p>
        </p:txBody>
      </p:sp>
      <p:sp>
        <p:nvSpPr>
          <p:cNvPr id="14" name="v5-14">
            <a:extLst xmlns:a="http://schemas.openxmlformats.org/drawingml/2006/main">
              <a:ext uri="{FF2B5EF4-FFF2-40B4-BE49-F238E27FC236}">
                <a16:creationId xmlns:a16="http://schemas.microsoft.com/office/drawing/2014/main" id="{E4930759-5676-4077-B32B-0E0E94A8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81525"/>
            <a:ext cx="6191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documents.extend(extracted)</a:t>
            </a:r>
          </a:p>
        </p:txBody>
      </p:sp>
      <p:sp>
        <p:nvSpPr>
          <p:cNvPr id="15" name="v5-15">
            <a:extLst xmlns:a="http://schemas.openxmlformats.org/drawingml/2006/main">
              <a:ext uri="{FF2B5EF4-FFF2-40B4-BE49-F238E27FC236}">
                <a16:creationId xmlns:a16="http://schemas.microsoft.com/office/drawing/2014/main" id="{27435867-B728-4B7D-9B58-371E37CE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경로는 파일의 위치를 가리킴</a:t>
            </a:r>
          </a:p>
        </p:txBody>
      </p:sp>
      <p:sp>
        <p:nvSpPr>
          <p:cNvPr id="16" name="v5-16">
            <a:extLst xmlns:a="http://schemas.openxmlformats.org/drawingml/2006/main">
              <a:ext uri="{FF2B5EF4-FFF2-40B4-BE49-F238E27FC236}">
                <a16:creationId xmlns:a16="http://schemas.microsoft.com/office/drawing/2014/main" id="{DBEC46DF-D094-4750-9B75-8C084B1A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810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 = page_content + metadata</a:t>
            </a:r>
          </a:p>
        </p:txBody>
      </p:sp>
      <p:sp>
        <p:nvSpPr>
          <p:cNvPr id="17" name="v5-17">
            <a:extLst xmlns:a="http://schemas.openxmlformats.org/drawingml/2006/main">
              <a:ext uri="{FF2B5EF4-FFF2-40B4-BE49-F238E27FC236}">
                <a16:creationId xmlns:a16="http://schemas.microsoft.com/office/drawing/2014/main" id="{6E573292-2CBF-4606-8435-E259FF67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1515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노드는 변경 필드를 딕셔너리로 반환하고, LangGraph가 기존 State에 반영함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3">
            <a:extLst xmlns:a="http://schemas.openxmlformats.org/drawingml/2006/main">
              <a:ext uri="{FF2B5EF4-FFF2-40B4-BE49-F238E27FC236}">
                <a16:creationId xmlns:a16="http://schemas.microsoft.com/office/drawing/2014/main" id="{FB86ED9E-39B2-4413-85D5-48C8633A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4">
            <a:extLst xmlns:a="http://schemas.openxmlformats.org/drawingml/2006/main">
              <a:ext uri="{FF2B5EF4-FFF2-40B4-BE49-F238E27FC236}">
                <a16:creationId xmlns:a16="http://schemas.microsoft.com/office/drawing/2014/main" id="{A2555349-884B-4431-B994-B613A5EF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25">
            <a:extLst xmlns:a="http://schemas.openxmlformats.org/drawingml/2006/main">
              <a:ext uri="{FF2B5EF4-FFF2-40B4-BE49-F238E27FC236}">
                <a16:creationId xmlns:a16="http://schemas.microsoft.com/office/drawing/2014/main" id="{084B36E5-E598-4DC0-A9D4-41F5CD49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파일을 Document로 변환</a:t>
            </a:r>
          </a:p>
        </p:txBody>
      </p:sp>
      <p:sp>
        <p:nvSpPr>
          <p:cNvPr id="4" name="v2-26">
            <a:extLst xmlns:a="http://schemas.openxmlformats.org/drawingml/2006/main">
              <a:ext uri="{FF2B5EF4-FFF2-40B4-BE49-F238E27FC236}">
                <a16:creationId xmlns:a16="http://schemas.microsoft.com/office/drawing/2014/main" id="{8F1668CE-0FF9-44D0-9858-43337DA6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파일 형식에 맞는 추출기를 호출하고 본문·메타데이터·추적 정보를 수집</a:t>
            </a:r>
          </a:p>
        </p:txBody>
      </p:sp>
      <p:sp>
        <p:nvSpPr>
          <p:cNvPr id="5" name="v2-27">
            <a:extLst xmlns:a="http://schemas.openxmlformats.org/drawingml/2006/main">
              <a:ext uri="{FF2B5EF4-FFF2-40B4-BE49-F238E27FC236}">
                <a16:creationId xmlns:a16="http://schemas.microsoft.com/office/drawing/2014/main" id="{CBE8B1DB-6296-4729-AB52-64AFCD3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8">
            <a:extLst xmlns:a="http://schemas.openxmlformats.org/drawingml/2006/main">
              <a:ext uri="{FF2B5EF4-FFF2-40B4-BE49-F238E27FC236}">
                <a16:creationId xmlns:a16="http://schemas.microsoft.com/office/drawing/2014/main" id="{3021E830-BF50-4342-B6D1-2ECE5205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2-29">
            <a:extLst xmlns:a="http://schemas.openxmlformats.org/drawingml/2006/main">
              <a:ext uri="{FF2B5EF4-FFF2-40B4-BE49-F238E27FC236}">
                <a16:creationId xmlns:a16="http://schemas.microsoft.com/office/drawing/2014/main" id="{A458C6F4-AAD6-4EF1-8FF7-D091381C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0">
            <a:extLst xmlns:a="http://schemas.openxmlformats.org/drawingml/2006/main">
              <a:ext uri="{FF2B5EF4-FFF2-40B4-BE49-F238E27FC236}">
                <a16:creationId xmlns:a16="http://schemas.microsoft.com/office/drawing/2014/main" id="{EB265557-7B11-4AEB-9B48-6BBA5F29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1">
            <a:extLst xmlns:a="http://schemas.openxmlformats.org/drawingml/2006/main">
              <a:ext uri="{FF2B5EF4-FFF2-40B4-BE49-F238E27FC236}">
                <a16:creationId xmlns:a16="http://schemas.microsoft.com/office/drawing/2014/main" id="{BD58DE59-15EB-4C7E-AA21-82F4F394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2">
            <a:extLst xmlns:a="http://schemas.openxmlformats.org/drawingml/2006/main">
              <a:ext uri="{FF2B5EF4-FFF2-40B4-BE49-F238E27FC236}">
                <a16:creationId xmlns:a16="http://schemas.microsoft.com/office/drawing/2014/main" id="{D6D6FA57-25B5-4CDB-822F-DBE43764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sources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선택한 원문 파일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D1·D2 PDF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D3 상담 TXT</a:t>
            </a:r>
          </a:p>
        </p:txBody>
      </p:sp>
      <p:sp>
        <p:nvSpPr>
          <p:cNvPr id="13" name="v2-33">
            <a:extLst xmlns:a="http://schemas.openxmlformats.org/drawingml/2006/main">
              <a:ext uri="{FF2B5EF4-FFF2-40B4-BE49-F238E27FC236}">
                <a16:creationId xmlns:a16="http://schemas.microsoft.com/office/drawing/2014/main" id="{E5401253-E153-4AA3-B23E-A8757D49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원문 파일별 SHA-256 해시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PDF는 페이지별, 상담은 상담 1건별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본문과 메타데이터를 Document로 묶음</a:t>
            </a:r>
          </a:p>
        </p:txBody>
      </p:sp>
      <p:sp>
        <p:nvSpPr>
          <p:cNvPr id="14" name="v2-34">
            <a:extLst xmlns:a="http://schemas.openxmlformats.org/drawingml/2006/main">
              <a:ext uri="{FF2B5EF4-FFF2-40B4-BE49-F238E27FC236}">
                <a16:creationId xmlns:a16="http://schemas.microsoft.com/office/drawing/2014/main" id="{0E9F1313-FAAA-4D7D-A9C1-96DD1345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본문 +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reports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처리 결과·경고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fingerprints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원문 해시</a:t>
            </a:r>
          </a:p>
        </p:txBody>
      </p:sp>
      <p:sp>
        <p:nvSpPr>
          <p:cNvPr id="15" name="v2-35">
            <a:extLst xmlns:a="http://schemas.openxmlformats.org/drawingml/2006/main">
              <a:ext uri="{FF2B5EF4-FFF2-40B4-BE49-F238E27FC236}">
                <a16:creationId xmlns:a16="http://schemas.microsoft.com/office/drawing/2014/main" id="{2D1A4938-8105-4E46-A1A1-E1E4654A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apply_profile  /  문서 유형 doc_type은 metadata 안의 값</a:t>
            </a:r>
          </a:p>
        </p:txBody>
      </p:sp>
      <p:sp>
        <p:nvSpPr>
          <p:cNvPr id="16" name="v2-467">
            <a:extLst xmlns:a="http://schemas.openxmlformats.org/drawingml/2006/main">
              <a:ext uri="{FF2B5EF4-FFF2-40B4-BE49-F238E27FC236}">
                <a16:creationId xmlns:a16="http://schemas.microsoft.com/office/drawing/2014/main" id="{A570CA85-61D4-431F-BDEB-B5443371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6">
            <a:extLst xmlns:a="http://schemas.openxmlformats.org/drawingml/2006/main">
              <a:ext uri="{FF2B5EF4-FFF2-40B4-BE49-F238E27FC236}">
                <a16:creationId xmlns:a16="http://schemas.microsoft.com/office/drawing/2014/main" id="{2C9FC08B-A85C-48F9-9ED8-9FF2C980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7">
            <a:extLst xmlns:a="http://schemas.openxmlformats.org/drawingml/2006/main">
              <a:ext uri="{FF2B5EF4-FFF2-40B4-BE49-F238E27FC236}">
                <a16:creationId xmlns:a16="http://schemas.microsoft.com/office/drawing/2014/main" id="{16114135-9BB3-4606-B283-CE111093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38">
            <a:extLst xmlns:a="http://schemas.openxmlformats.org/drawingml/2006/main">
              <a:ext uri="{FF2B5EF4-FFF2-40B4-BE49-F238E27FC236}">
                <a16:creationId xmlns:a16="http://schemas.microsoft.com/office/drawing/2014/main" id="{C965B0E6-26DA-4A0C-9C34-F569170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좌표와 글자 구조</a:t>
            </a:r>
          </a:p>
        </p:txBody>
      </p:sp>
      <p:sp>
        <p:nvSpPr>
          <p:cNvPr id="4" name="v2-39">
            <a:extLst xmlns:a="http://schemas.openxmlformats.org/drawingml/2006/main">
              <a:ext uri="{FF2B5EF4-FFF2-40B4-BE49-F238E27FC236}">
                <a16:creationId xmlns:a16="http://schemas.microsoft.com/office/drawing/2014/main" id="{B1AC0480-4EEC-41A2-8FCA-3A793CFD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PDF 구조 예시: block 안의 line, line 안의 span과 bbox 좌표</a:t>
            </a:r>
          </a:p>
        </p:txBody>
      </p:sp>
      <p:sp>
        <p:nvSpPr>
          <p:cNvPr id="5" name="v2-40">
            <a:extLst xmlns:a="http://schemas.openxmlformats.org/drawingml/2006/main">
              <a:ext uri="{FF2B5EF4-FFF2-40B4-BE49-F238E27FC236}">
                <a16:creationId xmlns:a16="http://schemas.microsoft.com/office/drawing/2014/main" id="{B330255F-EC26-4A83-B702-BAD1A04D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1">
            <a:extLst xmlns:a="http://schemas.openxmlformats.org/drawingml/2006/main">
              <a:ext uri="{FF2B5EF4-FFF2-40B4-BE49-F238E27FC236}">
                <a16:creationId xmlns:a16="http://schemas.microsoft.com/office/drawing/2014/main" id="{E5EF8ED1-32C3-4B94-BD50-ABACCAF9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indexer/app/infrastructure/pdf_reader.py</a:t>
            </a:r>
          </a:p>
        </p:txBody>
      </p:sp>
      <p:sp>
        <p:nvSpPr>
          <p:cNvPr id="7" name="v2-42">
            <a:extLst xmlns:a="http://schemas.openxmlformats.org/drawingml/2006/main">
              <a:ext uri="{FF2B5EF4-FFF2-40B4-BE49-F238E27FC236}">
                <a16:creationId xmlns:a16="http://schemas.microsoft.com/office/drawing/2014/main" id="{1D2C6CAE-B17B-441D-90CA-9FD3F585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3">
            <a:extLst xmlns:a="http://schemas.openxmlformats.org/drawingml/2006/main">
              <a:ext uri="{FF2B5EF4-FFF2-40B4-BE49-F238E27FC236}">
                <a16:creationId xmlns:a16="http://schemas.microsoft.com/office/drawing/2014/main" id="{AFA3AAEB-E6CC-4C00-A9F3-B5538385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block = {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"type": 0,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"bbox": (28, 15, 230, 48),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"lines": [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{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"bbox": (28, 15, 230, 48),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"spans": [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    {"text": "제5조"},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    {"text": "(통지 방법)"},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],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}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],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}</a:t>
            </a:r>
          </a:p>
        </p:txBody>
      </p:sp>
      <p:sp>
        <p:nvSpPr>
          <p:cNvPr id="9" name="v2-44">
            <a:extLst xmlns:a="http://schemas.openxmlformats.org/drawingml/2006/main">
              <a:ext uri="{FF2B5EF4-FFF2-40B4-BE49-F238E27FC236}">
                <a16:creationId xmlns:a16="http://schemas.microsoft.com/office/drawing/2014/main" id="{2CC6690F-0B1A-4F42-A92A-F85D9E98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bbox는 글자 영역의 좌표  /  spans의 글자를 합치면 같은 줄의 텍스트가 됨</a:t>
            </a:r>
          </a:p>
        </p:txBody>
      </p:sp>
      <p:sp>
        <p:nvSpPr>
          <p:cNvPr id="10" name="v2-468">
            <a:extLst xmlns:a="http://schemas.openxmlformats.org/drawingml/2006/main">
              <a:ext uri="{FF2B5EF4-FFF2-40B4-BE49-F238E27FC236}">
                <a16:creationId xmlns:a16="http://schemas.microsoft.com/office/drawing/2014/main" id="{C358DF81-3C38-4A32-A61B-1F0A9BF4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5">
            <a:extLst xmlns:a="http://schemas.openxmlformats.org/drawingml/2006/main">
              <a:ext uri="{FF2B5EF4-FFF2-40B4-BE49-F238E27FC236}">
                <a16:creationId xmlns:a16="http://schemas.microsoft.com/office/drawing/2014/main" id="{1E4F7443-2064-4D3A-A1BF-A9B79F6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6">
            <a:extLst xmlns:a="http://schemas.openxmlformats.org/drawingml/2006/main">
              <a:ext uri="{FF2B5EF4-FFF2-40B4-BE49-F238E27FC236}">
                <a16:creationId xmlns:a16="http://schemas.microsoft.com/office/drawing/2014/main" id="{8B3FEFB3-4EE8-4152-82DE-B9009FC4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47">
            <a:extLst xmlns:a="http://schemas.openxmlformats.org/drawingml/2006/main">
              <a:ext uri="{FF2B5EF4-FFF2-40B4-BE49-F238E27FC236}">
                <a16:creationId xmlns:a16="http://schemas.microsoft.com/office/drawing/2014/main" id="{774CC449-AC46-4959-96FE-0D561E30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한 줄씩 추출</a:t>
            </a:r>
          </a:p>
        </p:txBody>
      </p:sp>
      <p:sp>
        <p:nvSpPr>
          <p:cNvPr id="4" name="v2-48">
            <a:extLst xmlns:a="http://schemas.openxmlformats.org/drawingml/2006/main">
              <a:ext uri="{FF2B5EF4-FFF2-40B4-BE49-F238E27FC236}">
                <a16:creationId xmlns:a16="http://schemas.microsoft.com/office/drawing/2014/main" id="{8DBE1311-A7E7-47B1-A010-C74EB569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_lines()가 PDF 한 페이지에서 좌표와 줄 텍스트를 수집</a:t>
            </a:r>
          </a:p>
        </p:txBody>
      </p:sp>
      <p:sp>
        <p:nvSpPr>
          <p:cNvPr id="5" name="v2-49">
            <a:extLst xmlns:a="http://schemas.openxmlformats.org/drawingml/2006/main">
              <a:ext uri="{FF2B5EF4-FFF2-40B4-BE49-F238E27FC236}">
                <a16:creationId xmlns:a16="http://schemas.microsoft.com/office/drawing/2014/main" id="{EA4394BA-EDCA-44E6-94FA-12AE83CF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50">
            <a:extLst xmlns:a="http://schemas.openxmlformats.org/drawingml/2006/main">
              <a:ext uri="{FF2B5EF4-FFF2-40B4-BE49-F238E27FC236}">
                <a16:creationId xmlns:a16="http://schemas.microsoft.com/office/drawing/2014/main" id="{8D9F9820-802D-4974-8C61-A15D8AAE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indexer/app/infrastructure/pdf_reader.py</a:t>
            </a:r>
          </a:p>
        </p:txBody>
      </p:sp>
      <p:sp>
        <p:nvSpPr>
          <p:cNvPr id="7" name="v2-51">
            <a:extLst xmlns:a="http://schemas.openxmlformats.org/drawingml/2006/main">
              <a:ext uri="{FF2B5EF4-FFF2-40B4-BE49-F238E27FC236}">
                <a16:creationId xmlns:a16="http://schemas.microsoft.com/office/drawing/2014/main" id="{6DF8CDA3-92ED-44E9-831E-6DC17A21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52">
            <a:extLst xmlns:a="http://schemas.openxmlformats.org/drawingml/2006/main">
              <a:ext uri="{FF2B5EF4-FFF2-40B4-BE49-F238E27FC236}">
                <a16:creationId xmlns:a16="http://schemas.microsoft.com/office/drawing/2014/main" id="{0DF6458D-E302-4235-A067-194F6D4D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_lines(page):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result = []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block in page.get_text("dict")["blocks"]: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for line in block.get("lines", []):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text = "".join(span["text"] for span in line["spans"]).strip()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if text: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result.append((tuple(line["bbox"]), text))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result</a:t>
            </a:r>
          </a:p>
        </p:txBody>
      </p:sp>
      <p:sp>
        <p:nvSpPr>
          <p:cNvPr id="9" name="v2-53">
            <a:extLst xmlns:a="http://schemas.openxmlformats.org/drawingml/2006/main">
              <a:ext uri="{FF2B5EF4-FFF2-40B4-BE49-F238E27FC236}">
                <a16:creationId xmlns:a16="http://schemas.microsoft.com/office/drawing/2014/main" id="{71754DF9-4243-47ED-88BF-9717D578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함수 전체의 실행문 발췌(긴 설명 주석 생략). 빈 줄을 제외한 (bbox, text) 목록 반환</a:t>
            </a:r>
          </a:p>
        </p:txBody>
      </p:sp>
      <p:sp>
        <p:nvSpPr>
          <p:cNvPr id="10" name="v2-469">
            <a:extLst xmlns:a="http://schemas.openxmlformats.org/drawingml/2006/main">
              <a:ext uri="{FF2B5EF4-FFF2-40B4-BE49-F238E27FC236}">
                <a16:creationId xmlns:a16="http://schemas.microsoft.com/office/drawing/2014/main" id="{959F8B6C-5A19-4E1A-8531-4DD646F8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54">
            <a:extLst xmlns:a="http://schemas.openxmlformats.org/drawingml/2006/main">
              <a:ext uri="{FF2B5EF4-FFF2-40B4-BE49-F238E27FC236}">
                <a16:creationId xmlns:a16="http://schemas.microsoft.com/office/drawing/2014/main" id="{FDD6BCBF-EC26-40D3-8CA1-B0C73286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55">
            <a:extLst xmlns:a="http://schemas.openxmlformats.org/drawingml/2006/main">
              <a:ext uri="{FF2B5EF4-FFF2-40B4-BE49-F238E27FC236}">
                <a16:creationId xmlns:a16="http://schemas.microsoft.com/office/drawing/2014/main" id="{BCED7646-93A7-46FA-8F9F-39FF06CF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56">
            <a:extLst xmlns:a="http://schemas.openxmlformats.org/drawingml/2006/main">
              <a:ext uri="{FF2B5EF4-FFF2-40B4-BE49-F238E27FC236}">
                <a16:creationId xmlns:a16="http://schemas.microsoft.com/office/drawing/2014/main" id="{98CF398D-BDC2-4701-B6D1-2064C20B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반복 머리말·꼬리말 찾기</a:t>
            </a:r>
          </a:p>
        </p:txBody>
      </p:sp>
      <p:sp>
        <p:nvSpPr>
          <p:cNvPr id="4" name="v2-57">
            <a:extLst xmlns:a="http://schemas.openxmlformats.org/drawingml/2006/main">
              <a:ext uri="{FF2B5EF4-FFF2-40B4-BE49-F238E27FC236}">
                <a16:creationId xmlns:a16="http://schemas.microsoft.com/office/drawing/2014/main" id="{9401CBAE-49D8-4DCE-86A3-B9C3F1A0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상·하단 여백의 문구를 페이지마다 한 번씩 세어 반복 여부 확인</a:t>
            </a:r>
          </a:p>
        </p:txBody>
      </p:sp>
      <p:sp>
        <p:nvSpPr>
          <p:cNvPr id="5" name="v2-58">
            <a:extLst xmlns:a="http://schemas.openxmlformats.org/drawingml/2006/main">
              <a:ext uri="{FF2B5EF4-FFF2-40B4-BE49-F238E27FC236}">
                <a16:creationId xmlns:a16="http://schemas.microsoft.com/office/drawing/2014/main" id="{A50F6B72-D180-4EA6-8E0C-91A4BA64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59">
            <a:extLst xmlns:a="http://schemas.openxmlformats.org/drawingml/2006/main">
              <a:ext uri="{FF2B5EF4-FFF2-40B4-BE49-F238E27FC236}">
                <a16:creationId xmlns:a16="http://schemas.microsoft.com/office/drawing/2014/main" id="{9B7930F0-E352-44C9-B9A5-064340A8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indexer/app/infrastructure/pdf_reader.py</a:t>
            </a:r>
          </a:p>
        </p:txBody>
      </p:sp>
      <p:sp>
        <p:nvSpPr>
          <p:cNvPr id="7" name="v2-60">
            <a:extLst xmlns:a="http://schemas.openxmlformats.org/drawingml/2006/main">
              <a:ext uri="{FF2B5EF4-FFF2-40B4-BE49-F238E27FC236}">
                <a16:creationId xmlns:a16="http://schemas.microsoft.com/office/drawing/2014/main" id="{AEB070D7-5F32-4B81-B9CD-6E33FB70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61">
            <a:extLst xmlns:a="http://schemas.openxmlformats.org/drawingml/2006/main">
              <a:ext uri="{FF2B5EF4-FFF2-40B4-BE49-F238E27FC236}">
                <a16:creationId xmlns:a16="http://schemas.microsoft.com/office/drawing/2014/main" id="{2E5C1DF4-74FF-466B-860C-E114D05E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_margin(rectangle, height):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rectangle[3] &lt; height * 0.055 or rectangle[1] &gt; height * 0.95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repeated = Counter()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page, lines in zip(pdf, page_lines):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repeated.update({text for rectangle, text in lines if _margin(rectangle, page.rect.height)})</a:t>
            </a:r>
          </a:p>
        </p:txBody>
      </p:sp>
      <p:sp>
        <p:nvSpPr>
          <p:cNvPr id="9" name="v2-62">
            <a:extLst xmlns:a="http://schemas.openxmlformats.org/drawingml/2006/main">
              <a:ext uri="{FF2B5EF4-FFF2-40B4-BE49-F238E27FC236}">
                <a16:creationId xmlns:a16="http://schemas.microsoft.com/office/drawing/2014/main" id="{14219300-366F-4000-9327-00BE22A8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상단 5.5%·하단 5% 검사. 제거 옵션 사용 시 여백의 쪽 번호 또는 2쪽 이상 반복 문구 제거</a:t>
            </a:r>
          </a:p>
        </p:txBody>
      </p:sp>
      <p:sp>
        <p:nvSpPr>
          <p:cNvPr id="10" name="v2-470">
            <a:extLst xmlns:a="http://schemas.openxmlformats.org/drawingml/2006/main">
              <a:ext uri="{FF2B5EF4-FFF2-40B4-BE49-F238E27FC236}">
                <a16:creationId xmlns:a16="http://schemas.microsoft.com/office/drawing/2014/main" id="{BAB9A646-0E71-4B70-AB87-BF642429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63">
            <a:extLst xmlns:a="http://schemas.openxmlformats.org/drawingml/2006/main">
              <a:ext uri="{FF2B5EF4-FFF2-40B4-BE49-F238E27FC236}">
                <a16:creationId xmlns:a16="http://schemas.microsoft.com/office/drawing/2014/main" id="{29CB0D25-1F5A-4DD6-866B-03B9E164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64">
            <a:extLst xmlns:a="http://schemas.openxmlformats.org/drawingml/2006/main">
              <a:ext uri="{FF2B5EF4-FFF2-40B4-BE49-F238E27FC236}">
                <a16:creationId xmlns:a16="http://schemas.microsoft.com/office/drawing/2014/main" id="{D7C3C552-175D-4902-A757-A607749E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65">
            <a:extLst xmlns:a="http://schemas.openxmlformats.org/drawingml/2006/main">
              <a:ext uri="{FF2B5EF4-FFF2-40B4-BE49-F238E27FC236}">
                <a16:creationId xmlns:a16="http://schemas.microsoft.com/office/drawing/2014/main" id="{81BE7162-13AC-44F4-8E09-514A6E8C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표와 읽기 순서</a:t>
            </a:r>
          </a:p>
        </p:txBody>
      </p:sp>
      <p:sp>
        <p:nvSpPr>
          <p:cNvPr id="4" name="v2-66">
            <a:extLst xmlns:a="http://schemas.openxmlformats.org/drawingml/2006/main">
              <a:ext uri="{FF2B5EF4-FFF2-40B4-BE49-F238E27FC236}">
                <a16:creationId xmlns:a16="http://schemas.microsoft.com/office/drawing/2014/main" id="{1C530C7C-DB57-4ABF-B44F-C4509051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표는 행·열 관계를 보존하고, 같은 글자가 본문에 중복되지 않도록 처리</a:t>
            </a:r>
          </a:p>
        </p:txBody>
      </p:sp>
      <p:sp>
        <p:nvSpPr>
          <p:cNvPr id="5" name="v2-67">
            <a:extLst xmlns:a="http://schemas.openxmlformats.org/drawingml/2006/main">
              <a:ext uri="{FF2B5EF4-FFF2-40B4-BE49-F238E27FC236}">
                <a16:creationId xmlns:a16="http://schemas.microsoft.com/office/drawing/2014/main" id="{DDFAA134-8EC2-44E7-9606-24E08B09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68">
            <a:extLst xmlns:a="http://schemas.openxmlformats.org/drawingml/2006/main">
              <a:ext uri="{FF2B5EF4-FFF2-40B4-BE49-F238E27FC236}">
                <a16:creationId xmlns:a16="http://schemas.microsoft.com/office/drawing/2014/main" id="{2B4B88B0-0D85-46DA-B278-FD4214CF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indexer/app/infrastructure/pdf_reader.py</a:t>
            </a:r>
          </a:p>
        </p:txBody>
      </p:sp>
      <p:sp>
        <p:nvSpPr>
          <p:cNvPr id="7" name="v2-69">
            <a:extLst xmlns:a="http://schemas.openxmlformats.org/drawingml/2006/main">
              <a:ext uri="{FF2B5EF4-FFF2-40B4-BE49-F238E27FC236}">
                <a16:creationId xmlns:a16="http://schemas.microsoft.com/office/drawing/2014/main" id="{0C397172-71A1-4554-BA18-E0E6FD80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좌표와 텍스트 수집</a:t>
            </a:r>
          </a:p>
        </p:txBody>
      </p:sp>
      <p:sp>
        <p:nvSpPr>
          <p:cNvPr id="8" name="v2-70">
            <a:extLst xmlns:a="http://schemas.openxmlformats.org/drawingml/2006/main">
              <a:ext uri="{FF2B5EF4-FFF2-40B4-BE49-F238E27FC236}">
                <a16:creationId xmlns:a16="http://schemas.microsoft.com/office/drawing/2014/main" id="{72197655-4FB4-451A-8383-71AAFF3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표 감지·글자 비교</a:t>
            </a:r>
          </a:p>
        </p:txBody>
      </p:sp>
      <p:sp>
        <p:nvSpPr>
          <p:cNvPr id="9" name="v2-71">
            <a:extLst xmlns:a="http://schemas.openxmlformats.org/drawingml/2006/main">
              <a:ext uri="{FF2B5EF4-FFF2-40B4-BE49-F238E27FC236}">
                <a16:creationId xmlns:a16="http://schemas.microsoft.com/office/drawing/2014/main" id="{897E9852-77CF-4FEC-A311-D19C14DC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본문과 표 순서 복원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4798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4798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3962400"/>
          <a:ext xmlns:a="http://schemas.openxmlformats.org/drawingml/2006/main" cx="13258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572000"/>
                <a:gridCol w="5353050"/>
              </a:tblGrid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본문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셀과 원문 글자 일치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Markdown 표로 변환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해당 표 영역의 중복 글자 제거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글자 불일치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변환 보류·경고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기존 위치 기반 텍스트 유지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D2 테두리 없는 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좌표 기반 행 추가 정규화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읽기 순서에 맞게 합침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72">
            <a:extLst xmlns:a="http://schemas.openxmlformats.org/drawingml/2006/main">
              <a:ext uri="{FF2B5EF4-FFF2-40B4-BE49-F238E27FC236}">
                <a16:creationId xmlns:a16="http://schemas.microsoft.com/office/drawing/2014/main" id="{50BF5C93-4503-4701-BBF5-77B19D21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스캔 PDF의 OCR은 미구현  /  텍스트 계층이 없으면 경고  /  암호화 PDF는 처리 중단</a:t>
            </a:r>
          </a:p>
        </p:txBody>
      </p:sp>
      <p:sp>
        <p:nvSpPr>
          <p:cNvPr id="14" name="v2-471">
            <a:extLst xmlns:a="http://schemas.openxmlformats.org/drawingml/2006/main">
              <a:ext uri="{FF2B5EF4-FFF2-40B4-BE49-F238E27FC236}">
                <a16:creationId xmlns:a16="http://schemas.microsoft.com/office/drawing/2014/main" id="{4B9465E0-8185-49D2-8E59-D57C2115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73">
            <a:extLst xmlns:a="http://schemas.openxmlformats.org/drawingml/2006/main">
              <a:ext uri="{FF2B5EF4-FFF2-40B4-BE49-F238E27FC236}">
                <a16:creationId xmlns:a16="http://schemas.microsoft.com/office/drawing/2014/main" id="{C525DE37-49FC-499D-B850-FA2F1352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74">
            <a:extLst xmlns:a="http://schemas.openxmlformats.org/drawingml/2006/main">
              <a:ext uri="{FF2B5EF4-FFF2-40B4-BE49-F238E27FC236}">
                <a16:creationId xmlns:a16="http://schemas.microsoft.com/office/drawing/2014/main" id="{F38F9E23-63EA-4C33-8394-B3B6BCF0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75">
            <a:extLst xmlns:a="http://schemas.openxmlformats.org/drawingml/2006/main">
              <a:ext uri="{FF2B5EF4-FFF2-40B4-BE49-F238E27FC236}">
                <a16:creationId xmlns:a16="http://schemas.microsoft.com/office/drawing/2014/main" id="{26C8F4B7-C85C-4202-90F1-2F97CD58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상담 분리와 가명화</a:t>
            </a:r>
          </a:p>
        </p:txBody>
      </p:sp>
      <p:sp>
        <p:nvSpPr>
          <p:cNvPr id="4" name="v2-76">
            <a:extLst xmlns:a="http://schemas.openxmlformats.org/drawingml/2006/main">
              <a:ext uri="{FF2B5EF4-FFF2-40B4-BE49-F238E27FC236}">
                <a16:creationId xmlns:a16="http://schemas.microsoft.com/office/drawing/2014/main" id="{5AC691A9-3881-4E89-A99A-0DE4212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상담ID 머리글로 상담을 나눈 뒤 개인정보가 남지 않도록 처리</a:t>
            </a:r>
          </a:p>
        </p:txBody>
      </p:sp>
      <p:sp>
        <p:nvSpPr>
          <p:cNvPr id="5" name="v2-77">
            <a:extLst xmlns:a="http://schemas.openxmlformats.org/drawingml/2006/main">
              <a:ext uri="{FF2B5EF4-FFF2-40B4-BE49-F238E27FC236}">
                <a16:creationId xmlns:a16="http://schemas.microsoft.com/office/drawing/2014/main" id="{41D1F227-0C5D-4640-975E-8A427820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78">
            <a:extLst xmlns:a="http://schemas.openxmlformats.org/drawingml/2006/main">
              <a:ext uri="{FF2B5EF4-FFF2-40B4-BE49-F238E27FC236}">
                <a16:creationId xmlns:a16="http://schemas.microsoft.com/office/drawing/2014/main" id="{A034B622-B92F-446C-BC76-75CFE051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indexer/app/domain/consultations.py</a:t>
            </a:r>
          </a:p>
        </p:txBody>
      </p:sp>
      <p:sp>
        <p:nvSpPr>
          <p:cNvPr id="7" name="v2-79">
            <a:extLst xmlns:a="http://schemas.openxmlformats.org/drawingml/2006/main">
              <a:ext uri="{FF2B5EF4-FFF2-40B4-BE49-F238E27FC236}">
                <a16:creationId xmlns:a16="http://schemas.microsoft.com/office/drawing/2014/main" id="{4C73C6BB-7D37-4390-BEF1-9C064756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상담ID 기준 분리</a:t>
            </a:r>
          </a:p>
        </p:txBody>
      </p:sp>
      <p:sp>
        <p:nvSpPr>
          <p:cNvPr id="8" name="v2-80">
            <a:extLst xmlns:a="http://schemas.openxmlformats.org/drawingml/2006/main">
              <a:ext uri="{FF2B5EF4-FFF2-40B4-BE49-F238E27FC236}">
                <a16:creationId xmlns:a16="http://schemas.microsoft.com/office/drawing/2014/main" id="{E0D6250D-31C7-4D75-A764-FF152C57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개인정보 처리</a:t>
            </a:r>
          </a:p>
        </p:txBody>
      </p:sp>
      <p:sp>
        <p:nvSpPr>
          <p:cNvPr id="9" name="v2-81">
            <a:extLst xmlns:a="http://schemas.openxmlformats.org/drawingml/2006/main">
              <a:ext uri="{FF2B5EF4-FFF2-40B4-BE49-F238E27FC236}">
                <a16:creationId xmlns:a16="http://schemas.microsoft.com/office/drawing/2014/main" id="{A5B0D40D-AD56-4FF1-B42E-70E35B39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잔존 검사</a:t>
            </a:r>
          </a:p>
        </p:txBody>
      </p:sp>
      <p:sp>
        <p:nvSpPr>
          <p:cNvPr id="10" name="v2-82">
            <a:extLst xmlns:a="http://schemas.openxmlformats.org/drawingml/2006/main">
              <a:ext uri="{FF2B5EF4-FFF2-40B4-BE49-F238E27FC236}">
                <a16:creationId xmlns:a16="http://schemas.microsoft.com/office/drawing/2014/main" id="{DB295E2B-F6FD-473F-8A9B-D5486146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Document 생성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2933700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44" name=""/>
          <p:cNvGraphicFramePr/>
          <p:nvPr/>
        </p:nvGraphicFramePr>
        <p:xfrm>
          <a:off xmlns:a="http://schemas.openxmlformats.org/drawingml/2006/main" x="685800" y="3943350"/>
          <a:ext xmlns:a="http://schemas.openxmlformats.org/drawingml/2006/main" cx="13258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762750"/>
                <a:gridCol w="4114800"/>
              </a:tblGrid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결과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삭제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이름·전화·이메일·카드번호·끝 4자리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[삭제]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일반화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생년월일·나이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연령대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가명화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회원번호·상담사명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member_pseudo_id</a:t>
                      </a:r>
                    </a:p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agent_pseudo_id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2-83">
            <a:extLst xmlns:a="http://schemas.openxmlformats.org/drawingml/2006/main">
              <a:ext uri="{FF2B5EF4-FFF2-40B4-BE49-F238E27FC236}">
                <a16:creationId xmlns:a16="http://schemas.microsoft.com/office/drawing/2014/main" id="{36245332-6F1E-4401-AF1D-E9D5186A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정해진 식별정보 패턴이 남으면 중단. 상담은 restricted 등급. 모든 개인정보 제거를 보장하는 검사는 아님</a:t>
            </a:r>
          </a:p>
        </p:txBody>
      </p:sp>
      <p:sp>
        <p:nvSpPr>
          <p:cNvPr id="16" name="v2-472">
            <a:extLst xmlns:a="http://schemas.openxmlformats.org/drawingml/2006/main">
              <a:ext uri="{FF2B5EF4-FFF2-40B4-BE49-F238E27FC236}">
                <a16:creationId xmlns:a16="http://schemas.microsoft.com/office/drawing/2014/main" id="{F57165F0-16FC-4CE1-B779-7B0F6965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84">
            <a:extLst xmlns:a="http://schemas.openxmlformats.org/drawingml/2006/main">
              <a:ext uri="{FF2B5EF4-FFF2-40B4-BE49-F238E27FC236}">
                <a16:creationId xmlns:a16="http://schemas.microsoft.com/office/drawing/2014/main" id="{3B5E1A05-68C1-4C04-80EE-0C091C08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85">
            <a:extLst xmlns:a="http://schemas.openxmlformats.org/drawingml/2006/main">
              <a:ext uri="{FF2B5EF4-FFF2-40B4-BE49-F238E27FC236}">
                <a16:creationId xmlns:a16="http://schemas.microsoft.com/office/drawing/2014/main" id="{8357E5DD-3469-4196-8D6D-5FA5729D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86">
            <a:extLst xmlns:a="http://schemas.openxmlformats.org/drawingml/2006/main">
              <a:ext uri="{FF2B5EF4-FFF2-40B4-BE49-F238E27FC236}">
                <a16:creationId xmlns:a16="http://schemas.microsoft.com/office/drawing/2014/main" id="{CF6E5B2E-DF33-4EC3-9AAD-AD69AD76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개인정보 치환 코드 발췌</a:t>
            </a:r>
          </a:p>
        </p:txBody>
      </p:sp>
      <p:sp>
        <p:nvSpPr>
          <p:cNvPr id="4" name="v2-87">
            <a:extLst xmlns:a="http://schemas.openxmlformats.org/drawingml/2006/main">
              <a:ext uri="{FF2B5EF4-FFF2-40B4-BE49-F238E27FC236}">
                <a16:creationId xmlns:a16="http://schemas.microsoft.com/office/drawing/2014/main" id="{584AB2C0-44DC-471E-80BF-437CD98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_clean() 후반부: 연락처·카드번호 삭제, 회원번호 가명화, 나이 일반화</a:t>
            </a:r>
          </a:p>
        </p:txBody>
      </p:sp>
      <p:sp>
        <p:nvSpPr>
          <p:cNvPr id="5" name="v2-88">
            <a:extLst xmlns:a="http://schemas.openxmlformats.org/drawingml/2006/main">
              <a:ext uri="{FF2B5EF4-FFF2-40B4-BE49-F238E27FC236}">
                <a16:creationId xmlns:a16="http://schemas.microsoft.com/office/drawing/2014/main" id="{72A86E25-EA51-4F15-8ED4-6C2B54E2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89">
            <a:extLst xmlns:a="http://schemas.openxmlformats.org/drawingml/2006/main">
              <a:ext uri="{FF2B5EF4-FFF2-40B4-BE49-F238E27FC236}">
                <a16:creationId xmlns:a16="http://schemas.microsoft.com/office/drawing/2014/main" id="{25F5CF6D-8031-450C-9EEC-7426E825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indexer/app/domain/consultations.py</a:t>
            </a:r>
          </a:p>
        </p:txBody>
      </p:sp>
      <p:sp>
        <p:nvSpPr>
          <p:cNvPr id="7" name="v2-90">
            <a:extLst xmlns:a="http://schemas.openxmlformats.org/drawingml/2006/main">
              <a:ext uri="{FF2B5EF4-FFF2-40B4-BE49-F238E27FC236}">
                <a16:creationId xmlns:a16="http://schemas.microsoft.com/office/drawing/2014/main" id="{99677D9A-3732-41E1-8079-C2AF299B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91">
            <a:extLst xmlns:a="http://schemas.openxmlformats.org/drawingml/2006/main">
              <a:ext uri="{FF2B5EF4-FFF2-40B4-BE49-F238E27FC236}">
                <a16:creationId xmlns:a16="http://schemas.microsoft.com/office/drawing/2014/main" id="{DBB1B3D0-7DEF-47CF-BE05-FA0C60ED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PHONE.sub("[삭제]",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EMAIL.sub("[삭제]",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PAN.sub("[삭제]",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re.sub(r"(?:끝\s*4자리|끝\s*네\s*자리|마지막\s*4자리)\s*(?:는|가|:)?\s*\d{4}", "끝4자리 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re.sub(r"가상고객\d+|가상상담사\d+", "[삭제]",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MEMBER.sub(lambda match: to_pseudo(match.group(0)),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re.sub(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r"(?&lt;!\d)(?:만\s*)?(\d{1,3})\s*세",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lambda match: "60대 이상" if int(match.group(1)) &gt;= 60 else f"{int(match.group(1)) // 10 * 10}대",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text,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92">
            <a:extLst xmlns:a="http://schemas.openxmlformats.org/drawingml/2006/main">
              <a:ext uri="{FF2B5EF4-FFF2-40B4-BE49-F238E27FC236}">
                <a16:creationId xmlns:a16="http://schemas.microsoft.com/office/drawing/2014/main" id="{ECDCF5F0-BC63-437F-AD14-9AD1CDFD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함수 후반부 발췌. 앞부분에서 이름·생년월일·원문 카드번호·끝 4자리도 치환함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상담사명은 별도로 to_pseudo(..., "a")를 적용해 agent_pseudo_id 생성</a:t>
            </a:r>
          </a:p>
        </p:txBody>
      </p:sp>
      <p:sp>
        <p:nvSpPr>
          <p:cNvPr id="10" name="v2-473">
            <a:extLst xmlns:a="http://schemas.openxmlformats.org/drawingml/2006/main">
              <a:ext uri="{FF2B5EF4-FFF2-40B4-BE49-F238E27FC236}">
                <a16:creationId xmlns:a16="http://schemas.microsoft.com/office/drawing/2014/main" id="{3ED921F9-1A7B-4243-875F-7863131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93">
            <a:extLst xmlns:a="http://schemas.openxmlformats.org/drawingml/2006/main">
              <a:ext uri="{FF2B5EF4-FFF2-40B4-BE49-F238E27FC236}">
                <a16:creationId xmlns:a16="http://schemas.microsoft.com/office/drawing/2014/main" id="{D85C4E93-5E3D-4CF2-8D29-0186A192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94">
            <a:extLst xmlns:a="http://schemas.openxmlformats.org/drawingml/2006/main">
              <a:ext uri="{FF2B5EF4-FFF2-40B4-BE49-F238E27FC236}">
                <a16:creationId xmlns:a16="http://schemas.microsoft.com/office/drawing/2014/main" id="{548BD4D5-BB94-4140-9632-28A0DC1E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95">
            <a:extLst xmlns:a="http://schemas.openxmlformats.org/drawingml/2006/main">
              <a:ext uri="{FF2B5EF4-FFF2-40B4-BE49-F238E27FC236}">
                <a16:creationId xmlns:a16="http://schemas.microsoft.com/office/drawing/2014/main" id="{3D36D75F-91B5-4A8E-8767-7943CE6B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apply_profile  :  문서별 관리 정보 적용</a:t>
            </a:r>
          </a:p>
        </p:txBody>
      </p:sp>
      <p:sp>
        <p:nvSpPr>
          <p:cNvPr id="4" name="v2-96">
            <a:extLst xmlns:a="http://schemas.openxmlformats.org/drawingml/2006/main">
              <a:ext uri="{FF2B5EF4-FFF2-40B4-BE49-F238E27FC236}">
                <a16:creationId xmlns:a16="http://schemas.microsoft.com/office/drawing/2014/main" id="{A0D31421-4B89-489A-969A-0B35B055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source 파일명에 대응하는 프로필을 찾아 메타데이터에 반영</a:t>
            </a:r>
          </a:p>
        </p:txBody>
      </p:sp>
      <p:sp>
        <p:nvSpPr>
          <p:cNvPr id="5" name="v2-97">
            <a:extLst xmlns:a="http://schemas.openxmlformats.org/drawingml/2006/main">
              <a:ext uri="{FF2B5EF4-FFF2-40B4-BE49-F238E27FC236}">
                <a16:creationId xmlns:a16="http://schemas.microsoft.com/office/drawing/2014/main" id="{B85932C8-9F23-4A4F-8DC6-53A2CB25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98">
            <a:extLst xmlns:a="http://schemas.openxmlformats.org/drawingml/2006/main">
              <a:ext uri="{FF2B5EF4-FFF2-40B4-BE49-F238E27FC236}">
                <a16:creationId xmlns:a16="http://schemas.microsoft.com/office/drawing/2014/main" id="{8A2F77CC-5BC2-49BF-8A59-966504DC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2-99">
            <a:extLst xmlns:a="http://schemas.openxmlformats.org/drawingml/2006/main">
              <a:ext uri="{FF2B5EF4-FFF2-40B4-BE49-F238E27FC236}">
                <a16:creationId xmlns:a16="http://schemas.microsoft.com/office/drawing/2014/main" id="{A35E0A7F-9BE2-4CF8-B3EF-EBA30AD0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00">
            <a:extLst xmlns:a="http://schemas.openxmlformats.org/drawingml/2006/main">
              <a:ext uri="{FF2B5EF4-FFF2-40B4-BE49-F238E27FC236}">
                <a16:creationId xmlns:a16="http://schemas.microsoft.com/office/drawing/2014/main" id="{8FC9543C-2362-4D74-AB34-DF953471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01">
            <a:extLst xmlns:a="http://schemas.openxmlformats.org/drawingml/2006/main">
              <a:ext uri="{FF2B5EF4-FFF2-40B4-BE49-F238E27FC236}">
                <a16:creationId xmlns:a16="http://schemas.microsoft.com/office/drawing/2014/main" id="{32CF7B95-B244-49E7-AB0F-2C764D48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02">
            <a:extLst xmlns:a="http://schemas.openxmlformats.org/drawingml/2006/main">
              <a:ext uri="{FF2B5EF4-FFF2-40B4-BE49-F238E27FC236}">
                <a16:creationId xmlns:a16="http://schemas.microsoft.com/office/drawing/2014/main" id="{01E48743-529C-4093-BBB6-88413F82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추출된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profiles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파일별 관리 규칙</a:t>
            </a:r>
          </a:p>
        </p:txBody>
      </p:sp>
      <p:sp>
        <p:nvSpPr>
          <p:cNvPr id="13" name="v2-103">
            <a:extLst xmlns:a="http://schemas.openxmlformats.org/drawingml/2006/main">
              <a:ext uri="{FF2B5EF4-FFF2-40B4-BE49-F238E27FC236}">
                <a16:creationId xmlns:a16="http://schemas.microsoft.com/office/drawing/2014/main" id="{E81B7F29-C129-4507-AA42-42E0EAE5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문서 metadata에서 source 파일명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해당 파일의 프로필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owner·access_level 등의 값을 적용</a:t>
            </a:r>
          </a:p>
        </p:txBody>
      </p:sp>
      <p:sp>
        <p:nvSpPr>
          <p:cNvPr id="14" name="v2-104">
            <a:extLst xmlns:a="http://schemas.openxmlformats.org/drawingml/2006/main">
              <a:ext uri="{FF2B5EF4-FFF2-40B4-BE49-F238E27FC236}">
                <a16:creationId xmlns:a16="http://schemas.microsoft.com/office/drawing/2014/main" id="{48E4213F-5030-4536-AFF1-4BBFD8E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프로필이 반영된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문서 목록</a:t>
            </a:r>
          </a:p>
        </p:txBody>
      </p:sp>
      <p:sp>
        <p:nvSpPr>
          <p:cNvPr id="15" name="v2-105">
            <a:extLst xmlns:a="http://schemas.openxmlformats.org/drawingml/2006/main">
              <a:ext uri="{FF2B5EF4-FFF2-40B4-BE49-F238E27FC236}">
                <a16:creationId xmlns:a16="http://schemas.microsoft.com/office/drawing/2014/main" id="{7FAD00CA-2C8D-4A4F-B74E-DDADDDFE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validate_metadata  /  파일별 고정 관리 정보로 메타데이터를 일관되게 유지</a:t>
            </a:r>
          </a:p>
        </p:txBody>
      </p:sp>
      <p:sp>
        <p:nvSpPr>
          <p:cNvPr id="16" name="v2-474">
            <a:extLst xmlns:a="http://schemas.openxmlformats.org/drawingml/2006/main">
              <a:ext uri="{FF2B5EF4-FFF2-40B4-BE49-F238E27FC236}">
                <a16:creationId xmlns:a16="http://schemas.microsoft.com/office/drawing/2014/main" id="{0E21B592-A1CA-4215-AE15-AEDFC842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06">
            <a:extLst xmlns:a="http://schemas.openxmlformats.org/drawingml/2006/main">
              <a:ext uri="{FF2B5EF4-FFF2-40B4-BE49-F238E27FC236}">
                <a16:creationId xmlns:a16="http://schemas.microsoft.com/office/drawing/2014/main" id="{6DEC3765-0794-4988-A68D-299D302A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07">
            <a:extLst xmlns:a="http://schemas.openxmlformats.org/drawingml/2006/main">
              <a:ext uri="{FF2B5EF4-FFF2-40B4-BE49-F238E27FC236}">
                <a16:creationId xmlns:a16="http://schemas.microsoft.com/office/drawing/2014/main" id="{7E610198-DD7F-434F-BBAE-997E7AE9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08">
            <a:extLst xmlns:a="http://schemas.openxmlformats.org/drawingml/2006/main">
              <a:ext uri="{FF2B5EF4-FFF2-40B4-BE49-F238E27FC236}">
                <a16:creationId xmlns:a16="http://schemas.microsoft.com/office/drawing/2014/main" id="{3297FC63-630C-4223-8212-3FB97194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apply_profile  :  프로필 선택과 적용 코드</a:t>
            </a:r>
          </a:p>
        </p:txBody>
      </p:sp>
      <p:sp>
        <p:nvSpPr>
          <p:cNvPr id="4" name="v2-109">
            <a:extLst xmlns:a="http://schemas.openxmlformats.org/drawingml/2006/main">
              <a:ext uri="{FF2B5EF4-FFF2-40B4-BE49-F238E27FC236}">
                <a16:creationId xmlns:a16="http://schemas.microsoft.com/office/drawing/2014/main" id="{2A5D8E75-DEE2-47B9-ACB1-21CE6BE6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파일명으로 프로필을 찾고 모든 Document에 동일한 관리 규칙 적용</a:t>
            </a:r>
          </a:p>
        </p:txBody>
      </p:sp>
      <p:sp>
        <p:nvSpPr>
          <p:cNvPr id="5" name="v2-110">
            <a:extLst xmlns:a="http://schemas.openxmlformats.org/drawingml/2006/main">
              <a:ext uri="{FF2B5EF4-FFF2-40B4-BE49-F238E27FC236}">
                <a16:creationId xmlns:a16="http://schemas.microsoft.com/office/drawing/2014/main" id="{FC2BBA3F-D4C1-4F24-BC08-F5AD6E9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11">
            <a:extLst xmlns:a="http://schemas.openxmlformats.org/drawingml/2006/main">
              <a:ext uri="{FF2B5EF4-FFF2-40B4-BE49-F238E27FC236}">
                <a16:creationId xmlns:a16="http://schemas.microsoft.com/office/drawing/2014/main" id="{22AAE672-5D3F-4CCB-97D5-B39F14F0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2-112">
            <a:extLst xmlns:a="http://schemas.openxmlformats.org/drawingml/2006/main">
              <a:ext uri="{FF2B5EF4-FFF2-40B4-BE49-F238E27FC236}">
                <a16:creationId xmlns:a16="http://schemas.microsoft.com/office/drawing/2014/main" id="{1A502BE8-3C77-4B73-918F-CFB89726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13">
            <a:extLst xmlns:a="http://schemas.openxmlformats.org/drawingml/2006/main">
              <a:ext uri="{FF2B5EF4-FFF2-40B4-BE49-F238E27FC236}">
                <a16:creationId xmlns:a16="http://schemas.microsoft.com/office/drawing/2014/main" id="{79586D2D-77F7-4BD7-9EA2-39AE7DC5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profiles = state.get("profiles", {})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= [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apply_profile(document, profiles.get(document.metadata.get("source", ""), {}))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document in state["documents"]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{"documents": documents}</a:t>
            </a:r>
          </a:p>
        </p:txBody>
      </p:sp>
      <p:sp>
        <p:nvSpPr>
          <p:cNvPr id="9" name="v2-114">
            <a:extLst xmlns:a="http://schemas.openxmlformats.org/drawingml/2006/main">
              <a:ext uri="{FF2B5EF4-FFF2-40B4-BE49-F238E27FC236}">
                <a16:creationId xmlns:a16="http://schemas.microsoft.com/office/drawing/2014/main" id="{E2B35D34-6BA6-40F2-B7D9-C6E0266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같은 source에서 나온 모든 Document에 같은 프로필 적용</a:t>
            </a:r>
          </a:p>
        </p:txBody>
      </p:sp>
      <p:sp>
        <p:nvSpPr>
          <p:cNvPr id="10" name="v2-475">
            <a:extLst xmlns:a="http://schemas.openxmlformats.org/drawingml/2006/main">
              <a:ext uri="{FF2B5EF4-FFF2-40B4-BE49-F238E27FC236}">
                <a16:creationId xmlns:a16="http://schemas.microsoft.com/office/drawing/2014/main" id="{429FC9B4-986B-484D-A29C-E912D387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115">
            <a:extLst xmlns:a="http://schemas.openxmlformats.org/drawingml/2006/main">
              <a:ext uri="{FF2B5EF4-FFF2-40B4-BE49-F238E27FC236}">
                <a16:creationId xmlns:a16="http://schemas.microsoft.com/office/drawing/2014/main" id="{9ED9C46E-D640-4067-AC12-E87DDC22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16">
            <a:extLst xmlns:a="http://schemas.openxmlformats.org/drawingml/2006/main">
              <a:ext uri="{FF2B5EF4-FFF2-40B4-BE49-F238E27FC236}">
                <a16:creationId xmlns:a16="http://schemas.microsoft.com/office/drawing/2014/main" id="{41958BEA-2B6F-4803-9B75-1B463D9B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17">
            <a:extLst xmlns:a="http://schemas.openxmlformats.org/drawingml/2006/main">
              <a:ext uri="{FF2B5EF4-FFF2-40B4-BE49-F238E27FC236}">
                <a16:creationId xmlns:a16="http://schemas.microsoft.com/office/drawing/2014/main" id="{DAF151EF-09DD-4560-9577-CBC8332B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validate_metadata  :  필수값 검증과 결과 저장</a:t>
            </a:r>
          </a:p>
        </p:txBody>
      </p:sp>
      <p:sp>
        <p:nvSpPr>
          <p:cNvPr id="4" name="v2-118">
            <a:extLst xmlns:a="http://schemas.openxmlformats.org/drawingml/2006/main">
              <a:ext uri="{FF2B5EF4-FFF2-40B4-BE49-F238E27FC236}">
                <a16:creationId xmlns:a16="http://schemas.microsoft.com/office/drawing/2014/main" id="{08D8034A-85FC-4C62-B604-1E4E4D1B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저장 위치·메타데이터·상담 가명화 상태를 검사하고 중간 결과를 기록</a:t>
            </a:r>
          </a:p>
        </p:txBody>
      </p:sp>
      <p:sp>
        <p:nvSpPr>
          <p:cNvPr id="5" name="v2-119">
            <a:extLst xmlns:a="http://schemas.openxmlformats.org/drawingml/2006/main">
              <a:ext uri="{FF2B5EF4-FFF2-40B4-BE49-F238E27FC236}">
                <a16:creationId xmlns:a16="http://schemas.microsoft.com/office/drawing/2014/main" id="{C3A36456-3B88-460C-A06C-7FD69E29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20">
            <a:extLst xmlns:a="http://schemas.openxmlformats.org/drawingml/2006/main">
              <a:ext uri="{FF2B5EF4-FFF2-40B4-BE49-F238E27FC236}">
                <a16:creationId xmlns:a16="http://schemas.microsoft.com/office/drawing/2014/main" id="{2BF9098C-F81A-44D9-9E22-F5B744DE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2-121">
            <a:extLst xmlns:a="http://schemas.openxmlformats.org/drawingml/2006/main">
              <a:ext uri="{FF2B5EF4-FFF2-40B4-BE49-F238E27FC236}">
                <a16:creationId xmlns:a16="http://schemas.microsoft.com/office/drawing/2014/main" id="{4380E5CD-3517-4C5F-A2E2-3BA689C1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 문서 + schema</a:t>
            </a:r>
          </a:p>
        </p:txBody>
      </p:sp>
      <p:sp>
        <p:nvSpPr>
          <p:cNvPr id="8" name="v2-122">
            <a:extLst xmlns:a="http://schemas.openxmlformats.org/drawingml/2006/main">
              <a:ext uri="{FF2B5EF4-FFF2-40B4-BE49-F238E27FC236}">
                <a16:creationId xmlns:a16="http://schemas.microsoft.com/office/drawing/2014/main" id="{A7B9F0F3-ACE8-4977-B7DF-DB1F6E82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필수값·허용값 검사</a:t>
            </a:r>
          </a:p>
        </p:txBody>
      </p:sp>
      <p:sp>
        <p:nvSpPr>
          <p:cNvPr id="9" name="v2-123">
            <a:extLst xmlns:a="http://schemas.openxmlformats.org/drawingml/2006/main">
              <a:ext uri="{FF2B5EF4-FFF2-40B4-BE49-F238E27FC236}">
                <a16:creationId xmlns:a16="http://schemas.microsoft.com/office/drawing/2014/main" id="{4AD65259-5047-4E7E-84FF-FB879562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validation 결과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3895725"/>
          <a:ext xmlns:a="http://schemas.openxmlformats.org/drawingml/2006/main" cx="13258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9353550"/>
              </a:tblGrid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documents.jsonl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추출·가명화·프로필 적용을 마친 문서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manifest.json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원문 파일 해시와 문서 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report.json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PDF·상담 추출 결과와 경고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validation.json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 건수와 문서별 오류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3" name="v2-124">
            <a:extLst xmlns:a="http://schemas.openxmlformats.org/drawingml/2006/main">
              <a:ext uri="{FF2B5EF4-FFF2-40B4-BE49-F238E27FC236}">
                <a16:creationId xmlns:a16="http://schemas.microsoft.com/office/drawing/2014/main" id="{9159E231-DB20-453B-8418-AA96B30B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통과 시 chunk, 실패 시 종료  /  출력 폴더는 원문 폴더와 분리  /  현재 파일명은 documents.jsonl</a:t>
            </a:r>
          </a:p>
        </p:txBody>
      </p:sp>
      <p:sp>
        <p:nvSpPr>
          <p:cNvPr id="14" name="v2-476">
            <a:extLst xmlns:a="http://schemas.openxmlformats.org/drawingml/2006/main">
              <a:ext uri="{FF2B5EF4-FFF2-40B4-BE49-F238E27FC236}">
                <a16:creationId xmlns:a16="http://schemas.microsoft.com/office/drawing/2014/main" id="{57349205-A6D4-4830-B9A8-3CF2F22E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25">
            <a:extLst xmlns:a="http://schemas.openxmlformats.org/drawingml/2006/main">
              <a:ext uri="{FF2B5EF4-FFF2-40B4-BE49-F238E27FC236}">
                <a16:creationId xmlns:a16="http://schemas.microsoft.com/office/drawing/2014/main" id="{3BFEF6AC-34B6-4FA7-9F6B-737E050B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26">
            <a:extLst xmlns:a="http://schemas.openxmlformats.org/drawingml/2006/main">
              <a:ext uri="{FF2B5EF4-FFF2-40B4-BE49-F238E27FC236}">
                <a16:creationId xmlns:a16="http://schemas.microsoft.com/office/drawing/2014/main" id="{EA799BAB-FCA9-44EB-AFD9-78C5FB52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27">
            <a:extLst xmlns:a="http://schemas.openxmlformats.org/drawingml/2006/main">
              <a:ext uri="{FF2B5EF4-FFF2-40B4-BE49-F238E27FC236}">
                <a16:creationId xmlns:a16="http://schemas.microsoft.com/office/drawing/2014/main" id="{EA1A8AC3-1E32-4901-8FAD-0CA104E4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chunk  :  문서 유형별 의미 단위 분할</a:t>
            </a:r>
          </a:p>
        </p:txBody>
      </p:sp>
      <p:sp>
        <p:nvSpPr>
          <p:cNvPr id="4" name="v2-128">
            <a:extLst xmlns:a="http://schemas.openxmlformats.org/drawingml/2006/main">
              <a:ext uri="{FF2B5EF4-FFF2-40B4-BE49-F238E27FC236}">
                <a16:creationId xmlns:a16="http://schemas.microsoft.com/office/drawing/2014/main" id="{A77E1B80-48EC-4090-8CBD-A60647C4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Document를 검색 결과로 사용할 작은 근거 조각으로 변환</a:t>
            </a:r>
          </a:p>
        </p:txBody>
      </p:sp>
      <p:sp>
        <p:nvSpPr>
          <p:cNvPr id="5" name="v2-129">
            <a:extLst xmlns:a="http://schemas.openxmlformats.org/drawingml/2006/main">
              <a:ext uri="{FF2B5EF4-FFF2-40B4-BE49-F238E27FC236}">
                <a16:creationId xmlns:a16="http://schemas.microsoft.com/office/drawing/2014/main" id="{721AB9C9-5C28-4091-A93D-216A9763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30">
            <a:extLst xmlns:a="http://schemas.openxmlformats.org/drawingml/2006/main">
              <a:ext uri="{FF2B5EF4-FFF2-40B4-BE49-F238E27FC236}">
                <a16:creationId xmlns:a16="http://schemas.microsoft.com/office/drawing/2014/main" id="{8CFD0A1B-E9DF-44DB-809C-0DE7D62A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indexer/app/domain/chunking.py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543175"/>
          <a:ext xmlns:a="http://schemas.openxmlformats.org/drawingml/2006/main" cx="132588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905500"/>
                <a:gridCol w="4495800"/>
              </a:tblGrid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분할 기준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 크기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D1 약관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조·항 경계 보존, 이어진 조항 결합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600자 기준 / 80자 중첩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D2 카드 혜택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카드·혜택·연회비·표 단위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600자 기준 / 중첩 없음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D3 상담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발화 2개를 묶어 1턴으로 구성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4턴 / 1턴 중첩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2-131">
            <a:extLst xmlns:a="http://schemas.openxmlformats.org/drawingml/2006/main">
              <a:ext uri="{FF2B5EF4-FFF2-40B4-BE49-F238E27FC236}">
                <a16:creationId xmlns:a16="http://schemas.microsoft.com/office/drawing/2014/main" id="{6CD2B803-E60D-44D5-B4BE-78A0D385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출력: chunks와 청킹 보고서</a:t>
            </a:r>
          </a:p>
        </p:txBody>
      </p:sp>
      <p:sp>
        <p:nvSpPr>
          <p:cNvPr id="9" name="v2-132">
            <a:extLst xmlns:a="http://schemas.openxmlformats.org/drawingml/2006/main">
              <a:ext uri="{FF2B5EF4-FFF2-40B4-BE49-F238E27FC236}">
                <a16:creationId xmlns:a16="http://schemas.microsoft.com/office/drawing/2014/main" id="{B181A52A-EB2E-454A-927A-92BB6676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상담 1턴은 발화 2개(통상 고객·상담사). 긴 속성표는 행을 자르지 않고 크기 예외로 보존</a:t>
            </a:r>
          </a:p>
        </p:txBody>
      </p:sp>
      <p:sp>
        <p:nvSpPr>
          <p:cNvPr id="10" name="v2-477">
            <a:extLst xmlns:a="http://schemas.openxmlformats.org/drawingml/2006/main">
              <a:ext uri="{FF2B5EF4-FFF2-40B4-BE49-F238E27FC236}">
                <a16:creationId xmlns:a16="http://schemas.microsoft.com/office/drawing/2014/main" id="{8B3FF8F4-AF5A-4EBF-BBD5-7435664E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33">
            <a:extLst xmlns:a="http://schemas.openxmlformats.org/drawingml/2006/main">
              <a:ext uri="{FF2B5EF4-FFF2-40B4-BE49-F238E27FC236}">
                <a16:creationId xmlns:a16="http://schemas.microsoft.com/office/drawing/2014/main" id="{DC2C03BD-74B1-4C62-88DF-BFEB5231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34">
            <a:extLst xmlns:a="http://schemas.openxmlformats.org/drawingml/2006/main">
              <a:ext uri="{FF2B5EF4-FFF2-40B4-BE49-F238E27FC236}">
                <a16:creationId xmlns:a16="http://schemas.microsoft.com/office/drawing/2014/main" id="{76A92036-AA47-45A3-B4E6-4055C26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35">
            <a:extLst xmlns:a="http://schemas.openxmlformats.org/drawingml/2006/main">
              <a:ext uri="{FF2B5EF4-FFF2-40B4-BE49-F238E27FC236}">
                <a16:creationId xmlns:a16="http://schemas.microsoft.com/office/drawing/2014/main" id="{9BA0BF30-7CD5-4626-BBB2-1B94A6F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embed  :  변경 청크의 벡터 생성</a:t>
            </a:r>
          </a:p>
        </p:txBody>
      </p:sp>
      <p:sp>
        <p:nvSpPr>
          <p:cNvPr id="4" name="v2-136">
            <a:extLst xmlns:a="http://schemas.openxmlformats.org/drawingml/2006/main">
              <a:ext uri="{FF2B5EF4-FFF2-40B4-BE49-F238E27FC236}">
                <a16:creationId xmlns:a16="http://schemas.microsoft.com/office/drawing/2014/main" id="{304E3A99-5467-43A8-990C-01140342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본문과 메타데이터의 해시를 이전 실행과 비교해 임베딩 대상을 결정</a:t>
            </a:r>
          </a:p>
        </p:txBody>
      </p:sp>
      <p:sp>
        <p:nvSpPr>
          <p:cNvPr id="5" name="v2-137">
            <a:extLst xmlns:a="http://schemas.openxmlformats.org/drawingml/2006/main">
              <a:ext uri="{FF2B5EF4-FFF2-40B4-BE49-F238E27FC236}">
                <a16:creationId xmlns:a16="http://schemas.microsoft.com/office/drawing/2014/main" id="{C3AADE1F-FC68-402C-B448-18877E32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38">
            <a:extLst xmlns:a="http://schemas.openxmlformats.org/drawingml/2006/main">
              <a:ext uri="{FF2B5EF4-FFF2-40B4-BE49-F238E27FC236}">
                <a16:creationId xmlns:a16="http://schemas.microsoft.com/office/drawing/2014/main" id="{A2C3F5AD-068F-46A8-8A70-F3C1B6C7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2-139">
            <a:extLst xmlns:a="http://schemas.openxmlformats.org/drawingml/2006/main">
              <a:ext uri="{FF2B5EF4-FFF2-40B4-BE49-F238E27FC236}">
                <a16:creationId xmlns:a16="http://schemas.microsoft.com/office/drawing/2014/main" id="{8BC84F98-2CD5-4A2F-B8CC-BB2920B3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40">
            <a:extLst xmlns:a="http://schemas.openxmlformats.org/drawingml/2006/main">
              <a:ext uri="{FF2B5EF4-FFF2-40B4-BE49-F238E27FC236}">
                <a16:creationId xmlns:a16="http://schemas.microsoft.com/office/drawing/2014/main" id="{E795EBDC-8891-4DD1-8A2E-20CDE393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41">
            <a:extLst xmlns:a="http://schemas.openxmlformats.org/drawingml/2006/main">
              <a:ext uri="{FF2B5EF4-FFF2-40B4-BE49-F238E27FC236}">
                <a16:creationId xmlns:a16="http://schemas.microsoft.com/office/drawing/2014/main" id="{47AED054-A25F-4D5A-97C6-DFC53F26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42">
            <a:extLst xmlns:a="http://schemas.openxmlformats.org/drawingml/2006/main">
              <a:ext uri="{FF2B5EF4-FFF2-40B4-BE49-F238E27FC236}">
                <a16:creationId xmlns:a16="http://schemas.microsoft.com/office/drawing/2014/main" id="{98A87AE5-D400-4D86-8347-56504C9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chunks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현재 청크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기존 manifest 파일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이전 해시·설정</a:t>
            </a:r>
          </a:p>
        </p:txBody>
      </p:sp>
      <p:sp>
        <p:nvSpPr>
          <p:cNvPr id="13" name="v2-143">
            <a:extLst xmlns:a="http://schemas.openxmlformats.org/drawingml/2006/main">
              <a:ext uri="{FF2B5EF4-FFF2-40B4-BE49-F238E27FC236}">
                <a16:creationId xmlns:a16="http://schemas.microsoft.com/office/drawing/2014/main" id="{7BDB1A07-5B3C-4D8B-A16E-88A1121C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해시가 같은 청크는 생략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추가·변경 청크를 배치로 임베딩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모델·청킹 설정 변경 시 전체 재임베딩</a:t>
            </a:r>
          </a:p>
        </p:txBody>
      </p:sp>
      <p:sp>
        <p:nvSpPr>
          <p:cNvPr id="14" name="v2-144">
            <a:extLst xmlns:a="http://schemas.openxmlformats.org/drawingml/2006/main">
              <a:ext uri="{FF2B5EF4-FFF2-40B4-BE49-F238E27FC236}">
                <a16:creationId xmlns:a16="http://schemas.microsoft.com/office/drawing/2014/main" id="{577F7F60-D711-477D-8B64-7ADB4E0F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pending_ids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처리한 청크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vectors_path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벡터 파일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failed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실패 목록</a:t>
            </a:r>
          </a:p>
        </p:txBody>
      </p:sp>
      <p:sp>
        <p:nvSpPr>
          <p:cNvPr id="15" name="v2-145">
            <a:extLst xmlns:a="http://schemas.openxmlformats.org/drawingml/2006/main">
              <a:ext uri="{FF2B5EF4-FFF2-40B4-BE49-F238E27FC236}">
                <a16:creationId xmlns:a16="http://schemas.microsoft.com/office/drawing/2014/main" id="{94BA913A-A710-4C9E-8265-B8BF3DEB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이전 정보: output_path/index_manifest.json. 기본 모델 KURE-v2, 벡터 차원은 실행 시 측정</a:t>
            </a:r>
          </a:p>
        </p:txBody>
      </p:sp>
      <p:sp>
        <p:nvSpPr>
          <p:cNvPr id="16" name="v2-478">
            <a:extLst xmlns:a="http://schemas.openxmlformats.org/drawingml/2006/main">
              <a:ext uri="{FF2B5EF4-FFF2-40B4-BE49-F238E27FC236}">
                <a16:creationId xmlns:a16="http://schemas.microsoft.com/office/drawing/2014/main" id="{C0A81959-DF2C-4D4A-BC7E-E6BE90F9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46">
            <a:extLst xmlns:a="http://schemas.openxmlformats.org/drawingml/2006/main">
              <a:ext uri="{FF2B5EF4-FFF2-40B4-BE49-F238E27FC236}">
                <a16:creationId xmlns:a16="http://schemas.microsoft.com/office/drawing/2014/main" id="{DEDFB9D6-6A5E-44AC-A06D-81807B09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47">
            <a:extLst xmlns:a="http://schemas.openxmlformats.org/drawingml/2006/main">
              <a:ext uri="{FF2B5EF4-FFF2-40B4-BE49-F238E27FC236}">
                <a16:creationId xmlns:a16="http://schemas.microsoft.com/office/drawing/2014/main" id="{1D58E2A3-6D25-444A-ACD1-961A835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48">
            <a:extLst xmlns:a="http://schemas.openxmlformats.org/drawingml/2006/main">
              <a:ext uri="{FF2B5EF4-FFF2-40B4-BE49-F238E27FC236}">
                <a16:creationId xmlns:a16="http://schemas.microsoft.com/office/drawing/2014/main" id="{6B22182C-C219-4A15-9E38-FEC06A52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embed  :  모델 적재와 배치 인코딩</a:t>
            </a:r>
          </a:p>
        </p:txBody>
      </p:sp>
      <p:sp>
        <p:nvSpPr>
          <p:cNvPr id="4" name="v2-149">
            <a:extLst xmlns:a="http://schemas.openxmlformats.org/drawingml/2006/main">
              <a:ext uri="{FF2B5EF4-FFF2-40B4-BE49-F238E27FC236}">
                <a16:creationId xmlns:a16="http://schemas.microsoft.com/office/drawing/2014/main" id="{1EF55A1F-BF80-42C9-A727-1EF7980E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모델은 처음 필요할 때 적재하고, 여러 본문을 배치로 벡터화</a:t>
            </a:r>
          </a:p>
        </p:txBody>
      </p:sp>
      <p:sp>
        <p:nvSpPr>
          <p:cNvPr id="5" name="v2-150">
            <a:extLst xmlns:a="http://schemas.openxmlformats.org/drawingml/2006/main">
              <a:ext uri="{FF2B5EF4-FFF2-40B4-BE49-F238E27FC236}">
                <a16:creationId xmlns:a16="http://schemas.microsoft.com/office/drawing/2014/main" id="{7815D273-10AA-4FEE-B2C7-96B16BA1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51">
            <a:extLst xmlns:a="http://schemas.openxmlformats.org/drawingml/2006/main">
              <a:ext uri="{FF2B5EF4-FFF2-40B4-BE49-F238E27FC236}">
                <a16:creationId xmlns:a16="http://schemas.microsoft.com/office/drawing/2014/main" id="{44BD953A-3849-4A69-AD4C-B2780321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indexer/app/infrastructure/embedder.py</a:t>
            </a:r>
          </a:p>
        </p:txBody>
      </p:sp>
      <p:sp>
        <p:nvSpPr>
          <p:cNvPr id="7" name="v2-152">
            <a:extLst xmlns:a="http://schemas.openxmlformats.org/drawingml/2006/main">
              <a:ext uri="{FF2B5EF4-FFF2-40B4-BE49-F238E27FC236}">
                <a16:creationId xmlns:a16="http://schemas.microsoft.com/office/drawing/2014/main" id="{F0ED00E5-0064-4AB0-9F67-2D4DC1D5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53">
            <a:extLst xmlns:a="http://schemas.openxmlformats.org/drawingml/2006/main">
              <a:ext uri="{FF2B5EF4-FFF2-40B4-BE49-F238E27FC236}">
                <a16:creationId xmlns:a16="http://schemas.microsoft.com/office/drawing/2014/main" id="{AF037B0A-C99C-4590-9CBE-7A0FBAE3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_load()의 모델 생성 부분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self._model = SentenceTransformer(self.model_name, device=self.device)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/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embed()의 실행문 (주석 생략)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embed(self, texts: list[str], *, kind: Literal["passage", "query"] = "passage") -&gt; list[list[float]]: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del kind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model = self._load()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values = model.encode(texts, batch_size=self.batch_size, normalize_embeddings=True)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values.tolist() if hasattr(values, "tolist") else [list(row) for row in values]</a:t>
            </a:r>
          </a:p>
        </p:txBody>
      </p:sp>
      <p:sp>
        <p:nvSpPr>
          <p:cNvPr id="9" name="v2-154">
            <a:extLst xmlns:a="http://schemas.openxmlformats.org/drawingml/2006/main">
              <a:ext uri="{FF2B5EF4-FFF2-40B4-BE49-F238E27FC236}">
                <a16:creationId xmlns:a16="http://schemas.microsoft.com/office/drawing/2014/main" id="{E3BD1D4D-1250-4187-A447-344EC874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kind는 인터페이스 호환용으로 즉시 버림. encode는 query·passage를 구분하지 않고 벡터 정규화</a:t>
            </a:r>
          </a:p>
        </p:txBody>
      </p:sp>
      <p:sp>
        <p:nvSpPr>
          <p:cNvPr id="10" name="v2-479">
            <a:extLst xmlns:a="http://schemas.openxmlformats.org/drawingml/2006/main">
              <a:ext uri="{FF2B5EF4-FFF2-40B4-BE49-F238E27FC236}">
                <a16:creationId xmlns:a16="http://schemas.microsoft.com/office/drawing/2014/main" id="{173643E3-5399-4BDC-8C72-3A73AAEA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55">
            <a:extLst xmlns:a="http://schemas.openxmlformats.org/drawingml/2006/main">
              <a:ext uri="{FF2B5EF4-FFF2-40B4-BE49-F238E27FC236}">
                <a16:creationId xmlns:a16="http://schemas.microsoft.com/office/drawing/2014/main" id="{5BB79E93-FEC6-40A1-B181-60CBF708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56">
            <a:extLst xmlns:a="http://schemas.openxmlformats.org/drawingml/2006/main">
              <a:ext uri="{FF2B5EF4-FFF2-40B4-BE49-F238E27FC236}">
                <a16:creationId xmlns:a16="http://schemas.microsoft.com/office/drawing/2014/main" id="{85C79551-4FA1-402A-A4B1-CA82491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57">
            <a:extLst xmlns:a="http://schemas.openxmlformats.org/drawingml/2006/main">
              <a:ext uri="{FF2B5EF4-FFF2-40B4-BE49-F238E27FC236}">
                <a16:creationId xmlns:a16="http://schemas.microsoft.com/office/drawing/2014/main" id="{41FA790F-C80A-4381-B447-8460802A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ChromaDB 저장·갱신</a:t>
            </a:r>
          </a:p>
        </p:txBody>
      </p:sp>
      <p:sp>
        <p:nvSpPr>
          <p:cNvPr id="4" name="v2-158">
            <a:extLst xmlns:a="http://schemas.openxmlformats.org/drawingml/2006/main">
              <a:ext uri="{FF2B5EF4-FFF2-40B4-BE49-F238E27FC236}">
                <a16:creationId xmlns:a16="http://schemas.microsoft.com/office/drawing/2014/main" id="{1F535B0C-28B3-4200-A46F-259C9236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임베딩에 성공한 청크의 ID·본문·벡터·메타데이터를 함께 저장</a:t>
            </a:r>
          </a:p>
        </p:txBody>
      </p:sp>
      <p:sp>
        <p:nvSpPr>
          <p:cNvPr id="5" name="v2-159">
            <a:extLst xmlns:a="http://schemas.openxmlformats.org/drawingml/2006/main">
              <a:ext uri="{FF2B5EF4-FFF2-40B4-BE49-F238E27FC236}">
                <a16:creationId xmlns:a16="http://schemas.microsoft.com/office/drawing/2014/main" id="{099CE2EE-93DF-49D5-93FA-D2307971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60">
            <a:extLst xmlns:a="http://schemas.openxmlformats.org/drawingml/2006/main">
              <a:ext uri="{FF2B5EF4-FFF2-40B4-BE49-F238E27FC236}">
                <a16:creationId xmlns:a16="http://schemas.microsoft.com/office/drawing/2014/main" id="{FC9D6013-4222-4DEC-BAE5-8D46C884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2-161">
            <a:extLst xmlns:a="http://schemas.openxmlformats.org/drawingml/2006/main">
              <a:ext uri="{FF2B5EF4-FFF2-40B4-BE49-F238E27FC236}">
                <a16:creationId xmlns:a16="http://schemas.microsoft.com/office/drawing/2014/main" id="{29963204-1A81-47B5-9E3C-B3F04A01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62">
            <a:extLst xmlns:a="http://schemas.openxmlformats.org/drawingml/2006/main">
              <a:ext uri="{FF2B5EF4-FFF2-40B4-BE49-F238E27FC236}">
                <a16:creationId xmlns:a16="http://schemas.microsoft.com/office/drawing/2014/main" id="{6C268D95-6E87-44E6-89EE-E6EEB5B2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63">
            <a:extLst xmlns:a="http://schemas.openxmlformats.org/drawingml/2006/main">
              <a:ext uri="{FF2B5EF4-FFF2-40B4-BE49-F238E27FC236}">
                <a16:creationId xmlns:a16="http://schemas.microsoft.com/office/drawing/2014/main" id="{207FC48C-CA26-4B1E-9545-8757D230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64">
            <a:extLst xmlns:a="http://schemas.openxmlformats.org/drawingml/2006/main">
              <a:ext uri="{FF2B5EF4-FFF2-40B4-BE49-F238E27FC236}">
                <a16:creationId xmlns:a16="http://schemas.microsoft.com/office/drawing/2014/main" id="{22FC8F6C-4998-4AD5-8238-E702D040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pending_ids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대상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vectors_path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임베딩 벡터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chunks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본문·metadata</a:t>
            </a:r>
          </a:p>
        </p:txBody>
      </p:sp>
      <p:sp>
        <p:nvSpPr>
          <p:cNvPr id="13" name="v2-165">
            <a:extLst xmlns:a="http://schemas.openxmlformats.org/drawingml/2006/main">
              <a:ext uri="{FF2B5EF4-FFF2-40B4-BE49-F238E27FC236}">
                <a16:creationId xmlns:a16="http://schemas.microsoft.com/office/drawing/2014/main" id="{ACA5B5BC-56FF-4ACC-B334-E731EBB7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ID에 맞는 본문과 벡터를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메타데이터를 Chroma 허용 형식으로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같은 ID는 갱신, 새 ID는 추가</a:t>
            </a:r>
          </a:p>
        </p:txBody>
      </p:sp>
      <p:sp>
        <p:nvSpPr>
          <p:cNvPr id="14" name="v2-166">
            <a:extLst xmlns:a="http://schemas.openxmlformats.org/drawingml/2006/main">
              <a:ext uri="{FF2B5EF4-FFF2-40B4-BE49-F238E27FC236}">
                <a16:creationId xmlns:a16="http://schemas.microsoft.com/office/drawing/2014/main" id="{E6F7F92E-0703-4438-8DFA-DF798A75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ok_ids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성공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failed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실패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count_before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전 건수</a:t>
            </a:r>
          </a:p>
        </p:txBody>
      </p:sp>
      <p:sp>
        <p:nvSpPr>
          <p:cNvPr id="15" name="v2-167">
            <a:extLst xmlns:a="http://schemas.openxmlformats.org/drawingml/2006/main">
              <a:ext uri="{FF2B5EF4-FFF2-40B4-BE49-F238E27FC236}">
                <a16:creationId xmlns:a16="http://schemas.microsoft.com/office/drawing/2014/main" id="{9653D5AA-02E8-42FC-86E2-0EC95882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finalize_index  /  원문에서 사라진 청크의 자동 삭제는 현재 미구현</a:t>
            </a:r>
          </a:p>
        </p:txBody>
      </p:sp>
      <p:sp>
        <p:nvSpPr>
          <p:cNvPr id="16" name="v2-480">
            <a:extLst xmlns:a="http://schemas.openxmlformats.org/drawingml/2006/main">
              <a:ext uri="{FF2B5EF4-FFF2-40B4-BE49-F238E27FC236}">
                <a16:creationId xmlns:a16="http://schemas.microsoft.com/office/drawing/2014/main" id="{0CF5FFDF-9349-421C-98F7-69A319FD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68">
            <a:extLst xmlns:a="http://schemas.openxmlformats.org/drawingml/2006/main">
              <a:ext uri="{FF2B5EF4-FFF2-40B4-BE49-F238E27FC236}">
                <a16:creationId xmlns:a16="http://schemas.microsoft.com/office/drawing/2014/main" id="{55EB4CB8-057F-4E30-84D8-74D6F53D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69">
            <a:extLst xmlns:a="http://schemas.openxmlformats.org/drawingml/2006/main">
              <a:ext uri="{FF2B5EF4-FFF2-40B4-BE49-F238E27FC236}">
                <a16:creationId xmlns:a16="http://schemas.microsoft.com/office/drawing/2014/main" id="{FF6F2446-A8E1-44E9-9545-E4D9480F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70">
            <a:extLst xmlns:a="http://schemas.openxmlformats.org/drawingml/2006/main">
              <a:ext uri="{FF2B5EF4-FFF2-40B4-BE49-F238E27FC236}">
                <a16:creationId xmlns:a16="http://schemas.microsoft.com/office/drawing/2014/main" id="{CC85BDBB-D076-42E2-99C5-AF3A79E5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Chroma 컬렉션 구성</a:t>
            </a:r>
          </a:p>
        </p:txBody>
      </p:sp>
      <p:sp>
        <p:nvSpPr>
          <p:cNvPr id="4" name="v2-171">
            <a:extLst xmlns:a="http://schemas.openxmlformats.org/drawingml/2006/main">
              <a:ext uri="{FF2B5EF4-FFF2-40B4-BE49-F238E27FC236}">
                <a16:creationId xmlns:a16="http://schemas.microsoft.com/office/drawing/2014/main" id="{703A05F1-2C09-43DE-BB54-7C0D4C63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영속 저장 경로·cosine 거리·임베딩 서명을 컬렉션에 설정</a:t>
            </a:r>
          </a:p>
        </p:txBody>
      </p:sp>
      <p:sp>
        <p:nvSpPr>
          <p:cNvPr id="5" name="v2-172">
            <a:extLst xmlns:a="http://schemas.openxmlformats.org/drawingml/2006/main">
              <a:ext uri="{FF2B5EF4-FFF2-40B4-BE49-F238E27FC236}">
                <a16:creationId xmlns:a16="http://schemas.microsoft.com/office/drawing/2014/main" id="{C43AFAF7-81CD-47F2-B61F-F88B65BA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73">
            <a:extLst xmlns:a="http://schemas.openxmlformats.org/drawingml/2006/main">
              <a:ext uri="{FF2B5EF4-FFF2-40B4-BE49-F238E27FC236}">
                <a16:creationId xmlns:a16="http://schemas.microsoft.com/office/drawing/2014/main" id="{EDF452A7-50CC-4B30-9F7B-EC9D7F06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indexer/app/infrastructure/chroma_store.py</a:t>
            </a:r>
          </a:p>
        </p:txBody>
      </p:sp>
      <p:sp>
        <p:nvSpPr>
          <p:cNvPr id="7" name="v2-174">
            <a:extLst xmlns:a="http://schemas.openxmlformats.org/drawingml/2006/main">
              <a:ext uri="{FF2B5EF4-FFF2-40B4-BE49-F238E27FC236}">
                <a16:creationId xmlns:a16="http://schemas.microsoft.com/office/drawing/2014/main" id="{CB6F9A7F-9508-486E-9F3B-992CE721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75">
            <a:extLst xmlns:a="http://schemas.openxmlformats.org/drawingml/2006/main">
              <a:ext uri="{FF2B5EF4-FFF2-40B4-BE49-F238E27FC236}">
                <a16:creationId xmlns:a16="http://schemas.microsoft.com/office/drawing/2014/main" id="{4C9DD24C-9EA6-47FC-AF7D-EC3B5F31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self._store = Chroma(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collection_name=collection,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embedding_function=embedding_function,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persist_directory=str(path),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collection_configuration={"hnsw": {"space": "cosine"}},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collection_metadata={"embedding_model_signature": signature, "hnsw:space": "cosine"},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176">
            <a:extLst xmlns:a="http://schemas.openxmlformats.org/drawingml/2006/main">
              <a:ext uri="{FF2B5EF4-FFF2-40B4-BE49-F238E27FC236}">
                <a16:creationId xmlns:a16="http://schemas.microsoft.com/office/drawing/2014/main" id="{F6C4DB7E-2E5C-46F3-953B-3DA6C652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서명은 메타데이터에 기록. check_signature()로 비교 가능하며 일반 초기화에서 자동 검사하지 않음</a:t>
            </a:r>
          </a:p>
        </p:txBody>
      </p:sp>
      <p:sp>
        <p:nvSpPr>
          <p:cNvPr id="10" name="v2-481">
            <a:extLst xmlns:a="http://schemas.openxmlformats.org/drawingml/2006/main">
              <a:ext uri="{FF2B5EF4-FFF2-40B4-BE49-F238E27FC236}">
                <a16:creationId xmlns:a16="http://schemas.microsoft.com/office/drawing/2014/main" id="{6EFF8D59-9DCD-40FC-9714-FD3BCF0D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77">
            <a:extLst xmlns:a="http://schemas.openxmlformats.org/drawingml/2006/main">
              <a:ext uri="{FF2B5EF4-FFF2-40B4-BE49-F238E27FC236}">
                <a16:creationId xmlns:a16="http://schemas.microsoft.com/office/drawing/2014/main" id="{6A306C02-9860-4E80-96F5-70AC6557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78">
            <a:extLst xmlns:a="http://schemas.openxmlformats.org/drawingml/2006/main">
              <a:ext uri="{FF2B5EF4-FFF2-40B4-BE49-F238E27FC236}">
                <a16:creationId xmlns:a16="http://schemas.microsoft.com/office/drawing/2014/main" id="{518AF215-1AF0-4BF0-A06E-612CF94F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79">
            <a:extLst xmlns:a="http://schemas.openxmlformats.org/drawingml/2006/main">
              <a:ext uri="{FF2B5EF4-FFF2-40B4-BE49-F238E27FC236}">
                <a16:creationId xmlns:a16="http://schemas.microsoft.com/office/drawing/2014/main" id="{9DCD7C78-36A8-4ED5-96A8-81CEC5A2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청크 저장 코드</a:t>
            </a:r>
          </a:p>
        </p:txBody>
      </p:sp>
      <p:sp>
        <p:nvSpPr>
          <p:cNvPr id="4" name="v2-180">
            <a:extLst xmlns:a="http://schemas.openxmlformats.org/drawingml/2006/main">
              <a:ext uri="{FF2B5EF4-FFF2-40B4-BE49-F238E27FC236}">
                <a16:creationId xmlns:a16="http://schemas.microsoft.com/office/drawing/2014/main" id="{2E259060-A4F1-46F3-BADC-6F113355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청크 ID를 메타데이터에 넣고 저장 가능한 값으로 정리한 뒤 upsert</a:t>
            </a:r>
          </a:p>
        </p:txBody>
      </p:sp>
      <p:sp>
        <p:nvSpPr>
          <p:cNvPr id="5" name="v2-181">
            <a:extLst xmlns:a="http://schemas.openxmlformats.org/drawingml/2006/main">
              <a:ext uri="{FF2B5EF4-FFF2-40B4-BE49-F238E27FC236}">
                <a16:creationId xmlns:a16="http://schemas.microsoft.com/office/drawing/2014/main" id="{CB17A59D-8D5D-4914-94CF-AF32DCB4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82">
            <a:extLst xmlns:a="http://schemas.openxmlformats.org/drawingml/2006/main">
              <a:ext uri="{FF2B5EF4-FFF2-40B4-BE49-F238E27FC236}">
                <a16:creationId xmlns:a16="http://schemas.microsoft.com/office/drawing/2014/main" id="{97C3E949-FC91-4FEC-9AB1-694A09FA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indexer/app/infrastructure/chroma_store.py</a:t>
            </a:r>
          </a:p>
        </p:txBody>
      </p:sp>
      <p:sp>
        <p:nvSpPr>
          <p:cNvPr id="7" name="v2-183">
            <a:extLst xmlns:a="http://schemas.openxmlformats.org/drawingml/2006/main">
              <a:ext uri="{FF2B5EF4-FFF2-40B4-BE49-F238E27FC236}">
                <a16:creationId xmlns:a16="http://schemas.microsoft.com/office/drawing/2014/main" id="{B53301E8-86EB-4B1B-B641-74E02960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84">
            <a:extLst xmlns:a="http://schemas.openxmlformats.org/drawingml/2006/main">
              <a:ext uri="{FF2B5EF4-FFF2-40B4-BE49-F238E27FC236}">
                <a16:creationId xmlns:a16="http://schemas.microsoft.com/office/drawing/2014/main" id="{45106F8C-D883-4E56-8786-B100E470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upsert(self, ids, texts, embeddings, metadatas) -&gt; None: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clean = []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chunk_id, metadata in zip(ids, metadatas):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metadata_with_id = {**metadata, "chunk_id": chunk_id}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clean_metadata = sanitize_metadata(metadata_with_id)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clean.append(clean_metadata)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self._collection.upsert(ids=ids, documents=texts, embeddings=embeddings, metadatas=clean)</a:t>
            </a:r>
          </a:p>
        </p:txBody>
      </p:sp>
      <p:sp>
        <p:nvSpPr>
          <p:cNvPr id="9" name="v2-185">
            <a:extLst xmlns:a="http://schemas.openxmlformats.org/drawingml/2006/main">
              <a:ext uri="{FF2B5EF4-FFF2-40B4-BE49-F238E27FC236}">
                <a16:creationId xmlns:a16="http://schemas.microsoft.com/office/drawing/2014/main" id="{F9192284-EE95-40CD-AC78-304E4667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IDs·documents·embeddings·metadatas 배열은 같은 순서로 대응해야 함</a:t>
            </a:r>
          </a:p>
        </p:txBody>
      </p:sp>
      <p:sp>
        <p:nvSpPr>
          <p:cNvPr id="10" name="v2-482">
            <a:extLst xmlns:a="http://schemas.openxmlformats.org/drawingml/2006/main">
              <a:ext uri="{FF2B5EF4-FFF2-40B4-BE49-F238E27FC236}">
                <a16:creationId xmlns:a16="http://schemas.microsoft.com/office/drawing/2014/main" id="{DC1B951F-DB26-4187-8026-231198ED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v2-186">
            <a:extLst xmlns:a="http://schemas.openxmlformats.org/drawingml/2006/main">
              <a:ext uri="{FF2B5EF4-FFF2-40B4-BE49-F238E27FC236}">
                <a16:creationId xmlns:a16="http://schemas.microsoft.com/office/drawing/2014/main" id="{AF96E397-26D4-41F5-99F9-1D83294B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87">
            <a:extLst xmlns:a="http://schemas.openxmlformats.org/drawingml/2006/main">
              <a:ext uri="{FF2B5EF4-FFF2-40B4-BE49-F238E27FC236}">
                <a16:creationId xmlns:a16="http://schemas.microsoft.com/office/drawing/2014/main" id="{7A62B9B7-F8FC-41E3-9D77-A8218339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88">
            <a:extLst xmlns:a="http://schemas.openxmlformats.org/drawingml/2006/main">
              <a:ext uri="{FF2B5EF4-FFF2-40B4-BE49-F238E27FC236}">
                <a16:creationId xmlns:a16="http://schemas.microsoft.com/office/drawing/2014/main" id="{48A623A5-3C42-41EE-9B32-A3B8BD07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finalize_index  :  검증과 검색 세대 발행</a:t>
            </a:r>
          </a:p>
        </p:txBody>
      </p:sp>
      <p:sp>
        <p:nvSpPr>
          <p:cNvPr id="4" name="v2-189">
            <a:extLst xmlns:a="http://schemas.openxmlformats.org/drawingml/2006/main">
              <a:ext uri="{FF2B5EF4-FFF2-40B4-BE49-F238E27FC236}">
                <a16:creationId xmlns:a16="http://schemas.microsoft.com/office/drawing/2014/main" id="{A858A7F2-E910-43CA-9277-5DD18177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벡터 저장 결과를 확인한 뒤 키워드 검색 인덱스를 완성</a:t>
            </a:r>
          </a:p>
        </p:txBody>
      </p:sp>
      <p:sp>
        <p:nvSpPr>
          <p:cNvPr id="5" name="v2-190">
            <a:extLst xmlns:a="http://schemas.openxmlformats.org/drawingml/2006/main">
              <a:ext uri="{FF2B5EF4-FFF2-40B4-BE49-F238E27FC236}">
                <a16:creationId xmlns:a16="http://schemas.microsoft.com/office/drawing/2014/main" id="{1E023E71-E5BC-462D-9995-A9D0788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91">
            <a:extLst xmlns:a="http://schemas.openxmlformats.org/drawingml/2006/main">
              <a:ext uri="{FF2B5EF4-FFF2-40B4-BE49-F238E27FC236}">
                <a16:creationId xmlns:a16="http://schemas.microsoft.com/office/drawing/2014/main" id="{F7D9AD0B-0820-4917-A4F4-0C3E2858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2-192">
            <a:extLst xmlns:a="http://schemas.openxmlformats.org/drawingml/2006/main">
              <a:ext uri="{FF2B5EF4-FFF2-40B4-BE49-F238E27FC236}">
                <a16:creationId xmlns:a16="http://schemas.microsoft.com/office/drawing/2014/main" id="{73773606-9B1C-41F1-B972-4404CBC0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벡터 건수·ID 검증</a:t>
            </a:r>
          </a:p>
        </p:txBody>
      </p:sp>
      <p:sp>
        <p:nvSpPr>
          <p:cNvPr id="8" name="v2-193">
            <a:extLst xmlns:a="http://schemas.openxmlformats.org/drawingml/2006/main">
              <a:ext uri="{FF2B5EF4-FFF2-40B4-BE49-F238E27FC236}">
                <a16:creationId xmlns:a16="http://schemas.microsoft.com/office/drawing/2014/main" id="{D21E0C4C-FA6C-48C0-B869-B38000F5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전체 corpus 구성</a:t>
            </a:r>
          </a:p>
        </p:txBody>
      </p:sp>
      <p:sp>
        <p:nvSpPr>
          <p:cNvPr id="9" name="v2-194">
            <a:extLst xmlns:a="http://schemas.openxmlformats.org/drawingml/2006/main">
              <a:ext uri="{FF2B5EF4-FFF2-40B4-BE49-F238E27FC236}">
                <a16:creationId xmlns:a16="http://schemas.microsoft.com/office/drawing/2014/main" id="{D2D8A657-1DB7-46F8-BEE3-0361AF63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Kiwi 단어 분리</a:t>
            </a:r>
          </a:p>
        </p:txBody>
      </p:sp>
      <p:sp>
        <p:nvSpPr>
          <p:cNvPr id="10" name="v2-195">
            <a:extLst xmlns:a="http://schemas.openxmlformats.org/drawingml/2006/main">
              <a:ext uri="{FF2B5EF4-FFF2-40B4-BE49-F238E27FC236}">
                <a16:creationId xmlns:a16="http://schemas.microsoft.com/office/drawing/2014/main" id="{12669B64-A159-49AA-BBBC-19DC750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BM25S 재생성</a:t>
            </a:r>
          </a:p>
        </p:txBody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29622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2962275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29622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4" name="v2-196">
            <a:extLst xmlns:a="http://schemas.openxmlformats.org/drawingml/2006/main">
              <a:ext uri="{FF2B5EF4-FFF2-40B4-BE49-F238E27FC236}">
                <a16:creationId xmlns:a16="http://schemas.microsoft.com/office/drawing/2014/main" id="{584F83B6-44E8-41FE-B4B3-4AE7E063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5810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새 generation 폴더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corpus + BM25 + 카드명 사전</a:t>
            </a:r>
          </a:p>
        </p:txBody>
      </p:sp>
      <p:sp>
        <p:nvSpPr>
          <p:cNvPr id="15" name="v2-197">
            <a:extLst xmlns:a="http://schemas.openxmlformats.org/drawingml/2006/main">
              <a:ext uri="{FF2B5EF4-FFF2-40B4-BE49-F238E27FC236}">
                <a16:creationId xmlns:a16="http://schemas.microsoft.com/office/drawing/2014/main" id="{A6593D94-CFDB-46EE-AB9A-72E3441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48175"/>
            <a:ext cx="58674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active_index.json 전환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완성된 검색 세대 활성화</a:t>
            </a:r>
          </a:p>
        </p:txBody>
      </p:sp>
      <p:cxnSp>
        <p:nvCxnSpPr>
          <p:cNvPr id="53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590925" y="3467100"/>
            <a:ext cx="8889207" cy="981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496050" y="5005388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8" name="v2-198">
            <a:extLst xmlns:a="http://schemas.openxmlformats.org/drawingml/2006/main">
              <a:ext uri="{FF2B5EF4-FFF2-40B4-BE49-F238E27FC236}">
                <a16:creationId xmlns:a16="http://schemas.microsoft.com/office/drawing/2014/main" id="{8785A5D0-CE2B-4650-AFAD-BC9F8880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3258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카드명 사전 등록  /  미등록 단어(OOV) 후보는 검토 파일로 저장</a:t>
            </a:r>
          </a:p>
        </p:txBody>
      </p:sp>
      <p:sp>
        <p:nvSpPr>
          <p:cNvPr id="19" name="v2-199">
            <a:extLst xmlns:a="http://schemas.openxmlformats.org/drawingml/2006/main">
              <a:ext uri="{FF2B5EF4-FFF2-40B4-BE49-F238E27FC236}">
                <a16:creationId xmlns:a16="http://schemas.microsoft.com/office/drawing/2014/main" id="{CBD7CE81-B43B-4B1B-ADE8-C6C5E186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발행 결과는 active_index.json의 chunk_count·card_dictionary_count로 확인. 완료 후 END</a:t>
            </a:r>
          </a:p>
        </p:txBody>
      </p:sp>
      <p:sp>
        <p:nvSpPr>
          <p:cNvPr id="20" name="v2-483">
            <a:extLst xmlns:a="http://schemas.openxmlformats.org/drawingml/2006/main">
              <a:ext uri="{FF2B5EF4-FFF2-40B4-BE49-F238E27FC236}">
                <a16:creationId xmlns:a16="http://schemas.microsoft.com/office/drawing/2014/main" id="{51DD4168-A994-4D00-869D-E426CE7E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4572B2DE-E556-ECA9-3C3F-BA8ED68D7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Retrieving workflow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C92160A-BC2E-28CD-26E2-1FEF95C5EB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4A59AF09-D197-0193-A7DE-FAAF0B691058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24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30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71a75cb034f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7350" y="1438275"/>
            <a:ext cx="11315700" cy="6286500"/>
          </a:xfrm>
          <a:prstGeom xmlns:a="http://schemas.openxmlformats.org/drawingml/2006/main" prst="rect">
            <a:avLst/>
          </a:prstGeom>
        </p:spPr>
      </p:pic>
      <p:sp>
        <p:nvSpPr>
          <p:cNvPr id="27" name="v5-1">
            <a:extLst xmlns:a="http://schemas.openxmlformats.org/drawingml/2006/main">
              <a:ext uri="{FF2B5EF4-FFF2-40B4-BE49-F238E27FC236}">
                <a16:creationId xmlns:a16="http://schemas.microsoft.com/office/drawing/2014/main" id="{7252EC0F-341F-465E-AF88-36D83C8C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25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도식의 현재 대응: check_query = check_search_readiness / 변환 관문 기본값 0.86</a:t>
            </a:r>
          </a:p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분해 결과의 ‘보장’ 표기는 후보 우선 편성을 뜻함. 최종 top_k에는 모두 남지 않을 수 있음</a:t>
            </a:r>
          </a:p>
        </p:txBody>
      </p:sp>
    </p:spTree>
    <p:extLst>
      <p:ext uri="{BB962C8B-B14F-4D97-AF65-F5344CB8AC3E}">
        <p14:creationId xmlns:p14="http://schemas.microsoft.com/office/powerpoint/2010/main" val="19618367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00">
            <a:extLst xmlns:a="http://schemas.openxmlformats.org/drawingml/2006/main">
              <a:ext uri="{FF2B5EF4-FFF2-40B4-BE49-F238E27FC236}">
                <a16:creationId xmlns:a16="http://schemas.microsoft.com/office/drawing/2014/main" id="{84336B0D-FD0E-4E0E-8298-404E3835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01">
            <a:extLst xmlns:a="http://schemas.openxmlformats.org/drawingml/2006/main">
              <a:ext uri="{FF2B5EF4-FFF2-40B4-BE49-F238E27FC236}">
                <a16:creationId xmlns:a16="http://schemas.microsoft.com/office/drawing/2014/main" id="{CBDEDD15-8CE4-4B36-9A27-6AB505D0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02">
            <a:extLst xmlns:a="http://schemas.openxmlformats.org/drawingml/2006/main">
              <a:ext uri="{FF2B5EF4-FFF2-40B4-BE49-F238E27FC236}">
                <a16:creationId xmlns:a16="http://schemas.microsoft.com/office/drawing/2014/main" id="{671CC474-A203-4A87-BFCC-4FA5C995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check_search_readiness  :  검색 준비 확인</a:t>
            </a:r>
          </a:p>
        </p:txBody>
      </p:sp>
      <p:sp>
        <p:nvSpPr>
          <p:cNvPr id="4" name="v2-203">
            <a:extLst xmlns:a="http://schemas.openxmlformats.org/drawingml/2006/main">
              <a:ext uri="{FF2B5EF4-FFF2-40B4-BE49-F238E27FC236}">
                <a16:creationId xmlns:a16="http://schemas.microsoft.com/office/drawing/2014/main" id="{EF52D22F-95C0-4452-BDFC-7C7B3554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workflow 이미지의 check_query에 대응하는 실제 노드</a:t>
            </a:r>
          </a:p>
        </p:txBody>
      </p:sp>
      <p:sp>
        <p:nvSpPr>
          <p:cNvPr id="5" name="v2-204">
            <a:extLst xmlns:a="http://schemas.openxmlformats.org/drawingml/2006/main">
              <a:ext uri="{FF2B5EF4-FFF2-40B4-BE49-F238E27FC236}">
                <a16:creationId xmlns:a16="http://schemas.microsoft.com/office/drawing/2014/main" id="{F65D4103-C72F-43E2-86B7-ADAD0D3A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05">
            <a:extLst xmlns:a="http://schemas.openxmlformats.org/drawingml/2006/main">
              <a:ext uri="{FF2B5EF4-FFF2-40B4-BE49-F238E27FC236}">
                <a16:creationId xmlns:a16="http://schemas.microsoft.com/office/drawing/2014/main" id="{79D4B091-3222-4C62-9CA5-DB9F5601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32588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9734550"/>
              </a:tblGrid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입력·대상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검사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query·top_k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질문이 비어 있지 않은지, top_k가 양수인지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role·mode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agent / auditor, 네 검색 모드 중 하나인지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인덱스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컬렉션이 비어 있지 않은지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임베딩 서명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모델과 저장 모델의 서명이 같은지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206">
            <a:extLst xmlns:a="http://schemas.openxmlformats.org/drawingml/2006/main">
              <a:ext uri="{FF2B5EF4-FFF2-40B4-BE49-F238E27FC236}">
                <a16:creationId xmlns:a16="http://schemas.microsoft.com/office/drawing/2014/main" id="{D97BEF07-D191-43A9-ACE3-22549C9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325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정상: index_info  /  요청값 오류: validation_errors</a:t>
            </a:r>
          </a:p>
        </p:txBody>
      </p:sp>
      <p:sp>
        <p:nvSpPr>
          <p:cNvPr id="9" name="v2-207">
            <a:extLst xmlns:a="http://schemas.openxmlformats.org/drawingml/2006/main">
              <a:ext uri="{FF2B5EF4-FFF2-40B4-BE49-F238E27FC236}">
                <a16:creationId xmlns:a16="http://schemas.microsoft.com/office/drawing/2014/main" id="{079B9E26-7A40-4C8A-82B3-576F3E9C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빈 컬렉션·서명 불일치: IndexUnavailableError 발생. 정상일 때 다음 vector_search로 진행</a:t>
            </a:r>
          </a:p>
        </p:txBody>
      </p:sp>
      <p:sp>
        <p:nvSpPr>
          <p:cNvPr id="10" name="v2-484">
            <a:extLst xmlns:a="http://schemas.openxmlformats.org/drawingml/2006/main">
              <a:ext uri="{FF2B5EF4-FFF2-40B4-BE49-F238E27FC236}">
                <a16:creationId xmlns:a16="http://schemas.microsoft.com/office/drawing/2014/main" id="{641C9029-CF86-45AB-B005-3CB20131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08">
            <a:extLst xmlns:a="http://schemas.openxmlformats.org/drawingml/2006/main">
              <a:ext uri="{FF2B5EF4-FFF2-40B4-BE49-F238E27FC236}">
                <a16:creationId xmlns:a16="http://schemas.microsoft.com/office/drawing/2014/main" id="{4B22AC1B-B931-4FDF-9D7B-72B85AD5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09">
            <a:extLst xmlns:a="http://schemas.openxmlformats.org/drawingml/2006/main">
              <a:ext uri="{FF2B5EF4-FFF2-40B4-BE49-F238E27FC236}">
                <a16:creationId xmlns:a16="http://schemas.microsoft.com/office/drawing/2014/main" id="{822AE350-F818-47EC-980F-B6D432E4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10">
            <a:extLst xmlns:a="http://schemas.openxmlformats.org/drawingml/2006/main">
              <a:ext uri="{FF2B5EF4-FFF2-40B4-BE49-F238E27FC236}">
                <a16:creationId xmlns:a16="http://schemas.microsoft.com/office/drawing/2014/main" id="{B8A3A566-B77E-483C-A05E-8904A21E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원 질문 벡터 검색</a:t>
            </a:r>
          </a:p>
        </p:txBody>
      </p:sp>
      <p:sp>
        <p:nvSpPr>
          <p:cNvPr id="4" name="v2-211">
            <a:extLst xmlns:a="http://schemas.openxmlformats.org/drawingml/2006/main">
              <a:ext uri="{FF2B5EF4-FFF2-40B4-BE49-F238E27FC236}">
                <a16:creationId xmlns:a16="http://schemas.microsoft.com/office/drawing/2014/main" id="{DD451FA7-9410-47A2-9253-EAB8581F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질문의 의미와 가까운 문서를 찾고, 질문 변환 판정용 점수를 기록</a:t>
            </a:r>
          </a:p>
        </p:txBody>
      </p:sp>
      <p:sp>
        <p:nvSpPr>
          <p:cNvPr id="5" name="v2-212">
            <a:extLst xmlns:a="http://schemas.openxmlformats.org/drawingml/2006/main">
              <a:ext uri="{FF2B5EF4-FFF2-40B4-BE49-F238E27FC236}">
                <a16:creationId xmlns:a16="http://schemas.microsoft.com/office/drawing/2014/main" id="{A5CA86FA-BF3A-42DD-9957-528909EA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13">
            <a:extLst xmlns:a="http://schemas.openxmlformats.org/drawingml/2006/main">
              <a:ext uri="{FF2B5EF4-FFF2-40B4-BE49-F238E27FC236}">
                <a16:creationId xmlns:a16="http://schemas.microsoft.com/office/drawing/2014/main" id="{CC7FB841-47E1-4FC4-B9C6-73FD4FB0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214">
            <a:extLst xmlns:a="http://schemas.openxmlformats.org/drawingml/2006/main">
              <a:ext uri="{FF2B5EF4-FFF2-40B4-BE49-F238E27FC236}">
                <a16:creationId xmlns:a16="http://schemas.microsoft.com/office/drawing/2014/main" id="{FD007D1C-CEBA-4A3A-964A-84A35EC4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215">
            <a:extLst xmlns:a="http://schemas.openxmlformats.org/drawingml/2006/main">
              <a:ext uri="{FF2B5EF4-FFF2-40B4-BE49-F238E27FC236}">
                <a16:creationId xmlns:a16="http://schemas.microsoft.com/office/drawing/2014/main" id="{101E5C32-CD42-4851-95EB-6D4190C5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216">
            <a:extLst xmlns:a="http://schemas.openxmlformats.org/drawingml/2006/main">
              <a:ext uri="{FF2B5EF4-FFF2-40B4-BE49-F238E27FC236}">
                <a16:creationId xmlns:a16="http://schemas.microsoft.com/office/drawing/2014/main" id="{8A3AEE4D-E2C9-4B68-9347-82BEC0A0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217">
            <a:extLst xmlns:a="http://schemas.openxmlformats.org/drawingml/2006/main">
              <a:ext uri="{FF2B5EF4-FFF2-40B4-BE49-F238E27FC236}">
                <a16:creationId xmlns:a16="http://schemas.microsoft.com/office/drawing/2014/main" id="{0CBC568A-94E7-4B1B-9F1B-4153418B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query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role·mode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접근 역할·검색 모드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top_k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최종 결과 수</a:t>
            </a:r>
          </a:p>
        </p:txBody>
      </p:sp>
      <p:sp>
        <p:nvSpPr>
          <p:cNvPr id="13" name="v2-218">
            <a:extLst xmlns:a="http://schemas.openxmlformats.org/drawingml/2006/main">
              <a:ext uri="{FF2B5EF4-FFF2-40B4-BE49-F238E27FC236}">
                <a16:creationId xmlns:a16="http://schemas.microsoft.com/office/drawing/2014/main" id="{293896F0-7E99-4D8D-8074-E469290C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질문을 임베딩하고 권한 필터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similarity 또는 MMR 전략으로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vector_hits와 변환 관문 점수 보존</a:t>
            </a:r>
          </a:p>
        </p:txBody>
      </p:sp>
      <p:sp>
        <p:nvSpPr>
          <p:cNvPr id="14" name="v2-219">
            <a:extLst xmlns:a="http://schemas.openxmlformats.org/drawingml/2006/main">
              <a:ext uri="{FF2B5EF4-FFF2-40B4-BE49-F238E27FC236}">
                <a16:creationId xmlns:a16="http://schemas.microsoft.com/office/drawing/2014/main" id="{278AFA88-6938-4F95-A565-F08C24EE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transform_gate_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vector_score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첫 후보 Vector 점수</a:t>
            </a:r>
          </a:p>
        </p:txBody>
      </p:sp>
      <p:sp>
        <p:nvSpPr>
          <p:cNvPr id="15" name="v2-220">
            <a:extLst xmlns:a="http://schemas.openxmlformats.org/drawingml/2006/main">
              <a:ext uri="{FF2B5EF4-FFF2-40B4-BE49-F238E27FC236}">
                <a16:creationId xmlns:a16="http://schemas.microsoft.com/office/drawing/2014/main" id="{5E7C7FDF-4AF6-4942-AE47-52C26551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assess_transform_gate  /  MMR은 관련성과 후보 다양성을 함께 고려</a:t>
            </a:r>
          </a:p>
        </p:txBody>
      </p:sp>
      <p:sp>
        <p:nvSpPr>
          <p:cNvPr id="16" name="v2-485">
            <a:extLst xmlns:a="http://schemas.openxmlformats.org/drawingml/2006/main">
              <a:ext uri="{FF2B5EF4-FFF2-40B4-BE49-F238E27FC236}">
                <a16:creationId xmlns:a16="http://schemas.microsoft.com/office/drawing/2014/main" id="{B62415F6-BC6F-4AF1-9A6B-325A7618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21">
            <a:extLst xmlns:a="http://schemas.openxmlformats.org/drawingml/2006/main">
              <a:ext uri="{FF2B5EF4-FFF2-40B4-BE49-F238E27FC236}">
                <a16:creationId xmlns:a16="http://schemas.microsoft.com/office/drawing/2014/main" id="{C8B9C1B0-AE80-4007-A765-6251CF59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22">
            <a:extLst xmlns:a="http://schemas.openxmlformats.org/drawingml/2006/main">
              <a:ext uri="{FF2B5EF4-FFF2-40B4-BE49-F238E27FC236}">
                <a16:creationId xmlns:a16="http://schemas.microsoft.com/office/drawing/2014/main" id="{0468F37D-19A3-48DA-B629-5477A173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23">
            <a:extLst xmlns:a="http://schemas.openxmlformats.org/drawingml/2006/main">
              <a:ext uri="{FF2B5EF4-FFF2-40B4-BE49-F238E27FC236}">
                <a16:creationId xmlns:a16="http://schemas.microsoft.com/office/drawing/2014/main" id="{F6C40314-0872-446F-A490-04F30A07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Chroma 검색 코드</a:t>
            </a:r>
          </a:p>
        </p:txBody>
      </p:sp>
      <p:sp>
        <p:nvSpPr>
          <p:cNvPr id="4" name="v2-224">
            <a:extLst xmlns:a="http://schemas.openxmlformats.org/drawingml/2006/main">
              <a:ext uri="{FF2B5EF4-FFF2-40B4-BE49-F238E27FC236}">
                <a16:creationId xmlns:a16="http://schemas.microsoft.com/office/drawing/2014/main" id="{F32FE8D5-338E-434B-A8B5-DD700B52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 벡터·조회 수·권한 조건을 Chroma 컬렉션에 전달</a:t>
            </a:r>
          </a:p>
        </p:txBody>
      </p:sp>
      <p:sp>
        <p:nvSpPr>
          <p:cNvPr id="5" name="v2-225">
            <a:extLst xmlns:a="http://schemas.openxmlformats.org/drawingml/2006/main">
              <a:ext uri="{FF2B5EF4-FFF2-40B4-BE49-F238E27FC236}">
                <a16:creationId xmlns:a16="http://schemas.microsoft.com/office/drawing/2014/main" id="{C1FF8ADC-06F8-4F8A-8BEF-E6F76074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26">
            <a:extLst xmlns:a="http://schemas.openxmlformats.org/drawingml/2006/main">
              <a:ext uri="{FF2B5EF4-FFF2-40B4-BE49-F238E27FC236}">
                <a16:creationId xmlns:a16="http://schemas.microsoft.com/office/drawing/2014/main" id="{3DB39E83-FB38-4BAB-94E6-874C6C9C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retriever/app/infrastructure/chroma_store.py</a:t>
            </a:r>
          </a:p>
        </p:txBody>
      </p:sp>
      <p:sp>
        <p:nvSpPr>
          <p:cNvPr id="7" name="v2-227">
            <a:extLst xmlns:a="http://schemas.openxmlformats.org/drawingml/2006/main">
              <a:ext uri="{FF2B5EF4-FFF2-40B4-BE49-F238E27FC236}">
                <a16:creationId xmlns:a16="http://schemas.microsoft.com/office/drawing/2014/main" id="{3749C6B4-1A85-497F-A7B9-BD50564B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28">
            <a:extLst xmlns:a="http://schemas.openxmlformats.org/drawingml/2006/main">
              <a:ext uri="{FF2B5EF4-FFF2-40B4-BE49-F238E27FC236}">
                <a16:creationId xmlns:a16="http://schemas.microsoft.com/office/drawing/2014/main" id="{2F96D00F-B329-4FF0-AC98-AF78CA78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self._collection.query(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query_embeddings=[query_embedding],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n_results=options.fetch_k(k),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where=where or None,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include=include,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229">
            <a:extLst xmlns:a="http://schemas.openxmlformats.org/drawingml/2006/main">
              <a:ext uri="{FF2B5EF4-FFF2-40B4-BE49-F238E27FC236}">
                <a16:creationId xmlns:a16="http://schemas.microsoft.com/office/drawing/2014/main" id="{963DE42A-1E4A-4EDB-9BBA-6A1F7AA7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query_embeddings는 질문 벡터  /  where는 권한 필터  /  include는 결과에 포함할 정보</a:t>
            </a:r>
          </a:p>
        </p:txBody>
      </p:sp>
      <p:sp>
        <p:nvSpPr>
          <p:cNvPr id="10" name="v2-486">
            <a:extLst xmlns:a="http://schemas.openxmlformats.org/drawingml/2006/main">
              <a:ext uri="{FF2B5EF4-FFF2-40B4-BE49-F238E27FC236}">
                <a16:creationId xmlns:a16="http://schemas.microsoft.com/office/drawing/2014/main" id="{B124129E-CD27-4F09-9CAF-D63BE33A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230">
            <a:extLst xmlns:a="http://schemas.openxmlformats.org/drawingml/2006/main">
              <a:ext uri="{FF2B5EF4-FFF2-40B4-BE49-F238E27FC236}">
                <a16:creationId xmlns:a16="http://schemas.microsoft.com/office/drawing/2014/main" id="{AD9A8AA1-7490-4FF3-B594-D373182B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31">
            <a:extLst xmlns:a="http://schemas.openxmlformats.org/drawingml/2006/main">
              <a:ext uri="{FF2B5EF4-FFF2-40B4-BE49-F238E27FC236}">
                <a16:creationId xmlns:a16="http://schemas.microsoft.com/office/drawing/2014/main" id="{F9194EE7-1973-476F-ADFB-8CDB522A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32">
            <a:extLst xmlns:a="http://schemas.openxmlformats.org/drawingml/2006/main">
              <a:ext uri="{FF2B5EF4-FFF2-40B4-BE49-F238E27FC236}">
                <a16:creationId xmlns:a16="http://schemas.microsoft.com/office/drawing/2014/main" id="{67404305-5523-4D6A-A76D-17000E91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네 검색 모드의 후보 수</a:t>
            </a:r>
          </a:p>
        </p:txBody>
      </p:sp>
      <p:sp>
        <p:nvSpPr>
          <p:cNvPr id="4" name="v2-233">
            <a:extLst xmlns:a="http://schemas.openxmlformats.org/drawingml/2006/main">
              <a:ext uri="{FF2B5EF4-FFF2-40B4-BE49-F238E27FC236}">
                <a16:creationId xmlns:a16="http://schemas.microsoft.com/office/drawing/2014/main" id="{F3273156-81E9-4628-9752-B397442E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top_k=5, 후보 배수 4의 기본 설정 예시. 실제 결과 수는 더 적을 수 있음</a:t>
            </a:r>
          </a:p>
        </p:txBody>
      </p:sp>
      <p:sp>
        <p:nvSpPr>
          <p:cNvPr id="5" name="v2-234">
            <a:extLst xmlns:a="http://schemas.openxmlformats.org/drawingml/2006/main">
              <a:ext uri="{FF2B5EF4-FFF2-40B4-BE49-F238E27FC236}">
                <a16:creationId xmlns:a16="http://schemas.microsoft.com/office/drawing/2014/main" id="{29923E57-886D-4DE3-9101-47493064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35">
            <a:extLst xmlns:a="http://schemas.openxmlformats.org/drawingml/2006/main">
              <a:ext uri="{FF2B5EF4-FFF2-40B4-BE49-F238E27FC236}">
                <a16:creationId xmlns:a16="http://schemas.microsoft.com/office/drawing/2014/main" id="{91B43145-0B5D-4660-945E-5034ADD5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609850"/>
          <a:ext xmlns:a="http://schemas.openxmlformats.org/drawingml/2006/main" cx="13258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4162425"/>
                <a:gridCol w="4095750"/>
                <a:gridCol w="1714500"/>
              </a:tblGrid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후보 상한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(raw_k)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후속 후보 상한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(fused_k)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상한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20개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상위 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vector_rerank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40개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재정렬 대상 10개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hybrid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20 + BM25 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 결합 상위 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hybrid_rerank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40 + BM25 40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결합·재정렬 대상 10개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236">
            <a:extLst xmlns:a="http://schemas.openxmlformats.org/drawingml/2006/main">
              <a:ext uri="{FF2B5EF4-FFF2-40B4-BE49-F238E27FC236}">
                <a16:creationId xmlns:a16="http://schemas.microsoft.com/office/drawing/2014/main" id="{6B307396-BC53-4E6F-A34B-C915E961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raw_k=fused_k×4, 리랭크 fused_k=top_k×2. MMR은 40/80개 조회 후 20/40개 선택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질문도 같은 후보 수 규칙 사용. similarity 조회 수는 raw_k와 같음</a:t>
            </a:r>
          </a:p>
        </p:txBody>
      </p:sp>
      <p:sp>
        <p:nvSpPr>
          <p:cNvPr id="9" name="v2-487">
            <a:extLst xmlns:a="http://schemas.openxmlformats.org/drawingml/2006/main">
              <a:ext uri="{FF2B5EF4-FFF2-40B4-BE49-F238E27FC236}">
                <a16:creationId xmlns:a16="http://schemas.microsoft.com/office/drawing/2014/main" id="{3B031C8C-40E4-4827-BBE7-BACF963F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37">
            <a:extLst xmlns:a="http://schemas.openxmlformats.org/drawingml/2006/main">
              <a:ext uri="{FF2B5EF4-FFF2-40B4-BE49-F238E27FC236}">
                <a16:creationId xmlns:a16="http://schemas.microsoft.com/office/drawing/2014/main" id="{B353963B-AF0E-4A9E-A3F5-11EB0A2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38">
            <a:extLst xmlns:a="http://schemas.openxmlformats.org/drawingml/2006/main">
              <a:ext uri="{FF2B5EF4-FFF2-40B4-BE49-F238E27FC236}">
                <a16:creationId xmlns:a16="http://schemas.microsoft.com/office/drawing/2014/main" id="{8E8036EA-DB35-40E0-AA6D-677EC572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39">
            <a:extLst xmlns:a="http://schemas.openxmlformats.org/drawingml/2006/main">
              <a:ext uri="{FF2B5EF4-FFF2-40B4-BE49-F238E27FC236}">
                <a16:creationId xmlns:a16="http://schemas.microsoft.com/office/drawing/2014/main" id="{25160CE8-A7A2-421A-932D-34206C32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assess_transform_gate  :  질문 변환 검토 관문</a:t>
            </a:r>
          </a:p>
        </p:txBody>
      </p:sp>
      <p:sp>
        <p:nvSpPr>
          <p:cNvPr id="4" name="v2-240">
            <a:extLst xmlns:a="http://schemas.openxmlformats.org/drawingml/2006/main">
              <a:ext uri="{FF2B5EF4-FFF2-40B4-BE49-F238E27FC236}">
                <a16:creationId xmlns:a16="http://schemas.microsoft.com/office/drawing/2014/main" id="{FA62E311-D230-4BDD-BE97-AB0EC38B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transform=auto일 때 최초 원 질문 Vector Top-1과 0.86을 비교</a:t>
            </a:r>
          </a:p>
        </p:txBody>
      </p:sp>
      <p:sp>
        <p:nvSpPr>
          <p:cNvPr id="5" name="v2-241">
            <a:extLst xmlns:a="http://schemas.openxmlformats.org/drawingml/2006/main">
              <a:ext uri="{FF2B5EF4-FFF2-40B4-BE49-F238E27FC236}">
                <a16:creationId xmlns:a16="http://schemas.microsoft.com/office/drawing/2014/main" id="{4D16CFED-377B-4F8A-B4A1-676A5F0B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42">
            <a:extLst xmlns:a="http://schemas.openxmlformats.org/drawingml/2006/main">
              <a:ext uri="{FF2B5EF4-FFF2-40B4-BE49-F238E27FC236}">
                <a16:creationId xmlns:a16="http://schemas.microsoft.com/office/drawing/2014/main" id="{D91F7E7E-F772-4C41-B6BC-9A5EC68D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retriever/app/domain/query_transform.py</a:t>
            </a:r>
          </a:p>
        </p:txBody>
      </p:sp>
      <p:sp>
        <p:nvSpPr>
          <p:cNvPr id="7" name="v2-243">
            <a:extLst xmlns:a="http://schemas.openxmlformats.org/drawingml/2006/main">
              <a:ext uri="{FF2B5EF4-FFF2-40B4-BE49-F238E27FC236}">
                <a16:creationId xmlns:a16="http://schemas.microsoft.com/office/drawing/2014/main" id="{C07578C6-442D-488D-A4F5-F094D5D5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44">
            <a:extLst xmlns:a="http://schemas.openxmlformats.org/drawingml/2006/main">
              <a:ext uri="{FF2B5EF4-FFF2-40B4-BE49-F238E27FC236}">
                <a16:creationId xmlns:a16="http://schemas.microsoft.com/office/drawing/2014/main" id="{A74ABE20-491D-4B92-96A6-F6B3D451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transform_mode == "off":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{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"route_action": "off",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"transform_review_required": False,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"transformed_queries": [],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}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transform_mode != "auto":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raise ValueError("transform_mode는 off 또는 auto여야 함")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top_vector_score is not None and top_vector_score &gt;= gate_threshold: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{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"route_action": "gate_pass",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"transform_review_required": False,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"transformed_queries": [],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}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{"transform_review_required": True}</a:t>
            </a:r>
          </a:p>
        </p:txBody>
      </p:sp>
      <p:sp>
        <p:nvSpPr>
          <p:cNvPr id="9" name="v2-245">
            <a:extLst xmlns:a="http://schemas.openxmlformats.org/drawingml/2006/main">
              <a:ext uri="{FF2B5EF4-FFF2-40B4-BE49-F238E27FC236}">
                <a16:creationId xmlns:a16="http://schemas.microsoft.com/office/drawing/2014/main" id="{669A8AD7-9786-4BDC-BEC9-5B1D876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transform=off는 검토 생략  /  gate_threshold=0.86  /  미달이면 plan_query_transform</a:t>
            </a:r>
          </a:p>
        </p:txBody>
      </p:sp>
      <p:sp>
        <p:nvSpPr>
          <p:cNvPr id="10" name="v2-488">
            <a:extLst xmlns:a="http://schemas.openxmlformats.org/drawingml/2006/main">
              <a:ext uri="{FF2B5EF4-FFF2-40B4-BE49-F238E27FC236}">
                <a16:creationId xmlns:a16="http://schemas.microsoft.com/office/drawing/2014/main" id="{29F70CB2-E7C3-4311-BF57-7EEBFAF4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246">
            <a:extLst xmlns:a="http://schemas.openxmlformats.org/drawingml/2006/main">
              <a:ext uri="{FF2B5EF4-FFF2-40B4-BE49-F238E27FC236}">
                <a16:creationId xmlns:a16="http://schemas.microsoft.com/office/drawing/2014/main" id="{1D40DE5D-709F-496C-BF22-71850675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47">
            <a:extLst xmlns:a="http://schemas.openxmlformats.org/drawingml/2006/main">
              <a:ext uri="{FF2B5EF4-FFF2-40B4-BE49-F238E27FC236}">
                <a16:creationId xmlns:a16="http://schemas.microsoft.com/office/drawing/2014/main" id="{227F577D-5498-49DD-9352-165B90C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48">
            <a:extLst xmlns:a="http://schemas.openxmlformats.org/drawingml/2006/main">
              <a:ext uri="{FF2B5EF4-FFF2-40B4-BE49-F238E27FC236}">
                <a16:creationId xmlns:a16="http://schemas.microsoft.com/office/drawing/2014/main" id="{9189A37C-E51B-41ED-944C-0E4A4BB4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plan_query_transform  :  변환 계획 수립</a:t>
            </a:r>
          </a:p>
        </p:txBody>
      </p:sp>
      <p:sp>
        <p:nvSpPr>
          <p:cNvPr id="4" name="v2-249">
            <a:extLst xmlns:a="http://schemas.openxmlformats.org/drawingml/2006/main">
              <a:ext uri="{FF2B5EF4-FFF2-40B4-BE49-F238E27FC236}">
                <a16:creationId xmlns:a16="http://schemas.microsoft.com/office/drawing/2014/main" id="{DDB30949-374B-4F3A-8A4A-A66E8739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관문 미달 시 캐시 또는 Router LLM으로 변환 필요성과 기법 결정</a:t>
            </a:r>
          </a:p>
        </p:txBody>
      </p:sp>
      <p:sp>
        <p:nvSpPr>
          <p:cNvPr id="5" name="v2-250">
            <a:extLst xmlns:a="http://schemas.openxmlformats.org/drawingml/2006/main">
              <a:ext uri="{FF2B5EF4-FFF2-40B4-BE49-F238E27FC236}">
                <a16:creationId xmlns:a16="http://schemas.microsoft.com/office/drawing/2014/main" id="{2391B179-CF84-4C79-B7E5-01FF5B8F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51">
            <a:extLst xmlns:a="http://schemas.openxmlformats.org/drawingml/2006/main">
              <a:ext uri="{FF2B5EF4-FFF2-40B4-BE49-F238E27FC236}">
                <a16:creationId xmlns:a16="http://schemas.microsoft.com/office/drawing/2014/main" id="{D7415660-77BE-4456-B4F8-D1683325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252">
            <a:extLst xmlns:a="http://schemas.openxmlformats.org/drawingml/2006/main">
              <a:ext uri="{FF2B5EF4-FFF2-40B4-BE49-F238E27FC236}">
                <a16:creationId xmlns:a16="http://schemas.microsoft.com/office/drawing/2014/main" id="{3E3A7314-D2F5-4FCE-A452-13E5A44C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질문 + 후보 정보</a:t>
            </a:r>
          </a:p>
        </p:txBody>
      </p:sp>
      <p:sp>
        <p:nvSpPr>
          <p:cNvPr id="8" name="v2-253">
            <a:extLst xmlns:a="http://schemas.openxmlformats.org/drawingml/2006/main">
              <a:ext uri="{FF2B5EF4-FFF2-40B4-BE49-F238E27FC236}">
                <a16:creationId xmlns:a16="http://schemas.microsoft.com/office/drawing/2014/main" id="{8920B92D-993D-4D04-BD93-43C2E841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캐시 확인 / Router LLM</a:t>
            </a:r>
          </a:p>
        </p:txBody>
      </p:sp>
      <p:sp>
        <p:nvSpPr>
          <p:cNvPr id="9" name="v2-254">
            <a:extLst xmlns:a="http://schemas.openxmlformats.org/drawingml/2006/main">
              <a:ext uri="{FF2B5EF4-FFF2-40B4-BE49-F238E27FC236}">
                <a16:creationId xmlns:a16="http://schemas.microsoft.com/office/drawing/2014/main" id="{F841F201-D39F-4AF0-9DDD-BA8A4FD0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keep·clarify·transform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5751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5751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4067175"/>
          <a:ext xmlns:a="http://schemas.openxmlformats.org/drawingml/2006/main" cx="132588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572000"/>
                <a:gridCol w="6400800"/>
              </a:tblGrid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행동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이후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keep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유지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결과 완성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clarify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추가 확인 필요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경로에서 needs_check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transform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질문 목록 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결과 완성 후 추가 검색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255">
            <a:extLst xmlns:a="http://schemas.openxmlformats.org/drawingml/2006/main">
              <a:ext uri="{FF2B5EF4-FFF2-40B4-BE49-F238E27FC236}">
                <a16:creationId xmlns:a16="http://schemas.microsoft.com/office/drawing/2014/main" id="{8D7D729F-F86C-4EA3-B8A1-564DE208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출력: route_action·technique·transformed_queries  /  형식 오류 시 keep으로 대체</a:t>
            </a:r>
          </a:p>
        </p:txBody>
      </p:sp>
      <p:sp>
        <p:nvSpPr>
          <p:cNvPr id="14" name="v2-489">
            <a:extLst xmlns:a="http://schemas.openxmlformats.org/drawingml/2006/main">
              <a:ext uri="{FF2B5EF4-FFF2-40B4-BE49-F238E27FC236}">
                <a16:creationId xmlns:a16="http://schemas.microsoft.com/office/drawing/2014/main" id="{9C7788F0-4BF6-4FF8-B800-B9354EDD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256">
            <a:extLst xmlns:a="http://schemas.openxmlformats.org/drawingml/2006/main">
              <a:ext uri="{FF2B5EF4-FFF2-40B4-BE49-F238E27FC236}">
                <a16:creationId xmlns:a16="http://schemas.microsoft.com/office/drawing/2014/main" id="{8A38E7FB-2A89-4A5B-BB3B-19053C51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57">
            <a:extLst xmlns:a="http://schemas.openxmlformats.org/drawingml/2006/main">
              <a:ext uri="{FF2B5EF4-FFF2-40B4-BE49-F238E27FC236}">
                <a16:creationId xmlns:a16="http://schemas.microsoft.com/office/drawing/2014/main" id="{206E3981-D6F3-4BC1-9A15-D9187472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58">
            <a:extLst xmlns:a="http://schemas.openxmlformats.org/drawingml/2006/main">
              <a:ext uri="{FF2B5EF4-FFF2-40B4-BE49-F238E27FC236}">
                <a16:creationId xmlns:a16="http://schemas.microsoft.com/office/drawing/2014/main" id="{2F968B90-CD26-4B0C-AE4B-9F02438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plan_query_transform  :  다섯 가지 변환 기법</a:t>
            </a:r>
          </a:p>
        </p:txBody>
      </p:sp>
      <p:sp>
        <p:nvSpPr>
          <p:cNvPr id="4" name="v2-259">
            <a:extLst xmlns:a="http://schemas.openxmlformats.org/drawingml/2006/main">
              <a:ext uri="{FF2B5EF4-FFF2-40B4-BE49-F238E27FC236}">
                <a16:creationId xmlns:a16="http://schemas.microsoft.com/office/drawing/2014/main" id="{9D2C35C5-65E0-4B3D-A022-D3173C20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질문의 어려운 부분에 맞춰 검색 표현을 바꾸거나 복합 질문을 분리</a:t>
            </a:r>
          </a:p>
        </p:txBody>
      </p:sp>
      <p:sp>
        <p:nvSpPr>
          <p:cNvPr id="5" name="v2-260">
            <a:extLst xmlns:a="http://schemas.openxmlformats.org/drawingml/2006/main">
              <a:ext uri="{FF2B5EF4-FFF2-40B4-BE49-F238E27FC236}">
                <a16:creationId xmlns:a16="http://schemas.microsoft.com/office/drawing/2014/main" id="{5B9419F7-C118-4479-98DF-593FAA4E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61">
            <a:extLst xmlns:a="http://schemas.openxmlformats.org/drawingml/2006/main">
              <a:ext uri="{FF2B5EF4-FFF2-40B4-BE49-F238E27FC236}">
                <a16:creationId xmlns:a16="http://schemas.microsoft.com/office/drawing/2014/main" id="{AD770CA1-DBFB-4BD3-8154-34EC7124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retriever/app/domain/query_transform.py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457450"/>
          <a:ext xmlns:a="http://schemas.openxmlformats.org/drawingml/2006/main" cx="13258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8286750"/>
                <a:gridCol w="1828800"/>
              </a:tblGrid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방식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 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rewrite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검색에 맞는 한 문장으로 다시 쓰기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multi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의도를 다른 표현으로 확장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문서에 있을 법한 표현 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stepback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상위 개념으로 넓혀 찾기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decomposition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복합 질문을 독립 질문으로 분리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 ~ 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2-262">
            <a:extLst xmlns:a="http://schemas.openxmlformats.org/drawingml/2006/main">
              <a:ext uri="{FF2B5EF4-FFF2-40B4-BE49-F238E27FC236}">
                <a16:creationId xmlns:a16="http://schemas.microsoft.com/office/drawing/2014/main" id="{E063B235-50CE-4C1E-A8C7-3D2756D0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캐시 적중 시 LLM 호출 생략  /  HyDE가 만든 문장은 검색용이며 원문 근거로 사용하지 않음</a:t>
            </a:r>
          </a:p>
        </p:txBody>
      </p:sp>
      <p:sp>
        <p:nvSpPr>
          <p:cNvPr id="9" name="v2-490">
            <a:extLst xmlns:a="http://schemas.openxmlformats.org/drawingml/2006/main">
              <a:ext uri="{FF2B5EF4-FFF2-40B4-BE49-F238E27FC236}">
                <a16:creationId xmlns:a16="http://schemas.microsoft.com/office/drawing/2014/main" id="{D8E029B1-D4FA-4A44-A2BB-F4A987DE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63">
            <a:extLst xmlns:a="http://schemas.openxmlformats.org/drawingml/2006/main">
              <a:ext uri="{FF2B5EF4-FFF2-40B4-BE49-F238E27FC236}">
                <a16:creationId xmlns:a16="http://schemas.microsoft.com/office/drawing/2014/main" id="{193297E2-7CA4-4FE8-9476-867E8C6E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64">
            <a:extLst xmlns:a="http://schemas.openxmlformats.org/drawingml/2006/main">
              <a:ext uri="{FF2B5EF4-FFF2-40B4-BE49-F238E27FC236}">
                <a16:creationId xmlns:a16="http://schemas.microsoft.com/office/drawing/2014/main" id="{C8982A36-5B9B-452F-B3E7-568DD442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65">
            <a:extLst xmlns:a="http://schemas.openxmlformats.org/drawingml/2006/main">
              <a:ext uri="{FF2B5EF4-FFF2-40B4-BE49-F238E27FC236}">
                <a16:creationId xmlns:a16="http://schemas.microsoft.com/office/drawing/2014/main" id="{EA3F32A9-EEB8-4E21-9325-7F1C7B5D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bm25_search  :  원 질문 키워드 검색</a:t>
            </a:r>
          </a:p>
        </p:txBody>
      </p:sp>
      <p:sp>
        <p:nvSpPr>
          <p:cNvPr id="4" name="v2-266">
            <a:extLst xmlns:a="http://schemas.openxmlformats.org/drawingml/2006/main">
              <a:ext uri="{FF2B5EF4-FFF2-40B4-BE49-F238E27FC236}">
                <a16:creationId xmlns:a16="http://schemas.microsoft.com/office/drawing/2014/main" id="{670A4875-043F-41A3-83CA-9BE7853F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hybrid 계열에서 원 질문의 단어와 맞는 청크를 검색</a:t>
            </a:r>
          </a:p>
        </p:txBody>
      </p:sp>
      <p:sp>
        <p:nvSpPr>
          <p:cNvPr id="5" name="v2-267">
            <a:extLst xmlns:a="http://schemas.openxmlformats.org/drawingml/2006/main">
              <a:ext uri="{FF2B5EF4-FFF2-40B4-BE49-F238E27FC236}">
                <a16:creationId xmlns:a16="http://schemas.microsoft.com/office/drawing/2014/main" id="{2B98E311-F7AA-4336-BC1C-604C4EF5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68">
            <a:extLst xmlns:a="http://schemas.openxmlformats.org/drawingml/2006/main">
              <a:ext uri="{FF2B5EF4-FFF2-40B4-BE49-F238E27FC236}">
                <a16:creationId xmlns:a16="http://schemas.microsoft.com/office/drawing/2014/main" id="{3FC363E9-A1BE-45AC-B6A9-C345855C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269">
            <a:extLst xmlns:a="http://schemas.openxmlformats.org/drawingml/2006/main">
              <a:ext uri="{FF2B5EF4-FFF2-40B4-BE49-F238E27FC236}">
                <a16:creationId xmlns:a16="http://schemas.microsoft.com/office/drawing/2014/main" id="{F7BD766D-2022-42EA-B8B9-174564A7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270">
            <a:extLst xmlns:a="http://schemas.openxmlformats.org/drawingml/2006/main">
              <a:ext uri="{FF2B5EF4-FFF2-40B4-BE49-F238E27FC236}">
                <a16:creationId xmlns:a16="http://schemas.microsoft.com/office/drawing/2014/main" id="{D38CAA97-E796-4CED-8CC7-E0DD69DB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271">
            <a:extLst xmlns:a="http://schemas.openxmlformats.org/drawingml/2006/main">
              <a:ext uri="{FF2B5EF4-FFF2-40B4-BE49-F238E27FC236}">
                <a16:creationId xmlns:a16="http://schemas.microsoft.com/office/drawing/2014/main" id="{BD7CB8AB-4BD5-4D45-9127-626C3AB6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272">
            <a:extLst xmlns:a="http://schemas.openxmlformats.org/drawingml/2006/main">
              <a:ext uri="{FF2B5EF4-FFF2-40B4-BE49-F238E27FC236}">
                <a16:creationId xmlns:a16="http://schemas.microsoft.com/office/drawing/2014/main" id="{3F7099EE-5F64-47CB-8EE6-85501F3E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query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role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접근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활성 BM25 인덱스</a:t>
            </a:r>
          </a:p>
        </p:txBody>
      </p:sp>
      <p:sp>
        <p:nvSpPr>
          <p:cNvPr id="13" name="v2-273">
            <a:extLst xmlns:a="http://schemas.openxmlformats.org/drawingml/2006/main">
              <a:ext uri="{FF2B5EF4-FFF2-40B4-BE49-F238E27FC236}">
                <a16:creationId xmlns:a16="http://schemas.microsoft.com/office/drawing/2014/main" id="{DA3C91A6-FF8C-4E28-8C2F-22EB9815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카드명 사전을 적용한 Kiwi 토큰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역색인에서 단어가 맞는 후보 점수화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접근 가능한 문서로 결과 제한</a:t>
            </a:r>
          </a:p>
        </p:txBody>
      </p:sp>
      <p:sp>
        <p:nvSpPr>
          <p:cNvPr id="14" name="v2-274">
            <a:extLst xmlns:a="http://schemas.openxmlformats.org/drawingml/2006/main">
              <a:ext uri="{FF2B5EF4-FFF2-40B4-BE49-F238E27FC236}">
                <a16:creationId xmlns:a16="http://schemas.microsoft.com/office/drawing/2014/main" id="{00507207-DC8F-4780-8110-107C2F1C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청크 ID별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키워드 점수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warnings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검색 경고</a:t>
            </a:r>
          </a:p>
        </p:txBody>
      </p:sp>
      <p:sp>
        <p:nvSpPr>
          <p:cNvPr id="15" name="v2-275">
            <a:extLst xmlns:a="http://schemas.openxmlformats.org/drawingml/2006/main">
              <a:ext uri="{FF2B5EF4-FFF2-40B4-BE49-F238E27FC236}">
                <a16:creationId xmlns:a16="http://schemas.microsoft.com/office/drawing/2014/main" id="{09A32CAE-4F41-4DDA-9975-8CDE5503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fuse_scores  /  vector 계열은 이 노드를 건너뜀</a:t>
            </a:r>
          </a:p>
        </p:txBody>
      </p:sp>
      <p:sp>
        <p:nvSpPr>
          <p:cNvPr id="16" name="v2-491">
            <a:extLst xmlns:a="http://schemas.openxmlformats.org/drawingml/2006/main">
              <a:ext uri="{FF2B5EF4-FFF2-40B4-BE49-F238E27FC236}">
                <a16:creationId xmlns:a16="http://schemas.microsoft.com/office/drawing/2014/main" id="{3A121AF6-9C42-4429-84B5-80EA8F77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76">
            <a:extLst xmlns:a="http://schemas.openxmlformats.org/drawingml/2006/main">
              <a:ext uri="{FF2B5EF4-FFF2-40B4-BE49-F238E27FC236}">
                <a16:creationId xmlns:a16="http://schemas.microsoft.com/office/drawing/2014/main" id="{0839CA4C-AC03-4956-AFB1-EE293E8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77">
            <a:extLst xmlns:a="http://schemas.openxmlformats.org/drawingml/2006/main">
              <a:ext uri="{FF2B5EF4-FFF2-40B4-BE49-F238E27FC236}">
                <a16:creationId xmlns:a16="http://schemas.microsoft.com/office/drawing/2014/main" id="{AFC00F58-7330-41EB-846D-01833604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78">
            <a:extLst xmlns:a="http://schemas.openxmlformats.org/drawingml/2006/main">
              <a:ext uri="{FF2B5EF4-FFF2-40B4-BE49-F238E27FC236}">
                <a16:creationId xmlns:a16="http://schemas.microsoft.com/office/drawing/2014/main" id="{A344EE3F-654B-4264-88A9-08A31CDF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bm25_search  :  BM25S 호출 코드</a:t>
            </a:r>
          </a:p>
        </p:txBody>
      </p:sp>
      <p:sp>
        <p:nvSpPr>
          <p:cNvPr id="4" name="v2-279">
            <a:extLst xmlns:a="http://schemas.openxmlformats.org/drawingml/2006/main">
              <a:ext uri="{FF2B5EF4-FFF2-40B4-BE49-F238E27FC236}">
                <a16:creationId xmlns:a16="http://schemas.microsoft.com/office/drawing/2014/main" id="{913515D1-F3A1-4C04-9634-D57CB477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접근 권한 마스크를 적용한 키워드 후보 조회</a:t>
            </a:r>
          </a:p>
        </p:txBody>
      </p:sp>
      <p:sp>
        <p:nvSpPr>
          <p:cNvPr id="5" name="v2-280">
            <a:extLst xmlns:a="http://schemas.openxmlformats.org/drawingml/2006/main">
              <a:ext uri="{FF2B5EF4-FFF2-40B4-BE49-F238E27FC236}">
                <a16:creationId xmlns:a16="http://schemas.microsoft.com/office/drawing/2014/main" id="{A713C798-C1C4-40B3-ACE8-D4515465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81">
            <a:extLst xmlns:a="http://schemas.openxmlformats.org/drawingml/2006/main">
              <a:ext uri="{FF2B5EF4-FFF2-40B4-BE49-F238E27FC236}">
                <a16:creationId xmlns:a16="http://schemas.microsoft.com/office/drawing/2014/main" id="{784742AA-E192-446A-9533-CEBF4D78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retriever/app/infrastructure/bm25_index.py</a:t>
            </a:r>
          </a:p>
        </p:txBody>
      </p:sp>
      <p:sp>
        <p:nvSpPr>
          <p:cNvPr id="7" name="v2-282">
            <a:extLst xmlns:a="http://schemas.openxmlformats.org/drawingml/2006/main">
              <a:ext uri="{FF2B5EF4-FFF2-40B4-BE49-F238E27FC236}">
                <a16:creationId xmlns:a16="http://schemas.microsoft.com/office/drawing/2014/main" id="{0E2514DF-CD5E-4117-8C58-3168A00E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83">
            <a:extLst xmlns:a="http://schemas.openxmlformats.org/drawingml/2006/main">
              <a:ext uri="{FF2B5EF4-FFF2-40B4-BE49-F238E27FC236}">
                <a16:creationId xmlns:a16="http://schemas.microsoft.com/office/drawing/2014/main" id="{7FAD70B3-A5A2-4B1B-B08F-2A6C700B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retriever.retrieve(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[terms],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k=k,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weight_mask=mask,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show_progress=False,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284">
            <a:extLst xmlns:a="http://schemas.openxmlformats.org/drawingml/2006/main">
              <a:ext uri="{FF2B5EF4-FFF2-40B4-BE49-F238E27FC236}">
                <a16:creationId xmlns:a16="http://schemas.microsoft.com/office/drawing/2014/main" id="{11E6F114-339E-465D-ABC0-6D4876CD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권한 마스크로 허용되지 않은 문서의 점수를 0으로 처리하고, 반환 후보도 권한 기준으로 제한</a:t>
            </a:r>
          </a:p>
        </p:txBody>
      </p:sp>
      <p:sp>
        <p:nvSpPr>
          <p:cNvPr id="10" name="v2-492">
            <a:extLst xmlns:a="http://schemas.openxmlformats.org/drawingml/2006/main">
              <a:ext uri="{FF2B5EF4-FFF2-40B4-BE49-F238E27FC236}">
                <a16:creationId xmlns:a16="http://schemas.microsoft.com/office/drawing/2014/main" id="{FF344C11-EE7E-4563-912E-B81A28B6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85">
            <a:extLst xmlns:a="http://schemas.openxmlformats.org/drawingml/2006/main">
              <a:ext uri="{FF2B5EF4-FFF2-40B4-BE49-F238E27FC236}">
                <a16:creationId xmlns:a16="http://schemas.microsoft.com/office/drawing/2014/main" id="{81A21017-45C1-42E9-A2E8-A4654A26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86">
            <a:extLst xmlns:a="http://schemas.openxmlformats.org/drawingml/2006/main">
              <a:ext uri="{FF2B5EF4-FFF2-40B4-BE49-F238E27FC236}">
                <a16:creationId xmlns:a16="http://schemas.microsoft.com/office/drawing/2014/main" id="{4B58D7D6-62FB-43B0-A4D3-FADED2D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87">
            <a:extLst xmlns:a="http://schemas.openxmlformats.org/drawingml/2006/main">
              <a:ext uri="{FF2B5EF4-FFF2-40B4-BE49-F238E27FC236}">
                <a16:creationId xmlns:a16="http://schemas.microsoft.com/office/drawing/2014/main" id="{228872B4-8EE0-46B8-B26D-1880EDF2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fuse_scores  :  Vector·BM25 점수 결합</a:t>
            </a:r>
          </a:p>
        </p:txBody>
      </p:sp>
      <p:sp>
        <p:nvSpPr>
          <p:cNvPr id="4" name="v2-288">
            <a:extLst xmlns:a="http://schemas.openxmlformats.org/drawingml/2006/main">
              <a:ext uri="{FF2B5EF4-FFF2-40B4-BE49-F238E27FC236}">
                <a16:creationId xmlns:a16="http://schemas.microsoft.com/office/drawing/2014/main" id="{04A8952C-C50D-4375-99EB-F83E57E0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청크 ID 합집합을 만든 뒤 점수를 각각 0 ~ 1로 맞추어 가중합</a:t>
            </a:r>
          </a:p>
        </p:txBody>
      </p:sp>
      <p:sp>
        <p:nvSpPr>
          <p:cNvPr id="5" name="v2-289">
            <a:extLst xmlns:a="http://schemas.openxmlformats.org/drawingml/2006/main">
              <a:ext uri="{FF2B5EF4-FFF2-40B4-BE49-F238E27FC236}">
                <a16:creationId xmlns:a16="http://schemas.microsoft.com/office/drawing/2014/main" id="{CC755B17-7B50-494A-836F-40744849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90">
            <a:extLst xmlns:a="http://schemas.openxmlformats.org/drawingml/2006/main">
              <a:ext uri="{FF2B5EF4-FFF2-40B4-BE49-F238E27FC236}">
                <a16:creationId xmlns:a16="http://schemas.microsoft.com/office/drawing/2014/main" id="{4A124511-2A7B-4283-B8C4-416B5B09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retriever/app/domain/scoring.py</a:t>
            </a:r>
          </a:p>
        </p:txBody>
      </p:sp>
      <p:sp>
        <p:nvSpPr>
          <p:cNvPr id="7" name="v2-291">
            <a:extLst xmlns:a="http://schemas.openxmlformats.org/drawingml/2006/main">
              <a:ext uri="{FF2B5EF4-FFF2-40B4-BE49-F238E27FC236}">
                <a16:creationId xmlns:a16="http://schemas.microsoft.com/office/drawing/2014/main" id="{2449D185-B9D1-4B05-868E-E79CE30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92">
            <a:extLst xmlns:a="http://schemas.openxmlformats.org/drawingml/2006/main">
              <a:ext uri="{FF2B5EF4-FFF2-40B4-BE49-F238E27FC236}">
                <a16:creationId xmlns:a16="http://schemas.microsoft.com/office/drawing/2014/main" id="{A781F884-42A1-4124-8876-886E0C6A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candidate_ids = set(vector_by_id) | bm25_candidate_ids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normalized_vector = normalize(vector_by_id, candidate_ids)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normalized_bm25 = normalize(bm25_scores, candidate_ids)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vector_objects = {hit.chunk_id: hit for hit in vector_hits}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output = []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chunk_id in candidate_ids: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base = vector_objects.get(chunk_id) or chunks.get(chunk_id)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if base is None: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continue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score = weight_bm25 * normalized_bm25[chunk_id] + weight_vector * normalized_vector[chunk_id]</a:t>
            </a:r>
          </a:p>
        </p:txBody>
      </p:sp>
      <p:sp>
        <p:nvSpPr>
          <p:cNvPr id="9" name="v2-293">
            <a:extLst xmlns:a="http://schemas.openxmlformats.org/drawingml/2006/main">
              <a:ext uri="{FF2B5EF4-FFF2-40B4-BE49-F238E27FC236}">
                <a16:creationId xmlns:a16="http://schemas.microsoft.com/office/drawing/2014/main" id="{3EF290D3-36D6-44FF-B8A2-71256217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결합: Vector 0.6 + BM25 0.4. 결과 score에 융합값 저장, 원 vector_score는 별도 유지</a:t>
            </a:r>
          </a:p>
        </p:txBody>
      </p:sp>
      <p:sp>
        <p:nvSpPr>
          <p:cNvPr id="10" name="v2-493">
            <a:extLst xmlns:a="http://schemas.openxmlformats.org/drawingml/2006/main">
              <a:ext uri="{FF2B5EF4-FFF2-40B4-BE49-F238E27FC236}">
                <a16:creationId xmlns:a16="http://schemas.microsoft.com/office/drawing/2014/main" id="{56B83CC9-9A2B-41D3-B35E-55DE0643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94">
            <a:extLst xmlns:a="http://schemas.openxmlformats.org/drawingml/2006/main">
              <a:ext uri="{FF2B5EF4-FFF2-40B4-BE49-F238E27FC236}">
                <a16:creationId xmlns:a16="http://schemas.microsoft.com/office/drawing/2014/main" id="{BEFBA9EE-5C04-4D67-B806-EA7C35EF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95">
            <a:extLst xmlns:a="http://schemas.openxmlformats.org/drawingml/2006/main">
              <a:ext uri="{FF2B5EF4-FFF2-40B4-BE49-F238E27FC236}">
                <a16:creationId xmlns:a16="http://schemas.microsoft.com/office/drawing/2014/main" id="{C8E3E2F1-FF0D-4314-9011-89FEF178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96">
            <a:extLst xmlns:a="http://schemas.openxmlformats.org/drawingml/2006/main">
              <a:ext uri="{FF2B5EF4-FFF2-40B4-BE49-F238E27FC236}">
                <a16:creationId xmlns:a16="http://schemas.microsoft.com/office/drawing/2014/main" id="{B4A7F794-6CBC-4B4B-BB3C-4B42935D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fuse_scores  :  정규화 계산 예시</a:t>
            </a:r>
          </a:p>
        </p:txBody>
      </p:sp>
      <p:sp>
        <p:nvSpPr>
          <p:cNvPr id="4" name="v2-297">
            <a:extLst xmlns:a="http://schemas.openxmlformats.org/drawingml/2006/main">
              <a:ext uri="{FF2B5EF4-FFF2-40B4-BE49-F238E27FC236}">
                <a16:creationId xmlns:a16="http://schemas.microsoft.com/office/drawing/2014/main" id="{FAE3183E-8085-411C-8583-0964FE17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한쪽 검색에 없는 후보는 해당 원점수를 0으로 포함해 정규화</a:t>
            </a:r>
          </a:p>
        </p:txBody>
      </p:sp>
      <p:sp>
        <p:nvSpPr>
          <p:cNvPr id="5" name="v2-298">
            <a:extLst xmlns:a="http://schemas.openxmlformats.org/drawingml/2006/main">
              <a:ext uri="{FF2B5EF4-FFF2-40B4-BE49-F238E27FC236}">
                <a16:creationId xmlns:a16="http://schemas.microsoft.com/office/drawing/2014/main" id="{52A01E69-66DD-4351-A588-F838AC43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99">
            <a:extLst xmlns:a="http://schemas.openxmlformats.org/drawingml/2006/main">
              <a:ext uri="{FF2B5EF4-FFF2-40B4-BE49-F238E27FC236}">
                <a16:creationId xmlns:a16="http://schemas.microsoft.com/office/drawing/2014/main" id="{C6092415-A5AB-4DDB-AB48-51C36210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retriever/app/domain/scoring.py</a:t>
            </a:r>
          </a:p>
        </p:txBody>
      </p:sp>
      <p:sp>
        <p:nvSpPr>
          <p:cNvPr id="7" name="v2-300">
            <a:extLst xmlns:a="http://schemas.openxmlformats.org/drawingml/2006/main">
              <a:ext uri="{FF2B5EF4-FFF2-40B4-BE49-F238E27FC236}">
                <a16:creationId xmlns:a16="http://schemas.microsoft.com/office/drawing/2014/main" id="{84C8646C-7DE6-4AB3-86D7-B467888D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3258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Hybrid = Vector 정규화 점수 × 0.6 + BM25 정규화 점수 × 0.4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3857625"/>
          <a:ext xmlns:a="http://schemas.openxmlformats.org/drawingml/2006/main" cx="132588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2238375"/>
                <a:gridCol w="2238375"/>
                <a:gridCol w="2333625"/>
                <a:gridCol w="2333625"/>
                <a:gridCol w="2476500"/>
              </a:tblGrid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청크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BM25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 V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 B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점수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0.889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0.933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2-301">
            <a:extLst xmlns:a="http://schemas.openxmlformats.org/drawingml/2006/main">
              <a:ext uri="{FF2B5EF4-FFF2-40B4-BE49-F238E27FC236}">
                <a16:creationId xmlns:a16="http://schemas.microsoft.com/office/drawing/2014/main" id="{A43538D2-CC79-4380-A878-B2D38A6D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정규화 = (점수 − 최솟값) ÷ (최댓값 − 최솟값)  /  모든 값이 같으면 해당 신호를 0으로 처리</a:t>
            </a:r>
          </a:p>
        </p:txBody>
      </p:sp>
      <p:sp>
        <p:nvSpPr>
          <p:cNvPr id="10" name="v2-494">
            <a:extLst xmlns:a="http://schemas.openxmlformats.org/drawingml/2006/main">
              <a:ext uri="{FF2B5EF4-FFF2-40B4-BE49-F238E27FC236}">
                <a16:creationId xmlns:a16="http://schemas.microsoft.com/office/drawing/2014/main" id="{89004C8D-3C56-458D-AD8B-777C1A07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02">
            <a:extLst xmlns:a="http://schemas.openxmlformats.org/drawingml/2006/main">
              <a:ext uri="{FF2B5EF4-FFF2-40B4-BE49-F238E27FC236}">
                <a16:creationId xmlns:a16="http://schemas.microsoft.com/office/drawing/2014/main" id="{01402DF7-FC02-40B4-9744-68297AC1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03">
            <a:extLst xmlns:a="http://schemas.openxmlformats.org/drawingml/2006/main">
              <a:ext uri="{FF2B5EF4-FFF2-40B4-BE49-F238E27FC236}">
                <a16:creationId xmlns:a16="http://schemas.microsoft.com/office/drawing/2014/main" id="{3ADB81A8-D806-48C7-A3E7-BD83C238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04">
            <a:extLst xmlns:a="http://schemas.openxmlformats.org/drawingml/2006/main">
              <a:ext uri="{FF2B5EF4-FFF2-40B4-BE49-F238E27FC236}">
                <a16:creationId xmlns:a16="http://schemas.microsoft.com/office/drawing/2014/main" id="{03A224B3-7C08-4B72-A9BF-B8CBA2EB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complete_original_results  :  원 질문 후보 확정</a:t>
            </a:r>
          </a:p>
        </p:txBody>
      </p:sp>
      <p:sp>
        <p:nvSpPr>
          <p:cNvPr id="4" name="v2-305">
            <a:extLst xmlns:a="http://schemas.openxmlformats.org/drawingml/2006/main">
              <a:ext uri="{FF2B5EF4-FFF2-40B4-BE49-F238E27FC236}">
                <a16:creationId xmlns:a16="http://schemas.microsoft.com/office/drawing/2014/main" id="{DA76CCFC-C784-42D3-9C14-2AB887A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질문 검색 전에 원 질문의 기준 결과를 따로 보존</a:t>
            </a:r>
          </a:p>
        </p:txBody>
      </p:sp>
      <p:sp>
        <p:nvSpPr>
          <p:cNvPr id="5" name="v2-306">
            <a:extLst xmlns:a="http://schemas.openxmlformats.org/drawingml/2006/main">
              <a:ext uri="{FF2B5EF4-FFF2-40B4-BE49-F238E27FC236}">
                <a16:creationId xmlns:a16="http://schemas.microsoft.com/office/drawing/2014/main" id="{73A3E47C-404B-49EF-BD68-E219DF85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07">
            <a:extLst xmlns:a="http://schemas.openxmlformats.org/drawingml/2006/main">
              <a:ext uri="{FF2B5EF4-FFF2-40B4-BE49-F238E27FC236}">
                <a16:creationId xmlns:a16="http://schemas.microsoft.com/office/drawing/2014/main" id="{5F3CA710-6E72-43DC-A2F9-A890C834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308">
            <a:extLst xmlns:a="http://schemas.openxmlformats.org/drawingml/2006/main">
              <a:ext uri="{FF2B5EF4-FFF2-40B4-BE49-F238E27FC236}">
                <a16:creationId xmlns:a16="http://schemas.microsoft.com/office/drawing/2014/main" id="{342D2CBB-88E3-48CE-9C82-A69A47DA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09">
            <a:extLst xmlns:a="http://schemas.openxmlformats.org/drawingml/2006/main">
              <a:ext uri="{FF2B5EF4-FFF2-40B4-BE49-F238E27FC236}">
                <a16:creationId xmlns:a16="http://schemas.microsoft.com/office/drawing/2014/main" id="{3640543C-6BA7-429B-94C8-CF55C7B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10">
            <a:extLst xmlns:a="http://schemas.openxmlformats.org/drawingml/2006/main">
              <a:ext uri="{FF2B5EF4-FFF2-40B4-BE49-F238E27FC236}">
                <a16:creationId xmlns:a16="http://schemas.microsoft.com/office/drawing/2014/main" id="{F4429BBA-B383-4CB8-9FC2-AC27FF9D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11">
            <a:extLst xmlns:a="http://schemas.openxmlformats.org/drawingml/2006/main">
              <a:ext uri="{FF2B5EF4-FFF2-40B4-BE49-F238E27FC236}">
                <a16:creationId xmlns:a16="http://schemas.microsoft.com/office/drawing/2014/main" id="{3A338B90-5B91-43D2-8F2C-AEE0F59B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또는 융합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mode·top_k</a:t>
            </a:r>
          </a:p>
        </p:txBody>
      </p:sp>
      <p:sp>
        <p:nvSpPr>
          <p:cNvPr id="13" name="v2-312">
            <a:extLst xmlns:a="http://schemas.openxmlformats.org/drawingml/2006/main">
              <a:ext uri="{FF2B5EF4-FFF2-40B4-BE49-F238E27FC236}">
                <a16:creationId xmlns:a16="http://schemas.microsoft.com/office/drawing/2014/main" id="{14C87999-C3D5-48A8-BCD3-A1264164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vector 계열이면 Vector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hybrid 계열이면 융합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baseline_hits와 현재 hits 분리 보관</a:t>
            </a:r>
          </a:p>
        </p:txBody>
      </p:sp>
      <p:sp>
        <p:nvSpPr>
          <p:cNvPr id="14" name="v2-313">
            <a:extLst xmlns:a="http://schemas.openxmlformats.org/drawingml/2006/main">
              <a:ext uri="{FF2B5EF4-FFF2-40B4-BE49-F238E27FC236}">
                <a16:creationId xmlns:a16="http://schemas.microsoft.com/office/drawing/2014/main" id="{4596A6A3-8D1A-4D76-9466-D5D10045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baseline_hits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현재 상위 결과</a:t>
            </a:r>
          </a:p>
        </p:txBody>
      </p:sp>
      <p:sp>
        <p:nvSpPr>
          <p:cNvPr id="15" name="v2-314">
            <a:extLst xmlns:a="http://schemas.openxmlformats.org/drawingml/2006/main">
              <a:ext uri="{FF2B5EF4-FFF2-40B4-BE49-F238E27FC236}">
                <a16:creationId xmlns:a16="http://schemas.microsoft.com/office/drawing/2014/main" id="{ABC9B330-EDDE-4372-84E7-9E7C58E3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분기: 변환 질문 있음 → search_transformed  /  변환 없음·리랭크 모드 → rerank  /  그 외 검색 완료</a:t>
            </a:r>
          </a:p>
        </p:txBody>
      </p:sp>
      <p:sp>
        <p:nvSpPr>
          <p:cNvPr id="16" name="v2-495">
            <a:extLst xmlns:a="http://schemas.openxmlformats.org/drawingml/2006/main">
              <a:ext uri="{FF2B5EF4-FFF2-40B4-BE49-F238E27FC236}">
                <a16:creationId xmlns:a16="http://schemas.microsoft.com/office/drawing/2014/main" id="{43BF07E2-78D4-40EE-8100-6EFAA11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15">
            <a:extLst xmlns:a="http://schemas.openxmlformats.org/drawingml/2006/main">
              <a:ext uri="{FF2B5EF4-FFF2-40B4-BE49-F238E27FC236}">
                <a16:creationId xmlns:a16="http://schemas.microsoft.com/office/drawing/2014/main" id="{B6019BEC-38BB-4412-BAB6-25CD251A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16">
            <a:extLst xmlns:a="http://schemas.openxmlformats.org/drawingml/2006/main">
              <a:ext uri="{FF2B5EF4-FFF2-40B4-BE49-F238E27FC236}">
                <a16:creationId xmlns:a16="http://schemas.microsoft.com/office/drawing/2014/main" id="{AABADD83-858B-4F11-A0EC-6BE7620A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17">
            <a:extLst xmlns:a="http://schemas.openxmlformats.org/drawingml/2006/main">
              <a:ext uri="{FF2B5EF4-FFF2-40B4-BE49-F238E27FC236}">
                <a16:creationId xmlns:a16="http://schemas.microsoft.com/office/drawing/2014/main" id="{901350EB-A4A9-4B94-B675-06C8698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complete_original_results  :  기준 후보 보존 코드</a:t>
            </a:r>
          </a:p>
        </p:txBody>
      </p:sp>
      <p:sp>
        <p:nvSpPr>
          <p:cNvPr id="4" name="v2-318">
            <a:extLst xmlns:a="http://schemas.openxmlformats.org/drawingml/2006/main">
              <a:ext uri="{FF2B5EF4-FFF2-40B4-BE49-F238E27FC236}">
                <a16:creationId xmlns:a16="http://schemas.microsoft.com/office/drawing/2014/main" id="{5AE3EC40-7AF0-486F-8904-37AD1D3E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구현은 리랭크 입력 후보 수와 최종 출력 수를 구분</a:t>
            </a:r>
          </a:p>
        </p:txBody>
      </p:sp>
      <p:sp>
        <p:nvSpPr>
          <p:cNvPr id="5" name="v2-319">
            <a:extLst xmlns:a="http://schemas.openxmlformats.org/drawingml/2006/main">
              <a:ext uri="{FF2B5EF4-FFF2-40B4-BE49-F238E27FC236}">
                <a16:creationId xmlns:a16="http://schemas.microsoft.com/office/drawing/2014/main" id="{76EA63FA-0615-40F8-BB65-BCF252D2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20">
            <a:extLst xmlns:a="http://schemas.openxmlformats.org/drawingml/2006/main">
              <a:ext uri="{FF2B5EF4-FFF2-40B4-BE49-F238E27FC236}">
                <a16:creationId xmlns:a16="http://schemas.microsoft.com/office/drawing/2014/main" id="{3F8052CF-ADE0-41BD-AF25-B467F078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321">
            <a:extLst xmlns:a="http://schemas.openxmlformats.org/drawingml/2006/main">
              <a:ext uri="{FF2B5EF4-FFF2-40B4-BE49-F238E27FC236}">
                <a16:creationId xmlns:a16="http://schemas.microsoft.com/office/drawing/2014/main" id="{B430F217-AFED-4F5F-8484-764ED292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22">
            <a:extLst xmlns:a="http://schemas.openxmlformats.org/drawingml/2006/main">
              <a:ext uri="{FF2B5EF4-FFF2-40B4-BE49-F238E27FC236}">
                <a16:creationId xmlns:a16="http://schemas.microsoft.com/office/drawing/2014/main" id="{AD39FAFD-19E3-4DAA-A09B-6C7ED801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_uses_vector_only(state.get("mode")):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baseline = list(state.get("vector_hits", []))[: self._candidate_sizes(state).fused_k]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else: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baseline = list(state.get("baseline_hits", state.get("candidates", [])))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"baseline_hits": baseline,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"hits": list(baseline[: int(state.get("top_k", len(baseline)))]),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}</a:t>
            </a:r>
          </a:p>
        </p:txBody>
      </p:sp>
      <p:sp>
        <p:nvSpPr>
          <p:cNvPr id="9" name="v2-323">
            <a:extLst xmlns:a="http://schemas.openxmlformats.org/drawingml/2006/main">
              <a:ext uri="{FF2B5EF4-FFF2-40B4-BE49-F238E27FC236}">
                <a16:creationId xmlns:a16="http://schemas.microsoft.com/office/drawing/2014/main" id="{74F6C4BF-1F0E-4948-9CD1-4949C1F6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top_k=5인 리랭크 모드: baseline_hits 최대 10개, hits 최대 5개 보관</a:t>
            </a:r>
          </a:p>
        </p:txBody>
      </p:sp>
      <p:sp>
        <p:nvSpPr>
          <p:cNvPr id="10" name="v2-496">
            <a:extLst xmlns:a="http://schemas.openxmlformats.org/drawingml/2006/main">
              <a:ext uri="{FF2B5EF4-FFF2-40B4-BE49-F238E27FC236}">
                <a16:creationId xmlns:a16="http://schemas.microsoft.com/office/drawing/2014/main" id="{A6BA72B0-3E78-4E3B-A16D-C69818B7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24">
            <a:extLst xmlns:a="http://schemas.openxmlformats.org/drawingml/2006/main">
              <a:ext uri="{FF2B5EF4-FFF2-40B4-BE49-F238E27FC236}">
                <a16:creationId xmlns:a16="http://schemas.microsoft.com/office/drawing/2014/main" id="{03DB1244-D6A5-4767-B3C7-AE0D3DA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25">
            <a:extLst xmlns:a="http://schemas.openxmlformats.org/drawingml/2006/main">
              <a:ext uri="{FF2B5EF4-FFF2-40B4-BE49-F238E27FC236}">
                <a16:creationId xmlns:a16="http://schemas.microsoft.com/office/drawing/2014/main" id="{FB41DDD9-23DC-4F1E-AAB5-1950159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26">
            <a:extLst xmlns:a="http://schemas.openxmlformats.org/drawingml/2006/main">
              <a:ext uri="{FF2B5EF4-FFF2-40B4-BE49-F238E27FC236}">
                <a16:creationId xmlns:a16="http://schemas.microsoft.com/office/drawing/2014/main" id="{CB5CCB31-9747-41FD-B487-644738A0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변환 질문별 추가 검색</a:t>
            </a:r>
          </a:p>
        </p:txBody>
      </p:sp>
      <p:sp>
        <p:nvSpPr>
          <p:cNvPr id="4" name="v2-327">
            <a:extLst xmlns:a="http://schemas.openxmlformats.org/drawingml/2006/main">
              <a:ext uri="{FF2B5EF4-FFF2-40B4-BE49-F238E27FC236}">
                <a16:creationId xmlns:a16="http://schemas.microsoft.com/office/drawing/2014/main" id="{4B8160DE-C2EE-454E-A2C3-D40372B7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질문의 후보를 유지한 채 변환 질문마다 독립된 후보 그룹 생성</a:t>
            </a:r>
          </a:p>
        </p:txBody>
      </p:sp>
      <p:sp>
        <p:nvSpPr>
          <p:cNvPr id="5" name="v2-328">
            <a:extLst xmlns:a="http://schemas.openxmlformats.org/drawingml/2006/main">
              <a:ext uri="{FF2B5EF4-FFF2-40B4-BE49-F238E27FC236}">
                <a16:creationId xmlns:a16="http://schemas.microsoft.com/office/drawing/2014/main" id="{270ECAF4-ACD2-4958-8EF9-19389352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29">
            <a:extLst xmlns:a="http://schemas.openxmlformats.org/drawingml/2006/main">
              <a:ext uri="{FF2B5EF4-FFF2-40B4-BE49-F238E27FC236}">
                <a16:creationId xmlns:a16="http://schemas.microsoft.com/office/drawing/2014/main" id="{18A140B2-8605-4DB9-A392-25B9C158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330">
            <a:extLst xmlns:a="http://schemas.openxmlformats.org/drawingml/2006/main">
              <a:ext uri="{FF2B5EF4-FFF2-40B4-BE49-F238E27FC236}">
                <a16:creationId xmlns:a16="http://schemas.microsoft.com/office/drawing/2014/main" id="{E2441A02-9A31-4FFC-80D3-33B5D7C4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31">
            <a:extLst xmlns:a="http://schemas.openxmlformats.org/drawingml/2006/main">
              <a:ext uri="{FF2B5EF4-FFF2-40B4-BE49-F238E27FC236}">
                <a16:creationId xmlns:a16="http://schemas.microsoft.com/office/drawing/2014/main" id="{183BE8E5-C3A0-48DF-B6BD-C2AA4554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32">
            <a:extLst xmlns:a="http://schemas.openxmlformats.org/drawingml/2006/main">
              <a:ext uri="{FF2B5EF4-FFF2-40B4-BE49-F238E27FC236}">
                <a16:creationId xmlns:a16="http://schemas.microsoft.com/office/drawing/2014/main" id="{029EBE28-9421-418C-A8D9-F463274B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33">
            <a:extLst xmlns:a="http://schemas.openxmlformats.org/drawingml/2006/main">
              <a:ext uri="{FF2B5EF4-FFF2-40B4-BE49-F238E27FC236}">
                <a16:creationId xmlns:a16="http://schemas.microsoft.com/office/drawing/2014/main" id="{7241848E-11F9-4564-BF97-034680BC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transformed_queries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변환 질문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mode·role·top_k</a:t>
            </a:r>
          </a:p>
        </p:txBody>
      </p:sp>
      <p:sp>
        <p:nvSpPr>
          <p:cNvPr id="13" name="v2-334">
            <a:extLst xmlns:a="http://schemas.openxmlformats.org/drawingml/2006/main">
              <a:ext uri="{FF2B5EF4-FFF2-40B4-BE49-F238E27FC236}">
                <a16:creationId xmlns:a16="http://schemas.microsoft.com/office/drawing/2014/main" id="{EA380B23-BAAA-458C-8379-F1CFF3C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변환 질문을 하나씩 같은 모드로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질문별 결과를 같은 순서로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실패 그룹은 빈 목록과 경고로 남김</a:t>
            </a:r>
          </a:p>
        </p:txBody>
      </p:sp>
      <p:sp>
        <p:nvSpPr>
          <p:cNvPr id="14" name="v2-335">
            <a:extLst xmlns:a="http://schemas.openxmlformats.org/drawingml/2006/main">
              <a:ext uri="{FF2B5EF4-FFF2-40B4-BE49-F238E27FC236}">
                <a16:creationId xmlns:a16="http://schemas.microsoft.com/office/drawing/2014/main" id="{5B5FED56-2557-459A-8C19-A097008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hit_groups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질문별 후보 묶음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warnings</a:t>
            </a:r>
          </a:p>
        </p:txBody>
      </p:sp>
      <p:sp>
        <p:nvSpPr>
          <p:cNvPr id="15" name="v2-336">
            <a:extLst xmlns:a="http://schemas.openxmlformats.org/drawingml/2006/main">
              <a:ext uri="{FF2B5EF4-FFF2-40B4-BE49-F238E27FC236}">
                <a16:creationId xmlns:a16="http://schemas.microsoft.com/office/drawing/2014/main" id="{00B9A7D1-4273-46E2-A288-101124D9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vector·hybrid는 merge_queries  /  리랭크 모드는 사전 RRF 없이 rerank</a:t>
            </a:r>
          </a:p>
        </p:txBody>
      </p:sp>
      <p:sp>
        <p:nvSpPr>
          <p:cNvPr id="16" name="v2-497">
            <a:extLst xmlns:a="http://schemas.openxmlformats.org/drawingml/2006/main">
              <a:ext uri="{FF2B5EF4-FFF2-40B4-BE49-F238E27FC236}">
                <a16:creationId xmlns:a16="http://schemas.microsoft.com/office/drawing/2014/main" id="{E074C267-D98E-448D-A51A-630B4626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37">
            <a:extLst xmlns:a="http://schemas.openxmlformats.org/drawingml/2006/main">
              <a:ext uri="{FF2B5EF4-FFF2-40B4-BE49-F238E27FC236}">
                <a16:creationId xmlns:a16="http://schemas.microsoft.com/office/drawing/2014/main" id="{8B232C34-4137-45D3-BB58-10989FEE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38">
            <a:extLst xmlns:a="http://schemas.openxmlformats.org/drawingml/2006/main">
              <a:ext uri="{FF2B5EF4-FFF2-40B4-BE49-F238E27FC236}">
                <a16:creationId xmlns:a16="http://schemas.microsoft.com/office/drawing/2014/main" id="{3ECB1F7F-47AC-4369-9206-7B8C454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39">
            <a:extLst xmlns:a="http://schemas.openxmlformats.org/drawingml/2006/main">
              <a:ext uri="{FF2B5EF4-FFF2-40B4-BE49-F238E27FC236}">
                <a16:creationId xmlns:a16="http://schemas.microsoft.com/office/drawing/2014/main" id="{5B22BBE3-EF92-4DD9-BFD7-A4906953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변환 질문 검색 실행 코드</a:t>
            </a:r>
          </a:p>
        </p:txBody>
      </p:sp>
      <p:sp>
        <p:nvSpPr>
          <p:cNvPr id="4" name="v2-340">
            <a:extLst xmlns:a="http://schemas.openxmlformats.org/drawingml/2006/main">
              <a:ext uri="{FF2B5EF4-FFF2-40B4-BE49-F238E27FC236}">
                <a16:creationId xmlns:a16="http://schemas.microsoft.com/office/drawing/2014/main" id="{28A4F216-4F6A-46D5-BC30-2E469374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질문을 순서대로 검색하고, 질문별 결과와 실패 경고를 반환</a:t>
            </a:r>
          </a:p>
        </p:txBody>
      </p:sp>
      <p:sp>
        <p:nvSpPr>
          <p:cNvPr id="5" name="v2-341">
            <a:extLst xmlns:a="http://schemas.openxmlformats.org/drawingml/2006/main">
              <a:ext uri="{FF2B5EF4-FFF2-40B4-BE49-F238E27FC236}">
                <a16:creationId xmlns:a16="http://schemas.microsoft.com/office/drawing/2014/main" id="{BE5769AE-845F-4E3E-ABD9-1E16F446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42">
            <a:extLst xmlns:a="http://schemas.openxmlformats.org/drawingml/2006/main">
              <a:ext uri="{FF2B5EF4-FFF2-40B4-BE49-F238E27FC236}">
                <a16:creationId xmlns:a16="http://schemas.microsoft.com/office/drawing/2014/main" id="{63C8BFA4-B8EB-4869-BC2D-1D2A3711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343">
            <a:extLst xmlns:a="http://schemas.openxmlformats.org/drawingml/2006/main">
              <a:ext uri="{FF2B5EF4-FFF2-40B4-BE49-F238E27FC236}">
                <a16:creationId xmlns:a16="http://schemas.microsoft.com/office/drawing/2014/main" id="{B516F691-1EA7-481A-887D-D84E16EB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44">
            <a:extLst xmlns:a="http://schemas.openxmlformats.org/drawingml/2006/main">
              <a:ext uri="{FF2B5EF4-FFF2-40B4-BE49-F238E27FC236}">
                <a16:creationId xmlns:a16="http://schemas.microsoft.com/office/drawing/2014/main" id="{4B5035F0-3627-4BD8-8BCC-1CA8147F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_run_search_transformed(self, state: RetrieverState, **_kwargs: Any) -&gt; dict[str, Any]: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groups, warnings = [], []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query in state.get("transformed_queries", []):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try: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groups.append(self._search_one(query, state))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except Exception as error: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groups.append([])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warnings.append(f"변환 질의 검색 실패: {type(error).__name__}")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{"transformed_hit_groups": groups, "warnings": warnings}</a:t>
            </a:r>
          </a:p>
        </p:txBody>
      </p:sp>
      <p:sp>
        <p:nvSpPr>
          <p:cNvPr id="9" name="v2-345">
            <a:extLst xmlns:a="http://schemas.openxmlformats.org/drawingml/2006/main">
              <a:ext uri="{FF2B5EF4-FFF2-40B4-BE49-F238E27FC236}">
                <a16:creationId xmlns:a16="http://schemas.microsoft.com/office/drawing/2014/main" id="{1458B142-C4CC-4093-8FB8-EDBDC855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실패한 질문은 빈 목록으로 위치 유지  /  warnings에 예외 종류 기록  /  단일 질문 검색은 다음 페이지</a:t>
            </a:r>
          </a:p>
        </p:txBody>
      </p:sp>
      <p:sp>
        <p:nvSpPr>
          <p:cNvPr id="10" name="v2-498">
            <a:extLst xmlns:a="http://schemas.openxmlformats.org/drawingml/2006/main">
              <a:ext uri="{FF2B5EF4-FFF2-40B4-BE49-F238E27FC236}">
                <a16:creationId xmlns:a16="http://schemas.microsoft.com/office/drawing/2014/main" id="{89F752CA-E54A-4BA3-B282-3001DDEE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46">
            <a:extLst xmlns:a="http://schemas.openxmlformats.org/drawingml/2006/main">
              <a:ext uri="{FF2B5EF4-FFF2-40B4-BE49-F238E27FC236}">
                <a16:creationId xmlns:a16="http://schemas.microsoft.com/office/drawing/2014/main" id="{93E5B136-8734-4CA1-BAA9-BAE0C688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47">
            <a:extLst xmlns:a="http://schemas.openxmlformats.org/drawingml/2006/main">
              <a:ext uri="{FF2B5EF4-FFF2-40B4-BE49-F238E27FC236}">
                <a16:creationId xmlns:a16="http://schemas.microsoft.com/office/drawing/2014/main" id="{3D1894D5-B616-4A1D-B5D5-9F1899AC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48">
            <a:extLst xmlns:a="http://schemas.openxmlformats.org/drawingml/2006/main">
              <a:ext uri="{FF2B5EF4-FFF2-40B4-BE49-F238E27FC236}">
                <a16:creationId xmlns:a16="http://schemas.microsoft.com/office/drawing/2014/main" id="{BA32DA8C-B61D-4A7E-9D6F-C5DE8E5A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현재 구현의 검색 분기</a:t>
            </a:r>
          </a:p>
        </p:txBody>
      </p:sp>
      <p:sp>
        <p:nvSpPr>
          <p:cNvPr id="4" name="v2-349">
            <a:extLst xmlns:a="http://schemas.openxmlformats.org/drawingml/2006/main">
              <a:ext uri="{FF2B5EF4-FFF2-40B4-BE49-F238E27FC236}">
                <a16:creationId xmlns:a16="http://schemas.microsoft.com/office/drawing/2014/main" id="{3C82F0C9-F2DA-4467-95F1-C52FF0EB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소스의 _search_one 핵심 코드</a:t>
            </a:r>
          </a:p>
        </p:txBody>
      </p:sp>
      <p:sp>
        <p:nvSpPr>
          <p:cNvPr id="5" name="v2-350">
            <a:extLst xmlns:a="http://schemas.openxmlformats.org/drawingml/2006/main">
              <a:ext uri="{FF2B5EF4-FFF2-40B4-BE49-F238E27FC236}">
                <a16:creationId xmlns:a16="http://schemas.microsoft.com/office/drawing/2014/main" id="{4C397F4D-66CF-47AC-91DE-3BF102E9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51">
            <a:extLst xmlns:a="http://schemas.openxmlformats.org/drawingml/2006/main">
              <a:ext uri="{FF2B5EF4-FFF2-40B4-BE49-F238E27FC236}">
                <a16:creationId xmlns:a16="http://schemas.microsoft.com/office/drawing/2014/main" id="{C5104887-0E9E-409F-9227-733894A5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352">
            <a:extLst xmlns:a="http://schemas.openxmlformats.org/drawingml/2006/main">
              <a:ext uri="{FF2B5EF4-FFF2-40B4-BE49-F238E27FC236}">
                <a16:creationId xmlns:a16="http://schemas.microsoft.com/office/drawing/2014/main" id="{11BD4470-5B32-49E6-B505-0C5771F3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53">
            <a:extLst xmlns:a="http://schemas.openxmlformats.org/drawingml/2006/main">
              <a:ext uri="{FF2B5EF4-FFF2-40B4-BE49-F238E27FC236}">
                <a16:creationId xmlns:a16="http://schemas.microsoft.com/office/drawing/2014/main" id="{CD9531BB-7052-49EA-A9B2-396AD40B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sizes = self._candidate_sizes(state)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 = self._search_vector(query, state["role"], sizes.raw_k)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_uses_vector_only(state["mode"]):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vector_hits[: sizes.fused_k]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self._fuse(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vector_hits,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self.bm25.keyword_search(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query,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allowed_access_levels=allowed_levels(state["role"]),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k=sizes.raw_k,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state["role"],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sizes.fused_k,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354">
            <a:extLst xmlns:a="http://schemas.openxmlformats.org/drawingml/2006/main">
              <a:ext uri="{FF2B5EF4-FFF2-40B4-BE49-F238E27FC236}">
                <a16:creationId xmlns:a16="http://schemas.microsoft.com/office/drawing/2014/main" id="{A790AA0A-699A-4779-A484-EC8BFE4D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_uses_vector_only는 vector와 vector_rerank를 모두 포함</a:t>
            </a:r>
          </a:p>
        </p:txBody>
      </p:sp>
      <p:sp>
        <p:nvSpPr>
          <p:cNvPr id="10" name="v2-499">
            <a:extLst xmlns:a="http://schemas.openxmlformats.org/drawingml/2006/main">
              <a:ext uri="{FF2B5EF4-FFF2-40B4-BE49-F238E27FC236}">
                <a16:creationId xmlns:a16="http://schemas.microsoft.com/office/drawing/2014/main" id="{CC16641D-790A-4DE8-86E9-38918F8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55">
            <a:extLst xmlns:a="http://schemas.openxmlformats.org/drawingml/2006/main">
              <a:ext uri="{FF2B5EF4-FFF2-40B4-BE49-F238E27FC236}">
                <a16:creationId xmlns:a16="http://schemas.microsoft.com/office/drawing/2014/main" id="{10D4986C-EA7A-4949-A82A-FEA00721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56">
            <a:extLst xmlns:a="http://schemas.openxmlformats.org/drawingml/2006/main">
              <a:ext uri="{FF2B5EF4-FFF2-40B4-BE49-F238E27FC236}">
                <a16:creationId xmlns:a16="http://schemas.microsoft.com/office/drawing/2014/main" id="{F562E400-4419-4DD2-92E4-1B3AA47B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57">
            <a:extLst xmlns:a="http://schemas.openxmlformats.org/drawingml/2006/main">
              <a:ext uri="{FF2B5EF4-FFF2-40B4-BE49-F238E27FC236}">
                <a16:creationId xmlns:a16="http://schemas.microsoft.com/office/drawing/2014/main" id="{1AC9E304-790D-49ED-AAFD-87617762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merge_queries  :  가중 RRF 순위 병합</a:t>
            </a:r>
          </a:p>
        </p:txBody>
      </p:sp>
      <p:sp>
        <p:nvSpPr>
          <p:cNvPr id="4" name="v2-358">
            <a:extLst xmlns:a="http://schemas.openxmlformats.org/drawingml/2006/main">
              <a:ext uri="{FF2B5EF4-FFF2-40B4-BE49-F238E27FC236}">
                <a16:creationId xmlns:a16="http://schemas.microsoft.com/office/drawing/2014/main" id="{89542A83-5CB5-423C-B94D-66C98126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질문별 후보 목록을 chunk_id로 묶고 그룹 가중치와 순위를 누적</a:t>
            </a:r>
          </a:p>
        </p:txBody>
      </p:sp>
      <p:sp>
        <p:nvSpPr>
          <p:cNvPr id="5" name="v2-359">
            <a:extLst xmlns:a="http://schemas.openxmlformats.org/drawingml/2006/main">
              <a:ext uri="{FF2B5EF4-FFF2-40B4-BE49-F238E27FC236}">
                <a16:creationId xmlns:a16="http://schemas.microsoft.com/office/drawing/2014/main" id="{EB79933C-4464-4BEF-9C85-99398AD6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60">
            <a:extLst xmlns:a="http://schemas.openxmlformats.org/drawingml/2006/main">
              <a:ext uri="{FF2B5EF4-FFF2-40B4-BE49-F238E27FC236}">
                <a16:creationId xmlns:a16="http://schemas.microsoft.com/office/drawing/2014/main" id="{F6754660-6EB8-4E80-AC65-FDB733EA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retriever/app/domain/query_transform.py</a:t>
            </a:r>
          </a:p>
        </p:txBody>
      </p:sp>
      <p:sp>
        <p:nvSpPr>
          <p:cNvPr id="7" name="v2-361">
            <a:extLst xmlns:a="http://schemas.openxmlformats.org/drawingml/2006/main">
              <a:ext uri="{FF2B5EF4-FFF2-40B4-BE49-F238E27FC236}">
                <a16:creationId xmlns:a16="http://schemas.microsoft.com/office/drawing/2014/main" id="{65372EB5-4304-438B-93C9-E6ED0E5E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62">
            <a:extLst xmlns:a="http://schemas.openxmlformats.org/drawingml/2006/main">
              <a:ext uri="{FF2B5EF4-FFF2-40B4-BE49-F238E27FC236}">
                <a16:creationId xmlns:a16="http://schemas.microsoft.com/office/drawing/2014/main" id="{FE4DF39D-009C-4F18-8366-DCF760C7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merged: dict[str, dict[str, Any]] = {}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label, hits, weight in ranked_lists: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if weight &lt;= 0: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raise ValueError("RRF 가중치는 양수여야 함")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position, hit in enumerate(hits, start=1):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item = merged.setdefault(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hit.chunk_id,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{"hit": hit, "rrf_score": 0.0, "source_ranks": {}},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item["rrf_score"] += weight / (rrf_k + position)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item["source_ranks"][label] = position</a:t>
            </a:r>
          </a:p>
        </p:txBody>
      </p:sp>
      <p:sp>
        <p:nvSpPr>
          <p:cNvPr id="9" name="v2-363">
            <a:extLst xmlns:a="http://schemas.openxmlformats.org/drawingml/2006/main">
              <a:ext uri="{FF2B5EF4-FFF2-40B4-BE49-F238E27FC236}">
                <a16:creationId xmlns:a16="http://schemas.microsoft.com/office/drawing/2014/main" id="{E6C95209-C7A0-4134-BBC9-AB63CC06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rrf_k=60  /  일반 변환: 원 질문 0.5, 변환 질문 전체 0.5  /  다음: 검색 완료</a:t>
            </a:r>
          </a:p>
        </p:txBody>
      </p:sp>
      <p:sp>
        <p:nvSpPr>
          <p:cNvPr id="10" name="v2-500">
            <a:extLst xmlns:a="http://schemas.openxmlformats.org/drawingml/2006/main">
              <a:ext uri="{FF2B5EF4-FFF2-40B4-BE49-F238E27FC236}">
                <a16:creationId xmlns:a16="http://schemas.microsoft.com/office/drawing/2014/main" id="{E22D12BD-F08F-4668-ADD0-63C58FFA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64">
            <a:extLst xmlns:a="http://schemas.openxmlformats.org/drawingml/2006/main">
              <a:ext uri="{FF2B5EF4-FFF2-40B4-BE49-F238E27FC236}">
                <a16:creationId xmlns:a16="http://schemas.microsoft.com/office/drawing/2014/main" id="{59055966-9434-4E2C-9C3A-F1EFC276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65">
            <a:extLst xmlns:a="http://schemas.openxmlformats.org/drawingml/2006/main">
              <a:ext uri="{FF2B5EF4-FFF2-40B4-BE49-F238E27FC236}">
                <a16:creationId xmlns:a16="http://schemas.microsoft.com/office/drawing/2014/main" id="{1A19D0DA-D460-4F15-ACCC-2A4F14EF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66">
            <a:extLst xmlns:a="http://schemas.openxmlformats.org/drawingml/2006/main">
              <a:ext uri="{FF2B5EF4-FFF2-40B4-BE49-F238E27FC236}">
                <a16:creationId xmlns:a16="http://schemas.microsoft.com/office/drawing/2014/main" id="{39E0D114-6BCB-4CF1-BE6F-B1E74894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merge_queries  :  분해 질문 후보의 우선 배치</a:t>
            </a:r>
          </a:p>
        </p:txBody>
      </p:sp>
      <p:sp>
        <p:nvSpPr>
          <p:cNvPr id="4" name="v2-367">
            <a:extLst xmlns:a="http://schemas.openxmlformats.org/drawingml/2006/main">
              <a:ext uri="{FF2B5EF4-FFF2-40B4-BE49-F238E27FC236}">
                <a16:creationId xmlns:a16="http://schemas.microsoft.com/office/drawing/2014/main" id="{CE4E0B56-100F-4571-A8E7-D83216D3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하위 질문별 Top-1을 중복 제거해 먼저 놓고, 나머지를 RRF 순서로 채움</a:t>
            </a:r>
          </a:p>
        </p:txBody>
      </p:sp>
      <p:sp>
        <p:nvSpPr>
          <p:cNvPr id="5" name="v2-368">
            <a:extLst xmlns:a="http://schemas.openxmlformats.org/drawingml/2006/main">
              <a:ext uri="{FF2B5EF4-FFF2-40B4-BE49-F238E27FC236}">
                <a16:creationId xmlns:a16="http://schemas.microsoft.com/office/drawing/2014/main" id="{93EF8A7B-DD10-49D2-8577-EDEF2BE6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69">
            <a:extLst xmlns:a="http://schemas.openxmlformats.org/drawingml/2006/main">
              <a:ext uri="{FF2B5EF4-FFF2-40B4-BE49-F238E27FC236}">
                <a16:creationId xmlns:a16="http://schemas.microsoft.com/office/drawing/2014/main" id="{2AB5A834-4017-4210-AD17-4BC6C09F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retriever/app/domain/query_transform.py</a:t>
            </a:r>
          </a:p>
        </p:txBody>
      </p:sp>
      <p:sp>
        <p:nvSpPr>
          <p:cNvPr id="7" name="v2-370">
            <a:extLst xmlns:a="http://schemas.openxmlformats.org/drawingml/2006/main">
              <a:ext uri="{FF2B5EF4-FFF2-40B4-BE49-F238E27FC236}">
                <a16:creationId xmlns:a16="http://schemas.microsoft.com/office/drawing/2014/main" id="{9963118E-8640-4850-BB19-E879E3B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 질문 + 하위 질문 그룹</a:t>
            </a:r>
          </a:p>
        </p:txBody>
      </p:sp>
      <p:sp>
        <p:nvSpPr>
          <p:cNvPr id="8" name="v2-371">
            <a:extLst xmlns:a="http://schemas.openxmlformats.org/drawingml/2006/main">
              <a:ext uri="{FF2B5EF4-FFF2-40B4-BE49-F238E27FC236}">
                <a16:creationId xmlns:a16="http://schemas.microsoft.com/office/drawing/2014/main" id="{5A228D1C-C26C-4288-8BEF-37896F36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가중 RRF 계산</a:t>
            </a:r>
          </a:p>
        </p:txBody>
      </p:sp>
      <p:sp>
        <p:nvSpPr>
          <p:cNvPr id="9" name="v2-372">
            <a:extLst xmlns:a="http://schemas.openxmlformats.org/drawingml/2006/main">
              <a:ext uri="{FF2B5EF4-FFF2-40B4-BE49-F238E27FC236}">
                <a16:creationId xmlns:a16="http://schemas.microsoft.com/office/drawing/2014/main" id="{BA465C55-83DF-49CA-98B5-227D652B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하위 Top-1 우선 배치</a:t>
            </a:r>
          </a:p>
        </p:txBody>
      </p:sp>
      <p:sp>
        <p:nvSpPr>
          <p:cNvPr id="10" name="v2-373">
            <a:extLst xmlns:a="http://schemas.openxmlformats.org/drawingml/2006/main">
              <a:ext uri="{FF2B5EF4-FFF2-40B4-BE49-F238E27FC236}">
                <a16:creationId xmlns:a16="http://schemas.microsoft.com/office/drawing/2014/main" id="{E69B45F0-1E46-4733-A11B-6B1484A2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나머지 순위 채우기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3200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3200400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3200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44" name=""/>
          <p:cNvGraphicFramePr/>
          <p:nvPr/>
        </p:nvGraphicFramePr>
        <p:xfrm>
          <a:off xmlns:a="http://schemas.openxmlformats.org/drawingml/2006/main" x="685800" y="4476750"/>
          <a:ext xmlns:a="http://schemas.openxmlformats.org/drawingml/2006/main" cx="13258800" cy="19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476500"/>
                <a:gridCol w="2571750"/>
                <a:gridCol w="4876800"/>
              </a:tblGrid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기법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가중치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질문 전체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결합 방식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 변환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RRF 순위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decomposition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각 하위 Top-1 우선 배치 후 RRF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5" name="v2-374">
            <a:extLst xmlns:a="http://schemas.openxmlformats.org/drawingml/2006/main">
              <a:ext uri="{FF2B5EF4-FFF2-40B4-BE49-F238E27FC236}">
                <a16:creationId xmlns:a16="http://schemas.microsoft.com/office/drawing/2014/main" id="{7BD9FB40-8327-486E-9775-DA89D538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마지막에 top_k로 절단. 모든 하위 질문의 결과가 최종 목록에 남는다는 보장은 없음</a:t>
            </a:r>
          </a:p>
        </p:txBody>
      </p:sp>
      <p:sp>
        <p:nvSpPr>
          <p:cNvPr id="16" name="v2-501">
            <a:extLst xmlns:a="http://schemas.openxmlformats.org/drawingml/2006/main">
              <a:ext uri="{FF2B5EF4-FFF2-40B4-BE49-F238E27FC236}">
                <a16:creationId xmlns:a16="http://schemas.microsoft.com/office/drawing/2014/main" id="{4A9E758A-0027-4084-8D06-BE8E66F9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75">
            <a:extLst xmlns:a="http://schemas.openxmlformats.org/drawingml/2006/main">
              <a:ext uri="{FF2B5EF4-FFF2-40B4-BE49-F238E27FC236}">
                <a16:creationId xmlns:a16="http://schemas.microsoft.com/office/drawing/2014/main" id="{03E03220-B400-4209-BFB6-9E752C09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76">
            <a:extLst xmlns:a="http://schemas.openxmlformats.org/drawingml/2006/main">
              <a:ext uri="{FF2B5EF4-FFF2-40B4-BE49-F238E27FC236}">
                <a16:creationId xmlns:a16="http://schemas.microsoft.com/office/drawing/2014/main" id="{EB2D2833-A0AF-4ABE-8204-BA16629A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77">
            <a:extLst xmlns:a="http://schemas.openxmlformats.org/drawingml/2006/main">
              <a:ext uri="{FF2B5EF4-FFF2-40B4-BE49-F238E27FC236}">
                <a16:creationId xmlns:a16="http://schemas.microsoft.com/office/drawing/2014/main" id="{CAAF6A54-4C1F-480A-8AF1-0083CB96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질문별 후보 재평가</a:t>
            </a:r>
          </a:p>
        </p:txBody>
      </p:sp>
      <p:sp>
        <p:nvSpPr>
          <p:cNvPr id="4" name="v2-378">
            <a:extLst xmlns:a="http://schemas.openxmlformats.org/drawingml/2006/main">
              <a:ext uri="{FF2B5EF4-FFF2-40B4-BE49-F238E27FC236}">
                <a16:creationId xmlns:a16="http://schemas.microsoft.com/office/drawing/2014/main" id="{69CB9A63-88F1-4FE7-9A65-FC2557FC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Cross-Encoder가 질문과 후보 본문을 함께 읽어 관련성을 다시 평가</a:t>
            </a:r>
          </a:p>
        </p:txBody>
      </p:sp>
      <p:sp>
        <p:nvSpPr>
          <p:cNvPr id="5" name="v2-379">
            <a:extLst xmlns:a="http://schemas.openxmlformats.org/drawingml/2006/main">
              <a:ext uri="{FF2B5EF4-FFF2-40B4-BE49-F238E27FC236}">
                <a16:creationId xmlns:a16="http://schemas.microsoft.com/office/drawing/2014/main" id="{6F26FDCB-25EF-4146-A719-716B5FF0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80">
            <a:extLst xmlns:a="http://schemas.openxmlformats.org/drawingml/2006/main">
              <a:ext uri="{FF2B5EF4-FFF2-40B4-BE49-F238E27FC236}">
                <a16:creationId xmlns:a16="http://schemas.microsoft.com/office/drawing/2014/main" id="{940DE7DF-694F-4BB1-A0DB-0D8979A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381">
            <a:extLst xmlns:a="http://schemas.openxmlformats.org/drawingml/2006/main">
              <a:ext uri="{FF2B5EF4-FFF2-40B4-BE49-F238E27FC236}">
                <a16:creationId xmlns:a16="http://schemas.microsoft.com/office/drawing/2014/main" id="{BBDA4E6D-46A5-4CBC-BC61-1CE96665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82">
            <a:extLst xmlns:a="http://schemas.openxmlformats.org/drawingml/2006/main">
              <a:ext uri="{FF2B5EF4-FFF2-40B4-BE49-F238E27FC236}">
                <a16:creationId xmlns:a16="http://schemas.microsoft.com/office/drawing/2014/main" id="{036509F6-2DAA-4C7A-A2D7-1AA37657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83">
            <a:extLst xmlns:a="http://schemas.openxmlformats.org/drawingml/2006/main">
              <a:ext uri="{FF2B5EF4-FFF2-40B4-BE49-F238E27FC236}">
                <a16:creationId xmlns:a16="http://schemas.microsoft.com/office/drawing/2014/main" id="{BD3E9098-6A10-48D6-8477-C4CF8BE2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84">
            <a:extLst xmlns:a="http://schemas.openxmlformats.org/drawingml/2006/main">
              <a:ext uri="{FF2B5EF4-FFF2-40B4-BE49-F238E27FC236}">
                <a16:creationId xmlns:a16="http://schemas.microsoft.com/office/drawing/2014/main" id="{FE6AC9C9-5B2D-4872-A5E4-242269BA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baseline_hits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hit_groups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변환 질문별 후보</a:t>
            </a:r>
          </a:p>
        </p:txBody>
      </p:sp>
      <p:sp>
        <p:nvSpPr>
          <p:cNvPr id="13" name="v2-385">
            <a:extLst xmlns:a="http://schemas.openxmlformats.org/drawingml/2006/main">
              <a:ext uri="{FF2B5EF4-FFF2-40B4-BE49-F238E27FC236}">
                <a16:creationId xmlns:a16="http://schemas.microsoft.com/office/drawing/2014/main" id="{5943FFBA-7130-4603-9F89-E64B482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각 후보 그룹을 해당 질문으로 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그룹 내부 순위를 새로 정렬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변환 기법별 결합 규칙으로 최종 선택</a:t>
            </a:r>
          </a:p>
        </p:txBody>
      </p:sp>
      <p:sp>
        <p:nvSpPr>
          <p:cNvPr id="14" name="v2-386">
            <a:extLst xmlns:a="http://schemas.openxmlformats.org/drawingml/2006/main">
              <a:ext uri="{FF2B5EF4-FFF2-40B4-BE49-F238E27FC236}">
                <a16:creationId xmlns:a16="http://schemas.microsoft.com/office/drawing/2014/main" id="{2D9FD7A5-EFA6-44AA-8B0E-A99B5B28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최종 상위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rerank 점수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경고·실패 정보</a:t>
            </a:r>
          </a:p>
        </p:txBody>
      </p:sp>
      <p:sp>
        <p:nvSpPr>
          <p:cNvPr id="15" name="v2-387">
            <a:extLst xmlns:a="http://schemas.openxmlformats.org/drawingml/2006/main">
              <a:ext uri="{FF2B5EF4-FFF2-40B4-BE49-F238E27FC236}">
                <a16:creationId xmlns:a16="http://schemas.microsoft.com/office/drawing/2014/main" id="{FA3CDA81-611B-4F87-BFF5-728BE9C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일반 변환: 재정렬 후 RRF  /  decomposition: 하위 최고점 중심 결합  /  실패 시 원 결과 또는 RRF</a:t>
            </a:r>
          </a:p>
        </p:txBody>
      </p:sp>
      <p:sp>
        <p:nvSpPr>
          <p:cNvPr id="16" name="v2-502">
            <a:extLst xmlns:a="http://schemas.openxmlformats.org/drawingml/2006/main">
              <a:ext uri="{FF2B5EF4-FFF2-40B4-BE49-F238E27FC236}">
                <a16:creationId xmlns:a16="http://schemas.microsoft.com/office/drawing/2014/main" id="{DFA19CBB-7B7D-49B0-84B8-B399EB36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88">
            <a:extLst xmlns:a="http://schemas.openxmlformats.org/drawingml/2006/main">
              <a:ext uri="{FF2B5EF4-FFF2-40B4-BE49-F238E27FC236}">
                <a16:creationId xmlns:a16="http://schemas.microsoft.com/office/drawing/2014/main" id="{3C2B8A56-9E09-4288-8199-C0676D66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89">
            <a:extLst xmlns:a="http://schemas.openxmlformats.org/drawingml/2006/main">
              <a:ext uri="{FF2B5EF4-FFF2-40B4-BE49-F238E27FC236}">
                <a16:creationId xmlns:a16="http://schemas.microsoft.com/office/drawing/2014/main" id="{03F8DE8A-6D5A-4CF8-AA0C-139B79D9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90">
            <a:extLst xmlns:a="http://schemas.openxmlformats.org/drawingml/2006/main">
              <a:ext uri="{FF2B5EF4-FFF2-40B4-BE49-F238E27FC236}">
                <a16:creationId xmlns:a16="http://schemas.microsoft.com/office/drawing/2014/main" id="{6769734D-3D7A-4130-AF1E-93782096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Cross-Encoder 호출 코드</a:t>
            </a:r>
          </a:p>
        </p:txBody>
      </p:sp>
      <p:sp>
        <p:nvSpPr>
          <p:cNvPr id="4" name="v2-391">
            <a:extLst xmlns:a="http://schemas.openxmlformats.org/drawingml/2006/main">
              <a:ext uri="{FF2B5EF4-FFF2-40B4-BE49-F238E27FC236}">
                <a16:creationId xmlns:a16="http://schemas.microsoft.com/office/drawing/2014/main" id="{ED79C32B-E84A-481D-A9E5-348530BD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모델 생성 부분과 질문·본문 쌍의 predict 호출 부분 발췌</a:t>
            </a:r>
          </a:p>
        </p:txBody>
      </p:sp>
      <p:sp>
        <p:nvSpPr>
          <p:cNvPr id="5" name="v2-392">
            <a:extLst xmlns:a="http://schemas.openxmlformats.org/drawingml/2006/main">
              <a:ext uri="{FF2B5EF4-FFF2-40B4-BE49-F238E27FC236}">
                <a16:creationId xmlns:a16="http://schemas.microsoft.com/office/drawing/2014/main" id="{2A91C6A0-8404-4361-B515-0451B1AE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93">
            <a:extLst xmlns:a="http://schemas.openxmlformats.org/drawingml/2006/main">
              <a:ext uri="{FF2B5EF4-FFF2-40B4-BE49-F238E27FC236}">
                <a16:creationId xmlns:a16="http://schemas.microsoft.com/office/drawing/2014/main" id="{4AC84513-4134-4738-AECB-8C149DF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retriever/app/infrastructure/reranker.py</a:t>
            </a:r>
          </a:p>
        </p:txBody>
      </p:sp>
      <p:sp>
        <p:nvSpPr>
          <p:cNvPr id="7" name="v2-394">
            <a:extLst xmlns:a="http://schemas.openxmlformats.org/drawingml/2006/main">
              <a:ext uri="{FF2B5EF4-FFF2-40B4-BE49-F238E27FC236}">
                <a16:creationId xmlns:a16="http://schemas.microsoft.com/office/drawing/2014/main" id="{4A2EF197-D379-4F60-96A9-EC7064E3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95">
            <a:extLst xmlns:a="http://schemas.openxmlformats.org/drawingml/2006/main">
              <a:ext uri="{FF2B5EF4-FFF2-40B4-BE49-F238E27FC236}">
                <a16:creationId xmlns:a16="http://schemas.microsoft.com/office/drawing/2014/main" id="{C161A36C-868B-4311-99EC-47885633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self._model = CrossEncoder(self.model_name, max_length=self.max_length)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raw = model.predict(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[(query, text) for text in texts],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activation_fn=torch.nn.Sigmoid(),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show_progress_bar=False,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396">
            <a:extLst xmlns:a="http://schemas.openxmlformats.org/drawingml/2006/main">
              <a:ext uri="{FF2B5EF4-FFF2-40B4-BE49-F238E27FC236}">
                <a16:creationId xmlns:a16="http://schemas.microsoft.com/office/drawing/2014/main" id="{2A846AE0-1333-406C-9E8B-3B5FCBA9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질문과 각 후보 본문을 한 쌍으로 평가  /  일반 변환은 서로 다른 그룹의 원점수를 직접 합산하지 않음</a:t>
            </a:r>
          </a:p>
        </p:txBody>
      </p:sp>
      <p:sp>
        <p:nvSpPr>
          <p:cNvPr id="10" name="v2-503">
            <a:extLst xmlns:a="http://schemas.openxmlformats.org/drawingml/2006/main">
              <a:ext uri="{FF2B5EF4-FFF2-40B4-BE49-F238E27FC236}">
                <a16:creationId xmlns:a16="http://schemas.microsoft.com/office/drawing/2014/main" id="{6711D3E2-E487-437B-995F-CF98DA3B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397">
            <a:extLst xmlns:a="http://schemas.openxmlformats.org/drawingml/2006/main">
              <a:ext uri="{FF2B5EF4-FFF2-40B4-BE49-F238E27FC236}">
                <a16:creationId xmlns:a16="http://schemas.microsoft.com/office/drawing/2014/main" id="{6E1A1FAC-7F67-4AB5-8F62-2FC9ACEB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98">
            <a:extLst xmlns:a="http://schemas.openxmlformats.org/drawingml/2006/main">
              <a:ext uri="{FF2B5EF4-FFF2-40B4-BE49-F238E27FC236}">
                <a16:creationId xmlns:a16="http://schemas.microsoft.com/office/drawing/2014/main" id="{32FEBD2F-D83E-4B21-9A7A-74D53FC1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99">
            <a:extLst xmlns:a="http://schemas.openxmlformats.org/drawingml/2006/main">
              <a:ext uri="{FF2B5EF4-FFF2-40B4-BE49-F238E27FC236}">
                <a16:creationId xmlns:a16="http://schemas.microsoft.com/office/drawing/2014/main" id="{7A9750FB-1B42-4A0B-B2C6-7E127D8D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decomposition 점수 결합</a:t>
            </a:r>
          </a:p>
        </p:txBody>
      </p:sp>
      <p:sp>
        <p:nvSpPr>
          <p:cNvPr id="4" name="v2-400">
            <a:extLst xmlns:a="http://schemas.openxmlformats.org/drawingml/2006/main">
              <a:ext uri="{FF2B5EF4-FFF2-40B4-BE49-F238E27FC236}">
                <a16:creationId xmlns:a16="http://schemas.microsoft.com/office/drawing/2014/main" id="{43CCBBC0-A853-4ECA-8462-9AEF8BBC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각 하위 질문 Top-3를 후보 풀에 포함하고 중복 청크는 최고 점수 사용</a:t>
            </a:r>
          </a:p>
        </p:txBody>
      </p:sp>
      <p:sp>
        <p:nvSpPr>
          <p:cNvPr id="5" name="v2-401">
            <a:extLst xmlns:a="http://schemas.openxmlformats.org/drawingml/2006/main">
              <a:ext uri="{FF2B5EF4-FFF2-40B4-BE49-F238E27FC236}">
                <a16:creationId xmlns:a16="http://schemas.microsoft.com/office/drawing/2014/main" id="{3549B661-F732-42AD-8F69-ED495DA3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02">
            <a:extLst xmlns:a="http://schemas.openxmlformats.org/drawingml/2006/main">
              <a:ext uri="{FF2B5EF4-FFF2-40B4-BE49-F238E27FC236}">
                <a16:creationId xmlns:a16="http://schemas.microsoft.com/office/drawing/2014/main" id="{A4CAC632-CBD7-4ABB-888A-317A4C6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retriever/app/domain/query_transform.py</a:t>
            </a:r>
          </a:p>
        </p:txBody>
      </p:sp>
      <p:sp>
        <p:nvSpPr>
          <p:cNvPr id="7" name="v2-403">
            <a:extLst xmlns:a="http://schemas.openxmlformats.org/drawingml/2006/main">
              <a:ext uri="{FF2B5EF4-FFF2-40B4-BE49-F238E27FC236}">
                <a16:creationId xmlns:a16="http://schemas.microsoft.com/office/drawing/2014/main" id="{60441C39-A7E0-4122-A533-F667EDE5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934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하위 질문별 Top-3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중복 청크의 최고 점수</a:t>
            </a:r>
          </a:p>
        </p:txBody>
      </p:sp>
      <p:sp>
        <p:nvSpPr>
          <p:cNvPr id="8" name="v2-404">
            <a:extLst xmlns:a="http://schemas.openxmlformats.org/drawingml/2006/main">
              <a:ext uri="{FF2B5EF4-FFF2-40B4-BE49-F238E27FC236}">
                <a16:creationId xmlns:a16="http://schemas.microsoft.com/office/drawing/2014/main" id="{A97EE6AF-93EF-4E98-ABDD-755C38DA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71750"/>
            <a:ext cx="5934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 질문으로 평가한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같은 청크의 점수</a:t>
            </a:r>
          </a:p>
        </p:txBody>
      </p:sp>
      <p:sp>
        <p:nvSpPr>
          <p:cNvPr id="9" name="v2-405">
            <a:extLst xmlns:a="http://schemas.openxmlformats.org/drawingml/2006/main">
              <a:ext uri="{FF2B5EF4-FFF2-40B4-BE49-F238E27FC236}">
                <a16:creationId xmlns:a16="http://schemas.microsoft.com/office/drawing/2014/main" id="{FB529962-CB64-4B03-A642-CCFE88F7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32588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= 하위 질문 최고점 × 0.9 + 원 질문 점수 × 0.1</a:t>
            </a:r>
          </a:p>
        </p:txBody>
      </p:sp>
      <p:cxnSp>
        <p:nvCxnSpPr>
          <p:cNvPr id="35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652838" y="3695700"/>
            <a:ext cx="3662363" cy="942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7315200" y="3695700"/>
            <a:ext cx="3662363" cy="942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406">
            <a:extLst xmlns:a="http://schemas.openxmlformats.org/drawingml/2006/main">
              <a:ext uri="{FF2B5EF4-FFF2-40B4-BE49-F238E27FC236}">
                <a16:creationId xmlns:a16="http://schemas.microsoft.com/office/drawing/2014/main" id="{7B0C18DF-CF3A-49F1-B58C-520EFB1E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325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예시: 하위 최고 0.90, 원 질문 0.80인 청크의 최종 점수는 0.89</a:t>
            </a:r>
          </a:p>
        </p:txBody>
      </p:sp>
      <p:sp>
        <p:nvSpPr>
          <p:cNvPr id="13" name="v2-407">
            <a:extLst xmlns:a="http://schemas.openxmlformats.org/drawingml/2006/main">
              <a:ext uri="{FF2B5EF4-FFF2-40B4-BE49-F238E27FC236}">
                <a16:creationId xmlns:a16="http://schemas.microsoft.com/office/drawing/2014/main" id="{3C9E7356-BC92-4A0D-9F50-053966BF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병합 점수 상위 top_k만 최종 선택. 모든 하위 Top-3가 최종 결과에 남는 것은 아님</a:t>
            </a:r>
          </a:p>
        </p:txBody>
      </p:sp>
      <p:sp>
        <p:nvSpPr>
          <p:cNvPr id="14" name="v2-504">
            <a:extLst xmlns:a="http://schemas.openxmlformats.org/drawingml/2006/main">
              <a:ext uri="{FF2B5EF4-FFF2-40B4-BE49-F238E27FC236}">
                <a16:creationId xmlns:a16="http://schemas.microsoft.com/office/drawing/2014/main" id="{0CC9226D-80D0-4641-A818-5D97CA99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5-18">
            <a:extLst xmlns:a="http://schemas.openxmlformats.org/drawingml/2006/main">
              <a:ext uri="{FF2B5EF4-FFF2-40B4-BE49-F238E27FC236}">
                <a16:creationId xmlns:a16="http://schemas.microsoft.com/office/drawing/2014/main" id="{84627115-3BE0-4523-AE80-EACF9BA4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5-19">
            <a:extLst xmlns:a="http://schemas.openxmlformats.org/drawingml/2006/main">
              <a:ext uri="{FF2B5EF4-FFF2-40B4-BE49-F238E27FC236}">
                <a16:creationId xmlns:a16="http://schemas.microsoft.com/office/drawing/2014/main" id="{CB193356-FB81-41F3-8D8D-9C2208ED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5-20">
            <a:extLst xmlns:a="http://schemas.openxmlformats.org/drawingml/2006/main">
              <a:ext uri="{FF2B5EF4-FFF2-40B4-BE49-F238E27FC236}">
                <a16:creationId xmlns:a16="http://schemas.microsoft.com/office/drawing/2014/main" id="{4203FA55-EDC9-46CB-892B-AE5AF516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decomposition 계산 예시</a:t>
            </a:r>
          </a:p>
        </p:txBody>
      </p:sp>
      <p:sp>
        <p:nvSpPr>
          <p:cNvPr id="4" name="v5-21">
            <a:extLst xmlns:a="http://schemas.openxmlformats.org/drawingml/2006/main">
              <a:ext uri="{FF2B5EF4-FFF2-40B4-BE49-F238E27FC236}">
                <a16:creationId xmlns:a16="http://schemas.microsoft.com/office/drawing/2014/main" id="{F3184D6E-25E3-4335-93C6-D4150630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설명용 입력 점수로 계산. 하위 질문별 가중치 0.45를 더하는 방식이 아님</a:t>
            </a:r>
          </a:p>
        </p:txBody>
      </p:sp>
      <p:sp>
        <p:nvSpPr>
          <p:cNvPr id="5" name="v5-22">
            <a:extLst xmlns:a="http://schemas.openxmlformats.org/drawingml/2006/main">
              <a:ext uri="{FF2B5EF4-FFF2-40B4-BE49-F238E27FC236}">
                <a16:creationId xmlns:a16="http://schemas.microsoft.com/office/drawing/2014/main" id="{3E1EC1CB-0FFF-4E0B-82EB-C8851053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5-23">
            <a:extLst xmlns:a="http://schemas.openxmlformats.org/drawingml/2006/main">
              <a:ext uri="{FF2B5EF4-FFF2-40B4-BE49-F238E27FC236}">
                <a16:creationId xmlns:a16="http://schemas.microsoft.com/office/drawing/2014/main" id="{87D27808-FB34-4B28-B802-9017C145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200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retriever/app/domain/query_transform.py</a:t>
            </a:r>
          </a:p>
        </p:txBody>
      </p:sp>
      <p:sp>
        <p:nvSpPr>
          <p:cNvPr id="7" name="v5-24">
            <a:extLst xmlns:a="http://schemas.openxmlformats.org/drawingml/2006/main">
              <a:ext uri="{FF2B5EF4-FFF2-40B4-BE49-F238E27FC236}">
                <a16:creationId xmlns:a16="http://schemas.microsoft.com/office/drawing/2014/main" id="{BF199AE5-83A0-4A05-A14E-2E6F4D9B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009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  <p:sp>
        <p:nvSpPr>
          <p:cNvPr id="8" name="v5-25">
            <a:extLst xmlns:a="http://schemas.openxmlformats.org/drawingml/2006/main">
              <a:ext uri="{FF2B5EF4-FFF2-40B4-BE49-F238E27FC236}">
                <a16:creationId xmlns:a16="http://schemas.microsoft.com/office/drawing/2014/main" id="{CB9A613C-CF94-48D0-81C5-B1782624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32588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 질문: A 0.80, B 0.70     하위 1: B 0.95, C 0.90     하위 2: D 0.92, B 0.85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3495675"/>
          <a:ext xmlns:a="http://schemas.openxmlformats.org/drawingml/2006/main" cx="132588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81500"/>
                <a:gridCol w="2952750"/>
                <a:gridCol w="4210050"/>
              </a:tblGrid>
              <a:tr h="582930">
                <a:tc>
                  <a:txBody>
                    <a:bodyPr lIns="133350" tIns="57150" rIns="133350" bIns="571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청크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하위 질문 최고점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점수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0.9×하위 + 0.1×원 질문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82930"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max(0.95, 0.85) = 0.95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0.92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 → 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0.828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82930"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 →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0.080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0" name="v5-26">
            <a:extLst xmlns:a="http://schemas.openxmlformats.org/drawingml/2006/main">
              <a:ext uri="{FF2B5EF4-FFF2-40B4-BE49-F238E27FC236}">
                <a16:creationId xmlns:a16="http://schemas.microsoft.com/office/drawing/2014/main" id="{A5076512-37C3-41FE-A39C-66B50AA0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최종 Top-3: B → D → C. 원 질문에만 있는 A는 원 질문 점수 × 0.1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408">
            <a:extLst xmlns:a="http://schemas.openxmlformats.org/drawingml/2006/main">
              <a:ext uri="{FF2B5EF4-FFF2-40B4-BE49-F238E27FC236}">
                <a16:creationId xmlns:a16="http://schemas.microsoft.com/office/drawing/2014/main" id="{98A3E940-442D-4978-BC76-72A770EE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09">
            <a:extLst xmlns:a="http://schemas.openxmlformats.org/drawingml/2006/main">
              <a:ext uri="{FF2B5EF4-FFF2-40B4-BE49-F238E27FC236}">
                <a16:creationId xmlns:a16="http://schemas.microsoft.com/office/drawing/2014/main" id="{1A324774-7FB1-4DEB-A8D7-453F3C7E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10">
            <a:extLst xmlns:a="http://schemas.openxmlformats.org/drawingml/2006/main">
              <a:ext uri="{FF2B5EF4-FFF2-40B4-BE49-F238E27FC236}">
                <a16:creationId xmlns:a16="http://schemas.microsoft.com/office/drawing/2014/main" id="{857C8E12-8BE7-47F3-B6CF-4159C342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build_prompt  :  시스템·사용자 프롬프트 구성</a:t>
            </a:r>
          </a:p>
        </p:txBody>
      </p:sp>
      <p:sp>
        <p:nvSpPr>
          <p:cNvPr id="4" name="v2-411">
            <a:extLst xmlns:a="http://schemas.openxmlformats.org/drawingml/2006/main">
              <a:ext uri="{FF2B5EF4-FFF2-40B4-BE49-F238E27FC236}">
                <a16:creationId xmlns:a16="http://schemas.microsoft.com/office/drawing/2014/main" id="{C40A559B-B48D-4F28-BF4B-C8834586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질문·검색 근거·수정 지침을 답변 LLM의 입력으로 조립</a:t>
            </a:r>
          </a:p>
        </p:txBody>
      </p:sp>
      <p:sp>
        <p:nvSpPr>
          <p:cNvPr id="5" name="v2-412">
            <a:extLst xmlns:a="http://schemas.openxmlformats.org/drawingml/2006/main">
              <a:ext uri="{FF2B5EF4-FFF2-40B4-BE49-F238E27FC236}">
                <a16:creationId xmlns:a16="http://schemas.microsoft.com/office/drawing/2014/main" id="{7BBFCEEF-8F46-4DE3-8CBB-565FEB79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13">
            <a:extLst xmlns:a="http://schemas.openxmlformats.org/drawingml/2006/main">
              <a:ext uri="{FF2B5EF4-FFF2-40B4-BE49-F238E27FC236}">
                <a16:creationId xmlns:a16="http://schemas.microsoft.com/office/drawing/2014/main" id="{BFE3966E-B173-47CF-9234-BD7E9A68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414">
            <a:extLst xmlns:a="http://schemas.openxmlformats.org/drawingml/2006/main">
              <a:ext uri="{FF2B5EF4-FFF2-40B4-BE49-F238E27FC236}">
                <a16:creationId xmlns:a16="http://schemas.microsoft.com/office/drawing/2014/main" id="{C9A33FFF-0244-474D-90FD-7B0BA97A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query · hits · repair_hints</a:t>
            </a:r>
          </a:p>
        </p:txBody>
      </p:sp>
      <p:sp>
        <p:nvSpPr>
          <p:cNvPr id="8" name="v2-415">
            <a:extLst xmlns:a="http://schemas.openxmlformats.org/drawingml/2006/main">
              <a:ext uri="{FF2B5EF4-FFF2-40B4-BE49-F238E27FC236}">
                <a16:creationId xmlns:a16="http://schemas.microsoft.com/office/drawing/2014/main" id="{60AB88FE-4975-4775-AD5F-C666ECF3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_run_build_prompt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시스템 지시문 + 사용자 입력 조립</a:t>
            </a:r>
          </a:p>
        </p:txBody>
      </p:sp>
      <p:sp>
        <p:nvSpPr>
          <p:cNvPr id="9" name="v2-416">
            <a:extLst xmlns:a="http://schemas.openxmlformats.org/drawingml/2006/main">
              <a:ext uri="{FF2B5EF4-FFF2-40B4-BE49-F238E27FC236}">
                <a16:creationId xmlns:a16="http://schemas.microsoft.com/office/drawing/2014/main" id="{FA0DF9FB-DBA8-4863-B4B8-E0E8F97D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출력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system_prompt · user_prompt · prompt</a:t>
            </a:r>
          </a:p>
        </p:txBody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31194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31194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50" name=""/>
          <p:cNvGraphicFramePr/>
          <p:nvPr/>
        </p:nvGraphicFramePr>
        <p:xfrm>
          <a:off xmlns:a="http://schemas.openxmlformats.org/drawingml/2006/main" x="685800" y="4238625"/>
          <a:ext xmlns:a="http://schemas.openxmlformats.org/drawingml/2006/main" cx="13258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10163175"/>
              </a:tblGrid>
              <a:tr h="557213">
                <a:tc>
                  <a:txBody>
                    <a:bodyPr lIns="133350" tIns="38100" rIns="133350" bIns="381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반환 필드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57213"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system_prompt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8개 섹션의 고정 지시문</a:t>
                      </a:r>
                    </a:p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공식 기준과 개별 상담 사례를 구분하는 답변 규칙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user_prompt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검색결과목록·사용자질문·수정지침 XML</a:t>
                      </a:r>
                    </a:p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 escape 처리, 수정 지침의 중복 제거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57213"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prompt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기존 API·CLI 호환용 필드</a:t>
                      </a:r>
                    </a:p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user_prompt와 동일한 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417">
            <a:extLst xmlns:a="http://schemas.openxmlformats.org/drawingml/2006/main">
              <a:ext uri="{FF2B5EF4-FFF2-40B4-BE49-F238E27FC236}">
                <a16:creationId xmlns:a16="http://schemas.microsoft.com/office/drawing/2014/main" id="{3902FBFB-DA0C-45D0-89B2-1168EEB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답변 관문은 진입 전 _finalize_hits에서 판정. 이 노드에서는 LLM 호출 없음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prompt_only=True이면 END, 아니면 generate_answer. 검증 실패 시 수정 지침과 함께 재진입</a:t>
            </a:r>
          </a:p>
        </p:txBody>
      </p:sp>
      <p:sp>
        <p:nvSpPr>
          <p:cNvPr id="14" name="v2-505">
            <a:extLst xmlns:a="http://schemas.openxmlformats.org/drawingml/2006/main">
              <a:ext uri="{FF2B5EF4-FFF2-40B4-BE49-F238E27FC236}">
                <a16:creationId xmlns:a16="http://schemas.microsoft.com/office/drawing/2014/main" id="{0A45CF0A-CDDC-40B7-92D6-5FFF2157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18">
            <a:extLst xmlns:a="http://schemas.openxmlformats.org/drawingml/2006/main">
              <a:ext uri="{FF2B5EF4-FFF2-40B4-BE49-F238E27FC236}">
                <a16:creationId xmlns:a16="http://schemas.microsoft.com/office/drawing/2014/main" id="{A5704637-37EC-43BD-AA22-0EABE4D0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19">
            <a:extLst xmlns:a="http://schemas.openxmlformats.org/drawingml/2006/main">
              <a:ext uri="{FF2B5EF4-FFF2-40B4-BE49-F238E27FC236}">
                <a16:creationId xmlns:a16="http://schemas.microsoft.com/office/drawing/2014/main" id="{EF9B868C-D3BC-41B0-9526-7E538A1B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20">
            <a:extLst xmlns:a="http://schemas.openxmlformats.org/drawingml/2006/main">
              <a:ext uri="{FF2B5EF4-FFF2-40B4-BE49-F238E27FC236}">
                <a16:creationId xmlns:a16="http://schemas.microsoft.com/office/drawing/2014/main" id="{11F22E1A-343D-47BF-84BC-74EC387B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build_prompt  :  XML 근거 구성 코드</a:t>
            </a:r>
          </a:p>
        </p:txBody>
      </p:sp>
      <p:sp>
        <p:nvSpPr>
          <p:cNvPr id="4" name="v2-421">
            <a:extLst xmlns:a="http://schemas.openxmlformats.org/drawingml/2006/main">
              <a:ext uri="{FF2B5EF4-FFF2-40B4-BE49-F238E27FC236}">
                <a16:creationId xmlns:a16="http://schemas.microsoft.com/office/drawing/2014/main" id="{7CB6749B-BB2D-43AC-B1CF-4F40C53A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최종 hits를 1번부터 순서대로 XML 근거 블록에 넣음</a:t>
            </a:r>
          </a:p>
        </p:txBody>
      </p:sp>
      <p:sp>
        <p:nvSpPr>
          <p:cNvPr id="5" name="v2-422">
            <a:extLst xmlns:a="http://schemas.openxmlformats.org/drawingml/2006/main">
              <a:ext uri="{FF2B5EF4-FFF2-40B4-BE49-F238E27FC236}">
                <a16:creationId xmlns:a16="http://schemas.microsoft.com/office/drawing/2014/main" id="{8CDCF5AD-0799-4093-BFE9-7EEF7114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23">
            <a:extLst xmlns:a="http://schemas.openxmlformats.org/drawingml/2006/main">
              <a:ext uri="{FF2B5EF4-FFF2-40B4-BE49-F238E27FC236}">
                <a16:creationId xmlns:a16="http://schemas.microsoft.com/office/drawing/2014/main" id="{1ABD79A7-1A52-470A-8909-64B9A4B7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424">
            <a:extLst xmlns:a="http://schemas.openxmlformats.org/drawingml/2006/main">
              <a:ext uri="{FF2B5EF4-FFF2-40B4-BE49-F238E27FC236}">
                <a16:creationId xmlns:a16="http://schemas.microsoft.com/office/drawing/2014/main" id="{4FBDA75E-BE34-4A5E-B3DD-A5D29C5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25">
            <a:extLst xmlns:a="http://schemas.openxmlformats.org/drawingml/2006/main">
              <a:ext uri="{FF2B5EF4-FFF2-40B4-BE49-F238E27FC236}">
                <a16:creationId xmlns:a16="http://schemas.microsoft.com/office/drawing/2014/main" id="{E70B836B-EBE4-4A2E-A864-CC1AA976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blocks = []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index, hit in enumerate(state.get("hits", []), start=1):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blocks.append(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f'&lt;검색결과 순번="{index}"&gt;\n'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f"&lt;청크ID&gt;{escape(str(hit.chunk_id))}&lt;/청크ID&gt;\n"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f"&lt;문서유형&gt;{escape(str(hit.metadata.get('doc_type', 'unknown')))}&lt;/문서유형&gt;\n"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f"&lt;원본문서&gt;{escape(str(hit.source))}&lt;/원본문서&gt;\n"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f"&lt;위치&gt;{escape(str(hit.location))}&lt;/위치&gt;\n"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f"&lt;본문&gt;{escape(str(hit.text))}&lt;/본문&gt;\n"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"&lt;/검색결과&gt;"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evidence = "\n\n".join(blocks) or "해당 없음"</a:t>
            </a:r>
          </a:p>
        </p:txBody>
      </p:sp>
      <p:sp>
        <p:nvSpPr>
          <p:cNvPr id="9" name="v2-426">
            <a:extLst xmlns:a="http://schemas.openxmlformats.org/drawingml/2006/main">
              <a:ext uri="{FF2B5EF4-FFF2-40B4-BE49-F238E27FC236}">
                <a16:creationId xmlns:a16="http://schemas.microsoft.com/office/drawing/2014/main" id="{AD7B1276-DA9F-4A76-80C2-0C6FB4FF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escape는 XML 특수문자를 변환함. 근거가 없으면 "해당 없음". 사용자 입력 조립은 보충 55페이지</a:t>
            </a:r>
          </a:p>
        </p:txBody>
      </p:sp>
      <p:sp>
        <p:nvSpPr>
          <p:cNvPr id="10" name="v2-506">
            <a:extLst xmlns:a="http://schemas.openxmlformats.org/drawingml/2006/main">
              <a:ext uri="{FF2B5EF4-FFF2-40B4-BE49-F238E27FC236}">
                <a16:creationId xmlns:a16="http://schemas.microsoft.com/office/drawing/2014/main" id="{83662713-3119-4789-925C-DD99A514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v2-427">
            <a:extLst xmlns:a="http://schemas.openxmlformats.org/drawingml/2006/main">
              <a:ext uri="{FF2B5EF4-FFF2-40B4-BE49-F238E27FC236}">
                <a16:creationId xmlns:a16="http://schemas.microsoft.com/office/drawing/2014/main" id="{DE379BD8-9FFC-44D8-9C63-A49A425C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28">
            <a:extLst xmlns:a="http://schemas.openxmlformats.org/drawingml/2006/main">
              <a:ext uri="{FF2B5EF4-FFF2-40B4-BE49-F238E27FC236}">
                <a16:creationId xmlns:a16="http://schemas.microsoft.com/office/drawing/2014/main" id="{B9EEAAB2-2D33-463F-A29C-DB594173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29">
            <a:extLst xmlns:a="http://schemas.openxmlformats.org/drawingml/2006/main">
              <a:ext uri="{FF2B5EF4-FFF2-40B4-BE49-F238E27FC236}">
                <a16:creationId xmlns:a16="http://schemas.microsoft.com/office/drawing/2014/main" id="{6929865F-FE3A-4E47-8EA7-813B35A6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generate_answer  :  구조화 답변 생성</a:t>
            </a:r>
          </a:p>
        </p:txBody>
      </p:sp>
      <p:sp>
        <p:nvSpPr>
          <p:cNvPr id="4" name="v2-430">
            <a:extLst xmlns:a="http://schemas.openxmlformats.org/drawingml/2006/main">
              <a:ext uri="{FF2B5EF4-FFF2-40B4-BE49-F238E27FC236}">
                <a16:creationId xmlns:a16="http://schemas.microsoft.com/office/drawing/2014/main" id="{2A50A5B7-C20F-4C1E-9A0C-AA5EAD3D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아래는 LLM 어댑터 발췌. 노드는 raw_answer와 llm_calls를 반환</a:t>
            </a:r>
          </a:p>
        </p:txBody>
      </p:sp>
      <p:sp>
        <p:nvSpPr>
          <p:cNvPr id="5" name="v2-431">
            <a:extLst xmlns:a="http://schemas.openxmlformats.org/drawingml/2006/main">
              <a:ext uri="{FF2B5EF4-FFF2-40B4-BE49-F238E27FC236}">
                <a16:creationId xmlns:a16="http://schemas.microsoft.com/office/drawing/2014/main" id="{3944CB93-FAFA-4121-838D-60A1CD95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32">
            <a:extLst xmlns:a="http://schemas.openxmlformats.org/drawingml/2006/main">
              <a:ext uri="{FF2B5EF4-FFF2-40B4-BE49-F238E27FC236}">
                <a16:creationId xmlns:a16="http://schemas.microsoft.com/office/drawing/2014/main" id="{17F88D2F-8A93-4A97-BFCB-6963F752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retriever/app/infrastructure/llm_client.py (노드: application/graph.py)</a:t>
            </a:r>
          </a:p>
        </p:txBody>
      </p:sp>
      <p:sp>
        <p:nvSpPr>
          <p:cNvPr id="7" name="v2-433">
            <a:extLst xmlns:a="http://schemas.openxmlformats.org/drawingml/2006/main">
              <a:ext uri="{FF2B5EF4-FFF2-40B4-BE49-F238E27FC236}">
                <a16:creationId xmlns:a16="http://schemas.microsoft.com/office/drawing/2014/main" id="{93C48C2C-7412-4FAA-A1A0-14DBA5FC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입력: system_prompt + user_prompt + 남은 LLM 호출 예산</a:t>
            </a:r>
          </a:p>
        </p:txBody>
      </p:sp>
      <p:sp>
        <p:nvSpPr>
          <p:cNvPr id="8" name="v2-434">
            <a:extLst xmlns:a="http://schemas.openxmlformats.org/drawingml/2006/main">
              <a:ext uri="{FF2B5EF4-FFF2-40B4-BE49-F238E27FC236}">
                <a16:creationId xmlns:a16="http://schemas.microsoft.com/office/drawing/2014/main" id="{3250EFE3-F61C-4590-8C06-4470EA78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3258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9" name="v2-435">
            <a:extLst xmlns:a="http://schemas.openxmlformats.org/drawingml/2006/main">
              <a:ext uri="{FF2B5EF4-FFF2-40B4-BE49-F238E27FC236}">
                <a16:creationId xmlns:a16="http://schemas.microsoft.com/office/drawing/2014/main" id="{AB61A670-91C0-49A3-B184-9597A0F3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05225"/>
            <a:ext cx="12782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runnable = model.with_structured_output(schema, **kwargs)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output = runnable.invoke([("system", system), ("human", user)])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85800" y="5353050"/>
          <a:ext xmlns:a="http://schemas.openxmlformats.org/drawingml/2006/main" cx="132588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7543800"/>
              </a:tblGrid>
              <a:tr h="492125">
                <a:tc>
                  <a:txBody>
                    <a:bodyPr lIns="133350" tIns="57150" rIns="133350" bIns="571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raw_answer 내부 필드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conclusion / caution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결론 / 주의사항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evidence[{ref, quote}]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순번과 원문 인용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1" name="v2-436">
            <a:extLst xmlns:a="http://schemas.openxmlformats.org/drawingml/2006/main">
              <a:ext uri="{FF2B5EF4-FFF2-40B4-BE49-F238E27FC236}">
                <a16:creationId xmlns:a16="http://schemas.microsoft.com/office/drawing/2014/main" id="{1F51BBFD-03D3-4EF9-A20D-7D71CA3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580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user_prompt가 없으면 prompt로 대체. 실제 전송 시도 횟수를 llm_calls에 누적. 다음 verify_evidence</a:t>
            </a:r>
          </a:p>
        </p:txBody>
      </p:sp>
      <p:sp>
        <p:nvSpPr>
          <p:cNvPr id="12" name="v2-507">
            <a:extLst xmlns:a="http://schemas.openxmlformats.org/drawingml/2006/main">
              <a:ext uri="{FF2B5EF4-FFF2-40B4-BE49-F238E27FC236}">
                <a16:creationId xmlns:a16="http://schemas.microsoft.com/office/drawing/2014/main" id="{E386130E-7252-4B53-88E0-E89F97EE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437">
            <a:extLst xmlns:a="http://schemas.openxmlformats.org/drawingml/2006/main">
              <a:ext uri="{FF2B5EF4-FFF2-40B4-BE49-F238E27FC236}">
                <a16:creationId xmlns:a16="http://schemas.microsoft.com/office/drawing/2014/main" id="{956322BA-05FA-4274-9861-118AD480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38">
            <a:extLst xmlns:a="http://schemas.openxmlformats.org/drawingml/2006/main">
              <a:ext uri="{FF2B5EF4-FFF2-40B4-BE49-F238E27FC236}">
                <a16:creationId xmlns:a16="http://schemas.microsoft.com/office/drawing/2014/main" id="{3FD21DA8-4F41-4FBE-B1B1-321E6573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39">
            <a:extLst xmlns:a="http://schemas.openxmlformats.org/drawingml/2006/main">
              <a:ext uri="{FF2B5EF4-FFF2-40B4-BE49-F238E27FC236}">
                <a16:creationId xmlns:a16="http://schemas.microsoft.com/office/drawing/2014/main" id="{9B571448-E254-4CA5-A891-3F7BC908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답변 구조와 인용 검증</a:t>
            </a:r>
          </a:p>
        </p:txBody>
      </p:sp>
      <p:sp>
        <p:nvSpPr>
          <p:cNvPr id="4" name="v2-440">
            <a:extLst xmlns:a="http://schemas.openxmlformats.org/drawingml/2006/main">
              <a:ext uri="{FF2B5EF4-FFF2-40B4-BE49-F238E27FC236}">
                <a16:creationId xmlns:a16="http://schemas.microsoft.com/office/drawing/2014/main" id="{4C9C7FB6-8ADD-4FCA-8DF0-4F5ADAF3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그럴듯함을 판단하는 대신, 답변이 가리키는 인용이 검색 청크에 있는지 확인</a:t>
            </a:r>
          </a:p>
        </p:txBody>
      </p:sp>
      <p:sp>
        <p:nvSpPr>
          <p:cNvPr id="5" name="v2-441">
            <a:extLst xmlns:a="http://schemas.openxmlformats.org/drawingml/2006/main">
              <a:ext uri="{FF2B5EF4-FFF2-40B4-BE49-F238E27FC236}">
                <a16:creationId xmlns:a16="http://schemas.microsoft.com/office/drawing/2014/main" id="{04E6D83F-70D5-4BFD-9321-A05E9DEB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42">
            <a:extLst xmlns:a="http://schemas.openxmlformats.org/drawingml/2006/main">
              <a:ext uri="{FF2B5EF4-FFF2-40B4-BE49-F238E27FC236}">
                <a16:creationId xmlns:a16="http://schemas.microsoft.com/office/drawing/2014/main" id="{FDAB5F49-6A4D-44A3-B2CC-57762A6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retriever/app/domain/scoring.py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13258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7667625"/>
                <a:gridCol w="3209925"/>
              </a:tblGrid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오류 코드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정수이면서 검색 결과 1 ~ N 범위인지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INVALID_REF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quote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정규화한 인용이 청크 본문에 연속 포함되는지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QUOTE_NOT_FOUND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위치 문자열이 비어 있지 않은지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LOCATION_MISSING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구조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결론·주의사항·필요한 근거가 있는지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SCHEMA_ERROR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443">
            <a:extLst xmlns:a="http://schemas.openxmlformats.org/drawingml/2006/main">
              <a:ext uri="{FF2B5EF4-FFF2-40B4-BE49-F238E27FC236}">
                <a16:creationId xmlns:a16="http://schemas.microsoft.com/office/drawing/2014/main" id="{F0FF56C0-EBE0-44EC-948D-EBFA7910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 주의: 프롬프트는 빈 caution을 허용하지만 검증기는 SCHEMA_ERROR로 처리함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자동 검증은 형식·인용 확인이며, 답변 의미의 정확성은 별도 검토 필요</a:t>
            </a:r>
          </a:p>
        </p:txBody>
      </p:sp>
      <p:sp>
        <p:nvSpPr>
          <p:cNvPr id="9" name="v2-508">
            <a:extLst xmlns:a="http://schemas.openxmlformats.org/drawingml/2006/main">
              <a:ext uri="{FF2B5EF4-FFF2-40B4-BE49-F238E27FC236}">
                <a16:creationId xmlns:a16="http://schemas.microsoft.com/office/drawing/2014/main" id="{80829E9D-3AFD-4BC5-8BDC-68346A7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44">
            <a:extLst xmlns:a="http://schemas.openxmlformats.org/drawingml/2006/main">
              <a:ext uri="{FF2B5EF4-FFF2-40B4-BE49-F238E27FC236}">
                <a16:creationId xmlns:a16="http://schemas.microsoft.com/office/drawing/2014/main" id="{85038881-E2E0-453C-8959-0872484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45">
            <a:extLst xmlns:a="http://schemas.openxmlformats.org/drawingml/2006/main">
              <a:ext uri="{FF2B5EF4-FFF2-40B4-BE49-F238E27FC236}">
                <a16:creationId xmlns:a16="http://schemas.microsoft.com/office/drawing/2014/main" id="{3E4F5C87-745C-4FA3-92B9-56ECDCD6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46">
            <a:extLst xmlns:a="http://schemas.openxmlformats.org/drawingml/2006/main">
              <a:ext uri="{FF2B5EF4-FFF2-40B4-BE49-F238E27FC236}">
                <a16:creationId xmlns:a16="http://schemas.microsoft.com/office/drawing/2014/main" id="{60D76CD5-39A6-4D6B-ADE0-77399DA2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근거 대조 핵심 코드</a:t>
            </a:r>
          </a:p>
        </p:txBody>
      </p:sp>
      <p:sp>
        <p:nvSpPr>
          <p:cNvPr id="4" name="v2-447">
            <a:extLst xmlns:a="http://schemas.openxmlformats.org/drawingml/2006/main">
              <a:ext uri="{FF2B5EF4-FFF2-40B4-BE49-F238E27FC236}">
                <a16:creationId xmlns:a16="http://schemas.microsoft.com/office/drawing/2014/main" id="{64B14BB7-E0F1-4A82-8C0D-ED104CF7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build_answer()의 인용 대조와 최종 통과 조건 발췌</a:t>
            </a:r>
          </a:p>
        </p:txBody>
      </p:sp>
      <p:sp>
        <p:nvSpPr>
          <p:cNvPr id="5" name="v2-448">
            <a:extLst xmlns:a="http://schemas.openxmlformats.org/drawingml/2006/main">
              <a:ext uri="{FF2B5EF4-FFF2-40B4-BE49-F238E27FC236}">
                <a16:creationId xmlns:a16="http://schemas.microsoft.com/office/drawing/2014/main" id="{4F15FE33-CB40-4BC3-9A4F-4CE51942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49">
            <a:extLst xmlns:a="http://schemas.openxmlformats.org/drawingml/2006/main">
              <a:ext uri="{FF2B5EF4-FFF2-40B4-BE49-F238E27FC236}">
                <a16:creationId xmlns:a16="http://schemas.microsoft.com/office/drawing/2014/main" id="{57BF5ABC-6088-45F5-95BA-799B1F8C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retriever/app/domain/scoring.py</a:t>
            </a:r>
          </a:p>
        </p:txBody>
      </p:sp>
      <p:sp>
        <p:nvSpPr>
          <p:cNvPr id="7" name="v2-450">
            <a:extLst xmlns:a="http://schemas.openxmlformats.org/drawingml/2006/main">
              <a:ext uri="{FF2B5EF4-FFF2-40B4-BE49-F238E27FC236}">
                <a16:creationId xmlns:a16="http://schemas.microsoft.com/office/drawing/2014/main" id="{ADA281FF-0DBD-4C38-9913-E305FB02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51">
            <a:extLst xmlns:a="http://schemas.openxmlformats.org/drawingml/2006/main">
              <a:ext uri="{FF2B5EF4-FFF2-40B4-BE49-F238E27FC236}">
                <a16:creationId xmlns:a16="http://schemas.microsoft.com/office/drawing/2014/main" id="{8E672985-FDBF-4F0D-B9B8-FC1CA473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 = hits[ref - 1]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quote_ok = isinstance(quote, str) and verify_quote(quote, hit.text)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location_ok = bool(hit.location)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오류 목록이 모두 비었을 때만 자동 검증 통과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automatic_valid = not (schema_errors or invalid_refs or quote_failures or location_failures)</a:t>
            </a:r>
          </a:p>
        </p:txBody>
      </p:sp>
      <p:sp>
        <p:nvSpPr>
          <p:cNvPr id="9" name="v2-452">
            <a:extLst xmlns:a="http://schemas.openxmlformats.org/drawingml/2006/main">
              <a:ext uri="{FF2B5EF4-FFF2-40B4-BE49-F238E27FC236}">
                <a16:creationId xmlns:a16="http://schemas.microsoft.com/office/drawing/2014/main" id="{5C542401-4AD6-46EE-BA52-2A63E74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location_ok는 위치 정보의 존재 검사  /  원문 파일을 다시 열어 위치의 정확성까지 대조하지 않음</a:t>
            </a:r>
          </a:p>
        </p:txBody>
      </p:sp>
      <p:sp>
        <p:nvSpPr>
          <p:cNvPr id="10" name="v2-509">
            <a:extLst xmlns:a="http://schemas.openxmlformats.org/drawingml/2006/main">
              <a:ext uri="{FF2B5EF4-FFF2-40B4-BE49-F238E27FC236}">
                <a16:creationId xmlns:a16="http://schemas.microsoft.com/office/drawing/2014/main" id="{2F806E56-EF96-429F-A98C-B52411DA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2-453">
            <a:extLst xmlns:a="http://schemas.openxmlformats.org/drawingml/2006/main">
              <a:ext uri="{FF2B5EF4-FFF2-40B4-BE49-F238E27FC236}">
                <a16:creationId xmlns:a16="http://schemas.microsoft.com/office/drawing/2014/main" id="{58421D73-F889-4F3C-8414-E07CE75E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54">
            <a:extLst xmlns:a="http://schemas.openxmlformats.org/drawingml/2006/main">
              <a:ext uri="{FF2B5EF4-FFF2-40B4-BE49-F238E27FC236}">
                <a16:creationId xmlns:a16="http://schemas.microsoft.com/office/drawing/2014/main" id="{D118C975-0306-400D-937B-97CA04F2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55">
            <a:extLst xmlns:a="http://schemas.openxmlformats.org/drawingml/2006/main">
              <a:ext uri="{FF2B5EF4-FFF2-40B4-BE49-F238E27FC236}">
                <a16:creationId xmlns:a16="http://schemas.microsoft.com/office/drawing/2014/main" id="{94E7FD38-4548-4EEE-A75A-AE554A7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실패 수정과 종료 조건</a:t>
            </a:r>
          </a:p>
        </p:txBody>
      </p:sp>
      <p:sp>
        <p:nvSpPr>
          <p:cNvPr id="4" name="v2-456">
            <a:extLst xmlns:a="http://schemas.openxmlformats.org/drawingml/2006/main">
              <a:ext uri="{FF2B5EF4-FFF2-40B4-BE49-F238E27FC236}">
                <a16:creationId xmlns:a16="http://schemas.microsoft.com/office/drawing/2014/main" id="{4D3C75BE-A279-41C8-98CA-9EFD7056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오류별 수정 지침을 build_prompt에 전달하고 정해진 상한 안에서 재생성</a:t>
            </a:r>
          </a:p>
        </p:txBody>
      </p:sp>
      <p:sp>
        <p:nvSpPr>
          <p:cNvPr id="5" name="v2-457">
            <a:extLst xmlns:a="http://schemas.openxmlformats.org/drawingml/2006/main">
              <a:ext uri="{FF2B5EF4-FFF2-40B4-BE49-F238E27FC236}">
                <a16:creationId xmlns:a16="http://schemas.microsoft.com/office/drawing/2014/main" id="{9117CC44-E48F-431B-A41E-5FDD6FF0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58">
            <a:extLst xmlns:a="http://schemas.openxmlformats.org/drawingml/2006/main">
              <a:ext uri="{FF2B5EF4-FFF2-40B4-BE49-F238E27FC236}">
                <a16:creationId xmlns:a16="http://schemas.microsoft.com/office/drawing/2014/main" id="{798EBFAB-EADF-4344-B179-6B2CA0B5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459">
            <a:extLst xmlns:a="http://schemas.openxmlformats.org/drawingml/2006/main">
              <a:ext uri="{FF2B5EF4-FFF2-40B4-BE49-F238E27FC236}">
                <a16:creationId xmlns:a16="http://schemas.microsoft.com/office/drawing/2014/main" id="{6ED62060-7B93-490C-8A98-B2487D7C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324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generate_answer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답변 생성</a:t>
            </a:r>
          </a:p>
        </p:txBody>
      </p:sp>
      <p:sp>
        <p:nvSpPr>
          <p:cNvPr id="8" name="v2-460">
            <a:extLst xmlns:a="http://schemas.openxmlformats.org/drawingml/2006/main">
              <a:ext uri="{FF2B5EF4-FFF2-40B4-BE49-F238E27FC236}">
                <a16:creationId xmlns:a16="http://schemas.microsoft.com/office/drawing/2014/main" id="{36BC73F9-2A6D-45E0-96EC-BCE5998A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590800"/>
            <a:ext cx="35718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인용·구조 검사</a:t>
            </a:r>
          </a:p>
        </p:txBody>
      </p:sp>
      <p:sp>
        <p:nvSpPr>
          <p:cNvPr id="9" name="v2-461">
            <a:extLst xmlns:a="http://schemas.openxmlformats.org/drawingml/2006/main">
              <a:ext uri="{FF2B5EF4-FFF2-40B4-BE49-F238E27FC236}">
                <a16:creationId xmlns:a16="http://schemas.microsoft.com/office/drawing/2014/main" id="{4C07A3C1-3888-4E45-998F-7D39F07C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90800"/>
            <a:ext cx="3314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 통과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END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10025" y="31432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105900" y="31432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462">
            <a:extLst xmlns:a="http://schemas.openxmlformats.org/drawingml/2006/main">
              <a:ext uri="{FF2B5EF4-FFF2-40B4-BE49-F238E27FC236}">
                <a16:creationId xmlns:a16="http://schemas.microsoft.com/office/drawing/2014/main" id="{B3CC67B1-A6A3-4B64-9B1F-B4F9B25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43450"/>
            <a:ext cx="53625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rPr>
              <a:t>검증 실패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rPr>
              <a:t>build_prompt + repair_hints</a:t>
            </a:r>
          </a:p>
        </p:txBody>
      </p:sp>
      <p:cxnSp>
        <p:nvCxnSpPr>
          <p:cNvPr id="44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319963" y="36957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2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2347913" y="3695700"/>
            <a:ext cx="2290763" cy="1600200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5" name="v2-463">
            <a:extLst xmlns:a="http://schemas.openxmlformats.org/drawingml/2006/main">
              <a:ext uri="{FF2B5EF4-FFF2-40B4-BE49-F238E27FC236}">
                <a16:creationId xmlns:a16="http://schemas.microsoft.com/office/drawing/2014/main" id="{AF6970E8-D41F-4876-982F-CF4431D0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325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MAX_REPAIRS=2  /  API 기본 LLM 예산 총 2회  /  CLI 기본 총 8회</a:t>
            </a:r>
          </a:p>
        </p:txBody>
      </p:sp>
      <p:sp>
        <p:nvSpPr>
          <p:cNvPr id="16" name="v2-464">
            <a:extLst xmlns:a="http://schemas.openxmlformats.org/drawingml/2006/main">
              <a:ext uri="{FF2B5EF4-FFF2-40B4-BE49-F238E27FC236}">
                <a16:creationId xmlns:a16="http://schemas.microsoft.com/office/drawing/2014/main" id="{2C572CA5-80ED-496B-8F55-33951531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최초 생성 뒤 최대 2회 재생성. 질문 변환도 같은 호출 예산 사용. 예산이 먼저 끝나면 중단</a:t>
            </a:r>
          </a:p>
        </p:txBody>
      </p:sp>
      <p:sp>
        <p:nvSpPr>
          <p:cNvPr id="17" name="v2-510">
            <a:extLst xmlns:a="http://schemas.openxmlformats.org/drawingml/2006/main">
              <a:ext uri="{FF2B5EF4-FFF2-40B4-BE49-F238E27FC236}">
                <a16:creationId xmlns:a16="http://schemas.microsoft.com/office/drawing/2014/main" id="{B15ECA5F-CFA3-4536-8087-B1CFFC5B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5-27">
            <a:extLst xmlns:a="http://schemas.openxmlformats.org/drawingml/2006/main">
              <a:ext uri="{FF2B5EF4-FFF2-40B4-BE49-F238E27FC236}">
                <a16:creationId xmlns:a16="http://schemas.microsoft.com/office/drawing/2014/main" id="{741169C4-6747-4789-9D9D-43E9972A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5-28">
            <a:extLst xmlns:a="http://schemas.openxmlformats.org/drawingml/2006/main">
              <a:ext uri="{FF2B5EF4-FFF2-40B4-BE49-F238E27FC236}">
                <a16:creationId xmlns:a16="http://schemas.microsoft.com/office/drawing/2014/main" id="{1D3C862A-9364-4520-8F2F-E6841702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5-29">
            <a:extLst xmlns:a="http://schemas.openxmlformats.org/drawingml/2006/main">
              <a:ext uri="{FF2B5EF4-FFF2-40B4-BE49-F238E27FC236}">
                <a16:creationId xmlns:a16="http://schemas.microsoft.com/office/drawing/2014/main" id="{B132CD5E-667C-4F26-93C3-08A98E1B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노드에서 실행 코드까지</a:t>
            </a:r>
          </a:p>
        </p:txBody>
      </p:sp>
      <p:sp>
        <p:nvSpPr>
          <p:cNvPr id="4" name="v5-30">
            <a:extLst xmlns:a="http://schemas.openxmlformats.org/drawingml/2006/main">
              <a:ext uri="{FF2B5EF4-FFF2-40B4-BE49-F238E27FC236}">
                <a16:creationId xmlns:a16="http://schemas.microsoft.com/office/drawing/2014/main" id="{2A6B7FE4-7B71-4E5B-904B-F3BABB07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workflow의 이름을 찾은 뒤 등록 코드·래퍼·실행 함수 순서로 추적</a:t>
            </a:r>
          </a:p>
        </p:txBody>
      </p:sp>
      <p:sp>
        <p:nvSpPr>
          <p:cNvPr id="5" name="v5-31">
            <a:extLst xmlns:a="http://schemas.openxmlformats.org/drawingml/2006/main">
              <a:ext uri="{FF2B5EF4-FFF2-40B4-BE49-F238E27FC236}">
                <a16:creationId xmlns:a16="http://schemas.microsoft.com/office/drawing/2014/main" id="{B24A9CC9-334D-43BA-A006-0041440C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5-32">
            <a:extLst xmlns:a="http://schemas.openxmlformats.org/drawingml/2006/main">
              <a:ext uri="{FF2B5EF4-FFF2-40B4-BE49-F238E27FC236}">
                <a16:creationId xmlns:a16="http://schemas.microsoft.com/office/drawing/2014/main" id="{45548224-56AF-435D-850B-66117F27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200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5-33">
            <a:extLst xmlns:a="http://schemas.openxmlformats.org/drawingml/2006/main">
              <a:ext uri="{FF2B5EF4-FFF2-40B4-BE49-F238E27FC236}">
                <a16:creationId xmlns:a16="http://schemas.microsoft.com/office/drawing/2014/main" id="{E660E4EF-7FEA-42CB-9144-926B8178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009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53</a:t>
            </a:r>
          </a:p>
        </p:txBody>
      </p:sp>
      <p:sp>
        <p:nvSpPr>
          <p:cNvPr id="8" name="v5-34">
            <a:extLst xmlns:a="http://schemas.openxmlformats.org/drawingml/2006/main">
              <a:ext uri="{FF2B5EF4-FFF2-40B4-BE49-F238E27FC236}">
                <a16:creationId xmlns:a16="http://schemas.microsoft.com/office/drawing/2014/main" id="{41425DD1-8A28-44B0-8825-0A795BA9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그래프 노드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</a:t>
            </a:r>
          </a:p>
        </p:txBody>
      </p:sp>
      <p:sp>
        <p:nvSpPr>
          <p:cNvPr id="9" name="v5-35">
            <a:extLst xmlns:a="http://schemas.openxmlformats.org/drawingml/2006/main">
              <a:ext uri="{FF2B5EF4-FFF2-40B4-BE49-F238E27FC236}">
                <a16:creationId xmlns:a16="http://schemas.microsoft.com/office/drawing/2014/main" id="{5B1E144B-526D-4403-B913-5F48F9F8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81275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래퍼 함수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_search_transformed</a:t>
            </a:r>
          </a:p>
        </p:txBody>
      </p:sp>
      <p:sp>
        <p:nvSpPr>
          <p:cNvPr id="10" name="v5-36">
            <a:extLst xmlns:a="http://schemas.openxmlformats.org/drawingml/2006/main">
              <a:ext uri="{FF2B5EF4-FFF2-40B4-BE49-F238E27FC236}">
                <a16:creationId xmlns:a16="http://schemas.microsoft.com/office/drawing/2014/main" id="{D3489479-C68A-464D-8626-35663071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81275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실행 함수</a:t>
            </a:r>
          </a:p>
          <a:p xmlns:a="http://schemas.openxmlformats.org/drawingml/2006/main">
            <a:pPr algn="ctr">
              <a:defRPr sz="187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_run_search_transformed</a:t>
            </a:r>
          </a:p>
        </p:txBody>
      </p: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495800" y="305752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20200" y="305752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3" name="v5-37">
            <a:extLst xmlns:a="http://schemas.openxmlformats.org/drawingml/2006/main">
              <a:ext uri="{FF2B5EF4-FFF2-40B4-BE49-F238E27FC236}">
                <a16:creationId xmlns:a16="http://schemas.microsoft.com/office/drawing/2014/main" id="{2F78C143-75CE-44CD-AF52-814C23D6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그래프 등록 이름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다음 노드·분기 연결</a:t>
            </a:r>
          </a:p>
        </p:txBody>
      </p:sp>
      <p:sp>
        <p:nvSpPr>
          <p:cNvPr id="14" name="v5-38">
            <a:extLst xmlns:a="http://schemas.openxmlformats.org/drawingml/2006/main">
              <a:ext uri="{FF2B5EF4-FFF2-40B4-BE49-F238E27FC236}">
                <a16:creationId xmlns:a16="http://schemas.microsoft.com/office/drawing/2014/main" id="{F55D2E99-CE11-43C6-8101-0B0B4DC7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0525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공통 실행 경로 연결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_run_node → run_node</a:t>
            </a:r>
          </a:p>
        </p:txBody>
      </p:sp>
      <p:sp>
        <p:nvSpPr>
          <p:cNvPr id="15" name="v5-39">
            <a:extLst xmlns:a="http://schemas.openxmlformats.org/drawingml/2006/main">
              <a:ext uri="{FF2B5EF4-FFF2-40B4-BE49-F238E27FC236}">
                <a16:creationId xmlns:a16="http://schemas.microsoft.com/office/drawing/2014/main" id="{4478A9CB-4AF2-462D-818E-BAA84B6E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90525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질문별 _search_one 호출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실제 검색 결과를 반환</a:t>
            </a:r>
          </a:p>
        </p:txBody>
      </p:sp>
      <p:sp>
        <p:nvSpPr>
          <p:cNvPr id="16" name="v5-40">
            <a:extLst xmlns:a="http://schemas.openxmlformats.org/drawingml/2006/main">
              <a:ext uri="{FF2B5EF4-FFF2-40B4-BE49-F238E27FC236}">
                <a16:creationId xmlns:a16="http://schemas.microsoft.com/office/drawing/2014/main" id="{705CF5FE-22CC-4C0A-AE6F-7C5C6905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258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State = 노드들이 공유하는 작업 기록</a:t>
            </a:r>
          </a:p>
          <a:p xmlns:a="http://schemas.openxmlformats.org/drawingml/2006/main">
            <a:pPr algn="ctr">
              <a:defRPr sz="2100" b="1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{"transformed_hit_groups": groups, "warnings": warnings}</a:t>
            </a:r>
          </a:p>
        </p:txBody>
      </p:sp>
      <p:sp>
        <p:nvSpPr>
          <p:cNvPr id="17" name="v5-41">
            <a:extLst xmlns:a="http://schemas.openxmlformats.org/drawingml/2006/main">
              <a:ext uri="{FF2B5EF4-FFF2-40B4-BE49-F238E27FC236}">
                <a16:creationId xmlns:a16="http://schemas.microsoft.com/office/drawing/2014/main" id="{B928E01E-9ABC-489A-BEC8-DF172921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반환값은 State 변경분. 일반 필드는 교체하고 warnings 등 reducer 지정 필드는 누적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5-42">
            <a:extLst xmlns:a="http://schemas.openxmlformats.org/drawingml/2006/main">
              <a:ext uri="{FF2B5EF4-FFF2-40B4-BE49-F238E27FC236}">
                <a16:creationId xmlns:a16="http://schemas.microsoft.com/office/drawing/2014/main" id="{175E0AA4-C7C9-4B1A-9A40-C7D8B896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5-43">
            <a:extLst xmlns:a="http://schemas.openxmlformats.org/drawingml/2006/main">
              <a:ext uri="{FF2B5EF4-FFF2-40B4-BE49-F238E27FC236}">
                <a16:creationId xmlns:a16="http://schemas.microsoft.com/office/drawing/2014/main" id="{05F1BD94-2BCF-42E1-8B73-EA4B128E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5-44">
            <a:extLst xmlns:a="http://schemas.openxmlformats.org/drawingml/2006/main">
              <a:ext uri="{FF2B5EF4-FFF2-40B4-BE49-F238E27FC236}">
                <a16:creationId xmlns:a16="http://schemas.microsoft.com/office/drawing/2014/main" id="{A7F0FB56-3A3B-4172-BF4F-A092FAC8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assess_transform_gate  :  두 관문과 점수</a:t>
            </a:r>
          </a:p>
        </p:txBody>
      </p:sp>
      <p:sp>
        <p:nvSpPr>
          <p:cNvPr id="4" name="v5-45">
            <a:extLst xmlns:a="http://schemas.openxmlformats.org/drawingml/2006/main">
              <a:ext uri="{FF2B5EF4-FFF2-40B4-BE49-F238E27FC236}">
                <a16:creationId xmlns:a16="http://schemas.microsoft.com/office/drawing/2014/main" id="{EAC6DEB5-4715-4B38-AF19-F0D0A864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 변환을 검토할지와, 검색 근거로 답변을 시작할지는 다른 판단</a:t>
            </a:r>
          </a:p>
        </p:txBody>
      </p:sp>
      <p:sp>
        <p:nvSpPr>
          <p:cNvPr id="5" name="v5-46">
            <a:extLst xmlns:a="http://schemas.openxmlformats.org/drawingml/2006/main">
              <a:ext uri="{FF2B5EF4-FFF2-40B4-BE49-F238E27FC236}">
                <a16:creationId xmlns:a16="http://schemas.microsoft.com/office/drawing/2014/main" id="{8C3B5CC5-0765-4946-AA37-45A36487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5-47">
            <a:extLst xmlns:a="http://schemas.openxmlformats.org/drawingml/2006/main">
              <a:ext uri="{FF2B5EF4-FFF2-40B4-BE49-F238E27FC236}">
                <a16:creationId xmlns:a16="http://schemas.microsoft.com/office/drawing/2014/main" id="{5739CF22-B748-4700-B6BE-7C1C66F3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200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5-48">
            <a:extLst xmlns:a="http://schemas.openxmlformats.org/drawingml/2006/main">
              <a:ext uri="{FF2B5EF4-FFF2-40B4-BE49-F238E27FC236}">
                <a16:creationId xmlns:a16="http://schemas.microsoft.com/office/drawing/2014/main" id="{19EDB9CE-94DF-4F9B-BA2F-1E5069E3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009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54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524125"/>
          <a:ext xmlns:a="http://schemas.openxmlformats.org/drawingml/2006/main" cx="132588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438775"/>
                <a:gridCol w="5438775"/>
              </a:tblGrid>
              <a:tr h="765810">
                <a:tc>
                  <a:txBody>
                    <a:bodyPr lIns="133350" tIns="57150" rIns="133350" bIns="571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 변환 관문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진입 관문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65810"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 위치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assess_transform_gate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완료 처리의 _finalize_hits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비교 대상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최초 원 질문 검색의 첫 vector_score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hits[0]의 vector_score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65810"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 기준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0.86 이상이면 변환 검토 생략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0.62 미만·점수 없음·clarify이면 needs_check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적용 조건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transform=auto</a:t>
                      </a:r>
                    </a:p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off이면 변환 검토 생략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answer_enabled=True</a:t>
                      </a:r>
                    </a:p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전용은 답변 진입 생략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9" name="v5-49">
            <a:extLst xmlns:a="http://schemas.openxmlformats.org/drawingml/2006/main">
              <a:ext uri="{FF2B5EF4-FFF2-40B4-BE49-F238E27FC236}">
                <a16:creationId xmlns:a16="http://schemas.microsoft.com/office/drawing/2014/main" id="{D21B189B-12D7-410D-BE63-8FF4C653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86575"/>
            <a:ext cx="13258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vector_score는 융합·RRF·리랭크 점수와 구분. 0.86은 정답 확률 86%를 뜻하지 않음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5-50">
            <a:extLst xmlns:a="http://schemas.openxmlformats.org/drawingml/2006/main">
              <a:ext uri="{FF2B5EF4-FFF2-40B4-BE49-F238E27FC236}">
                <a16:creationId xmlns:a16="http://schemas.microsoft.com/office/drawing/2014/main" id="{2A3D83C0-73C5-47B2-A33B-FD2E96B9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5-51">
            <a:extLst xmlns:a="http://schemas.openxmlformats.org/drawingml/2006/main">
              <a:ext uri="{FF2B5EF4-FFF2-40B4-BE49-F238E27FC236}">
                <a16:creationId xmlns:a16="http://schemas.microsoft.com/office/drawing/2014/main" id="{6833DFA3-FAF1-41E8-850E-440E6302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5-52">
            <a:extLst xmlns:a="http://schemas.openxmlformats.org/drawingml/2006/main">
              <a:ext uri="{FF2B5EF4-FFF2-40B4-BE49-F238E27FC236}">
                <a16:creationId xmlns:a16="http://schemas.microsoft.com/office/drawing/2014/main" id="{365B1AA8-9453-44A7-BED2-749829BB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build_prompt  :  원 질문과 수정 지침</a:t>
            </a:r>
          </a:p>
        </p:txBody>
      </p:sp>
      <p:sp>
        <p:nvSpPr>
          <p:cNvPr id="4" name="v5-53">
            <a:extLst xmlns:a="http://schemas.openxmlformats.org/drawingml/2006/main">
              <a:ext uri="{FF2B5EF4-FFF2-40B4-BE49-F238E27FC236}">
                <a16:creationId xmlns:a16="http://schemas.microsoft.com/office/drawing/2014/main" id="{6796E285-1DFD-495D-90C3-8CCF6E70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근거 블록 뒤에 원 질문과 검증 오류의 수정 지침을 붙여 사용자 입력 구성</a:t>
            </a:r>
          </a:p>
        </p:txBody>
      </p:sp>
      <p:sp>
        <p:nvSpPr>
          <p:cNvPr id="5" name="v5-54">
            <a:extLst xmlns:a="http://schemas.openxmlformats.org/drawingml/2006/main">
              <a:ext uri="{FF2B5EF4-FFF2-40B4-BE49-F238E27FC236}">
                <a16:creationId xmlns:a16="http://schemas.microsoft.com/office/drawing/2014/main" id="{7BDC2B4C-F6AF-498E-89B3-4D7E45AB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5-55">
            <a:extLst xmlns:a="http://schemas.openxmlformats.org/drawingml/2006/main">
              <a:ext uri="{FF2B5EF4-FFF2-40B4-BE49-F238E27FC236}">
                <a16:creationId xmlns:a16="http://schemas.microsoft.com/office/drawing/2014/main" id="{0DF5D00B-0E83-4790-93EE-E1A460F1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200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5-56">
            <a:extLst xmlns:a="http://schemas.openxmlformats.org/drawingml/2006/main">
              <a:ext uri="{FF2B5EF4-FFF2-40B4-BE49-F238E27FC236}">
                <a16:creationId xmlns:a16="http://schemas.microsoft.com/office/drawing/2014/main" id="{FCF21956-90F1-4978-A4E8-377CB13D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009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55</a:t>
            </a:r>
          </a:p>
        </p:txBody>
      </p:sp>
      <p:sp>
        <p:nvSpPr>
          <p:cNvPr id="8" name="v5-57">
            <a:extLst xmlns:a="http://schemas.openxmlformats.org/drawingml/2006/main">
              <a:ext uri="{FF2B5EF4-FFF2-40B4-BE49-F238E27FC236}">
                <a16:creationId xmlns:a16="http://schemas.microsoft.com/office/drawing/2014/main" id="{11D2BDF9-51A9-45F8-986E-A1316993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9" name="v5-58">
            <a:extLst xmlns:a="http://schemas.openxmlformats.org/drawingml/2006/main">
              <a:ext uri="{FF2B5EF4-FFF2-40B4-BE49-F238E27FC236}">
                <a16:creationId xmlns:a16="http://schemas.microsoft.com/office/drawing/2014/main" id="{39948EF8-9455-422D-9C41-2DD3A6FF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unique_hints = dict.fromkeys(escape(str(item)) for item in state.get("repair_hints", []))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hints = "\n".join(unique_hints) or "해당 없음"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user_prompt = (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"[입력]\n"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"&lt;검색결과목록&gt;\n"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f"{evidence}\n"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"&lt;/검색결과목록&gt;\n\n"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"&lt;사용자질문&gt;\n"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f"{escape(str(state['query']))}\n"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"&lt;/사용자질문&gt;\n\n"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"&lt;수정지침&gt;\n"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f"{hints}\n"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"&lt;/수정지침&gt;"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10" name="v5-59">
            <a:extLst xmlns:a="http://schemas.openxmlformats.org/drawingml/2006/main">
              <a:ext uri="{FF2B5EF4-FFF2-40B4-BE49-F238E27FC236}">
                <a16:creationId xmlns:a16="http://schemas.microsoft.com/office/drawing/2014/main" id="{FEA884C2-05C2-4CA9-86AB-1DD77975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056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dict.fromkeys는 지침의 순서를 유지하며 중복 제거. query는 변환 질문이 아닌 사용자 원 질문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D34E17-5143-43BA-AC47-3DE55BCB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9848"/>
            <a:ext cx="1371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반복 작업은 AI에게, 사람은 판단에 집중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D791A18-5327-4624-A06D-DAAA52AE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1371600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CFB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C6B-3FBF-44F7-87A8-66A94EF1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335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반복 작업이 하루를 갉아먹습니다. AI에게 맡기고, 사람은 판단에 집중합니다.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AF3C236-F8CC-4225-98D5-CC5EAF2E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420624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10F6880-86EB-48E2-ADDF-E8D29A40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219456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041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E588E51-1591-4922-ACA6-84CCFA03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매일 반복되는 일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7ABD9F7-E859-4A2A-9409-D85E40B5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374904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긴 자료를 읽고 핵심만 추리기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회의 메모를 보고서 형식으로 정리하기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같은 형식의 문서를 매번 새로 작성하기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59C47E8-BC88-4557-BBE9-21E5C685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576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>
                <a:solidFill>
                  <a:srgbClr val="059669"/>
                </a:solidFill>
                <a:latin typeface="Pretendard"/>
                <a:ea typeface="Pretendard"/>
                <a:cs typeface="Pretendard"/>
              </a:rPr>
              <a:t>▶</a:t>
            </a:r>
            <a:endParaRPr sz="2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EBB013F-108C-4F64-BD74-CF621840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286000"/>
            <a:ext cx="393192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E8743EB-6C7F-4558-A025-0B54952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310896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B5A513-5258-4F4B-87D3-2B5FD983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3108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Claude Code에게 자연어로 요청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886B6F3-1BCC-4082-A738-65999C45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063240"/>
            <a:ext cx="347472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사람: "무엇을·왜"를 정함 (판단)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AI: "어떻게"를 빠르게 실행 (작업)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사람: 결과를 최종 확인·승인 (게이트)</a:t>
            </a:r>
            <a:endParaRPr sz="17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a4be379f3425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0" y="2286000"/>
            <a:ext cx="4572000" cy="3063240"/>
          </a:xfrm>
          <a:prstGeom xmlns:a="http://schemas.openxmlformats.org/drawingml/2006/main" prst="rect">
            <a:avLst/>
          </a:prstGeom>
        </p:spPr>
      </p:pic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3959AA8-E958-49B4-BAEF-4FB0573C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1371600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CFB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E444A22-F490-44AF-AA89-6936521D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0"/>
            <a:ext cx="13350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자동화의 목적은 "사람을 대체"가 아니라 "사람이 더 중요한 일에 집중"하게 만드는 것입니다.</a:t>
            </a:r>
            <a:endParaRPr sz="1700"/>
          </a:p>
        </p:txBody>
      </p:sp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927DD27-EE00-FA56-B1B8-04D32B263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WHY — 왜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업무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자동화인가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7B3F0FA-5E13-476B-B594-8E58463D6C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6099059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A27FD43-7E82-46B7-A89D-E88583BC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9848"/>
            <a:ext cx="1371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내 컴퓨터에서 일하는 AI 작업 도우미 (에이전틱 코딩 도구)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C6D7F79-BFEA-445E-BD2B-B0816126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371600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5E32643-E43A-423D-9F31-8B9AC63F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1325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6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공식 정의 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코드베이스를 읽고, 파일을 편집하고, 명령을 실행하며, 개발 도구와 통합되는 도구.</a:t>
            </a:r>
            <a:endParaRPr sz="1600"/>
          </a:p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600" b="1">
                <a:solidFill>
                  <a:srgbClr val="059669"/>
                </a:solidFill>
                <a:latin typeface="Pretendard"/>
                <a:ea typeface="Pretendard"/>
                <a:cs typeface="Pretendard"/>
              </a:rPr>
              <a:t>쉽게 말하면  →  </a:t>
            </a: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"내 폴더의 파일을 읽고 정리해 주는, 대화로 일 시키는 AI 비서"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8C5C747-3695-4962-AEF5-8F4311A5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585216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4826F7-93DE-4CCB-AE1A-50082BB4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5852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오늘 우리가 쓰는 것 — Claude Code 데스크톱 앱 (GUI)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132278C-56CC-4C53-8E30-6D741989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3716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903F12-D284-4124-93C0-88169672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13258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7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Claude 앱을 설치하고 상단의 "Code" 탭을 켜서 사용. 검은 명령창 없이 화면으로 클릭·입력하는 가장 친숙한 방식입니다.</a:t>
            </a:r>
            <a:endParaRPr sz="17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E20D512-1EDC-42C6-BE86-92E4778C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6766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3EBA934-B30E-45EC-9C27-17896EA3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59636E"/>
                </a:solidFill>
                <a:latin typeface="Pretendard"/>
                <a:ea typeface="Pretendard"/>
                <a:cs typeface="Pretendard"/>
              </a:rPr>
              <a:t>이런 것도 있어요 (나중에)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77C2279-CC9D-4979-BC03-FB46E447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3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터미널(명령창), VS Code 같은 편집기 안(IDE)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에서도 </a:t>
            </a:r>
            <a:endParaRPr sz="1600">
              <a:solidFill>
                <a:srgbClr val="505060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Claude Code를 쓸 수 있습니다. 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같은 엔진을 공유하므로, 오늘은 '데스크톱 앱' 하나만 익히면 충분합니다.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4BDB080-5C5B-4714-A630-6F2C9FAC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754880"/>
            <a:ext cx="6766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ED7D3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C1A280B-C387-45EB-BBC5-F59064F9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C0530A"/>
                </a:solidFill>
                <a:latin typeface="Pretendard"/>
                <a:ea typeface="Pretendard"/>
                <a:cs typeface="Pretendard"/>
              </a:rPr>
              <a:t>용어 — 데스크톱 앱이란?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D3437E8-DE72-4AD4-B2A5-3B6488E3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303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Anthropic이 제공하는 Claude 프로그램.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대화용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Chat ·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내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PC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의 격리된 가상 환경에서 수행되는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Cowork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·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내 PC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에서 직접 수행되는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Code 3개 탭으로 구성되며,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이 "Code" 탭이 곧 Claude Code입니다.</a:t>
            </a:r>
            <a:endParaRPr sz="1600"/>
          </a:p>
        </p:txBody>
      </p:sp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24A0624A-8E7C-17E9-B206-C136CA593A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Claude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Code란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? — HOW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90FFA5-F34D-47B7-9876-2DB225688D4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99535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860d1b27346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02037DB-E2B0-4ACA-9B66-CBAC0A74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2" y="2796740"/>
            <a:ext cx="13042821" cy="2126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700"/>
              </a:lnSpc>
              <a:buNone/>
            </a:pPr>
            <a:r>
              <a:rPr sz="13350">
                <a:solidFill>
                  <a:srgbClr val="1B1B27"/>
                </a:solidFill>
                <a:latin typeface="Chilgok Gwon Anja"/>
                <a:ea typeface="Chilgok Gwon Anja"/>
                <a:cs typeface="Chilgok Gwon Anja"/>
              </a:rPr>
              <a:t>Q&amp;A</a:t>
            </a:r>
            <a:endParaRPr sz="13350">
              <a:latin typeface="Chilgok Gwon Anja"/>
              <a:ea typeface="Chilgok Gwon Anja"/>
              <a:cs typeface="Chilgok Gwon Anja"/>
            </a:endParaRPr>
          </a:p>
        </p:txBody>
      </p:sp>
    </p:spTree>
    <p:extLst>
      <p:ext uri="{BB962C8B-B14F-4D97-AF65-F5344CB8AC3E}">
        <p14:creationId xmlns:p14="http://schemas.microsoft.com/office/powerpoint/2010/main" val="739755142"/>
      </p:ext>
    </p:extLst>
  </p:cSld>
</p:sld>
</file>

<file path=ppt/theme/theme1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2026-09-20T09:16:43.2490000Z</dcterms:created>
  <dcterms:modified xsi:type="dcterms:W3CDTF">2026-09-20T09:16:43.2490000Z</dcterms:modified>
</coreProperties>
</file>