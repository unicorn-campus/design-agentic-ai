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59e99c6574bb8" /><Relationship Type="http://schemas.openxmlformats.org/officeDocument/2006/relationships/extended-properties" Target="/docProps/app.xml" Id="R8052e9f6a4e7458b" /><Relationship Type="http://schemas.openxmlformats.org/officeDocument/2006/relationships/officeDocument" Target="/ppt/presentation.xml" Id="Ra6565dc992fc4c8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1122b9742e841fa"/>
    <p:sldMasterId xmlns:r="http://schemas.openxmlformats.org/officeDocument/2006/relationships" id="2147483653" r:id="R72b17e6be85c4f04"/>
    <p:sldMasterId xmlns:r="http://schemas.openxmlformats.org/officeDocument/2006/relationships" id="2147483656" r:id="Rcdaa3ee62e0e4e57"/>
    <p:sldMasterId xmlns:r="http://schemas.openxmlformats.org/officeDocument/2006/relationships" id="2147483658" r:id="Rc7bb18c843c2492c"/>
  </p:sldMasterIdLst>
  <p:notesMasterIdLst>
    <p:notesMasterId xmlns:r="http://schemas.openxmlformats.org/officeDocument/2006/relationships" r:id="Rf69e8885d7234a24"/>
  </p:notesMasterIdLst>
  <p:sldIdLst>
    <p:sldId xmlns:r="http://schemas.openxmlformats.org/officeDocument/2006/relationships" id="256" r:id="R73b36595e9ab4e8f"/>
    <p:sldId xmlns:r="http://schemas.openxmlformats.org/officeDocument/2006/relationships" id="257" r:id="Rd7487e46301944ac"/>
    <p:sldId xmlns:r="http://schemas.openxmlformats.org/officeDocument/2006/relationships" id="258" r:id="R016769400e8d480d"/>
    <p:sldId xmlns:r="http://schemas.openxmlformats.org/officeDocument/2006/relationships" id="259" r:id="Raa3ee18eeae345d4"/>
    <p:sldId xmlns:r="http://schemas.openxmlformats.org/officeDocument/2006/relationships" id="260" r:id="R2360382de4b34ed2"/>
    <p:sldId xmlns:r="http://schemas.openxmlformats.org/officeDocument/2006/relationships" id="261" r:id="Ra7301e95c9a04fa7"/>
    <p:sldId xmlns:r="http://schemas.openxmlformats.org/officeDocument/2006/relationships" id="262" r:id="R86d98ff086984f62"/>
    <p:sldId xmlns:r="http://schemas.openxmlformats.org/officeDocument/2006/relationships" id="263" r:id="Re017be4a823749f7"/>
    <p:sldId xmlns:r="http://schemas.openxmlformats.org/officeDocument/2006/relationships" id="264" r:id="Rd84d4ee19bfe4928"/>
    <p:sldId xmlns:r="http://schemas.openxmlformats.org/officeDocument/2006/relationships" id="265" r:id="R203cd92e74b44595"/>
    <p:sldId xmlns:r="http://schemas.openxmlformats.org/officeDocument/2006/relationships" id="266" r:id="R3de6b2aa05bc4052"/>
    <p:sldId xmlns:r="http://schemas.openxmlformats.org/officeDocument/2006/relationships" id="267" r:id="R0e392a26b6bc4a7c"/>
    <p:sldId xmlns:r="http://schemas.openxmlformats.org/officeDocument/2006/relationships" id="268" r:id="R19ddee51b1464608"/>
    <p:sldId xmlns:r="http://schemas.openxmlformats.org/officeDocument/2006/relationships" id="269" r:id="Rb81814397571443d"/>
    <p:sldId xmlns:r="http://schemas.openxmlformats.org/officeDocument/2006/relationships" id="270" r:id="R18de49b3022b464f"/>
    <p:sldId xmlns:r="http://schemas.openxmlformats.org/officeDocument/2006/relationships" id="271" r:id="R7c09351b67ce47b7"/>
    <p:sldId xmlns:r="http://schemas.openxmlformats.org/officeDocument/2006/relationships" id="272" r:id="R8ee8792b401c42f5"/>
    <p:sldId xmlns:r="http://schemas.openxmlformats.org/officeDocument/2006/relationships" id="273" r:id="R78ec14180f2b4ac2"/>
    <p:sldId xmlns:r="http://schemas.openxmlformats.org/officeDocument/2006/relationships" id="274" r:id="R5906062ff7994a4d"/>
    <p:sldId xmlns:r="http://schemas.openxmlformats.org/officeDocument/2006/relationships" id="275" r:id="Rfb30c2025b874f25"/>
    <p:sldId xmlns:r="http://schemas.openxmlformats.org/officeDocument/2006/relationships" id="276" r:id="R39067c11e1184b5c"/>
    <p:sldId xmlns:r="http://schemas.openxmlformats.org/officeDocument/2006/relationships" id="277" r:id="Rb3b726d215c34302"/>
    <p:sldId xmlns:r="http://schemas.openxmlformats.org/officeDocument/2006/relationships" id="278" r:id="R2fc989464dfa46ca"/>
    <p:sldId xmlns:r="http://schemas.openxmlformats.org/officeDocument/2006/relationships" id="279" r:id="R32c58791d5454ace"/>
    <p:sldId xmlns:r="http://schemas.openxmlformats.org/officeDocument/2006/relationships" id="280" r:id="R2fb7a8ca44ea4649"/>
    <p:sldId xmlns:r="http://schemas.openxmlformats.org/officeDocument/2006/relationships" id="281" r:id="R65fedac0ab3e49be"/>
    <p:sldId xmlns:r="http://schemas.openxmlformats.org/officeDocument/2006/relationships" id="282" r:id="Rbc9dec604e184032"/>
    <p:sldId xmlns:r="http://schemas.openxmlformats.org/officeDocument/2006/relationships" id="283" r:id="Rf33b0b5ed28b40da"/>
    <p:sldId xmlns:r="http://schemas.openxmlformats.org/officeDocument/2006/relationships" id="284" r:id="Rd2e8c47c7ef54ff1"/>
    <p:sldId xmlns:r="http://schemas.openxmlformats.org/officeDocument/2006/relationships" id="285" r:id="Rb190c1f668714992"/>
    <p:sldId xmlns:r="http://schemas.openxmlformats.org/officeDocument/2006/relationships" id="286" r:id="Rd03bdccee5294170"/>
    <p:sldId xmlns:r="http://schemas.openxmlformats.org/officeDocument/2006/relationships" id="287" r:id="R862735bfec2147d6"/>
    <p:sldId xmlns:r="http://schemas.openxmlformats.org/officeDocument/2006/relationships" id="288" r:id="R45ecbad077a140a8"/>
    <p:sldId xmlns:r="http://schemas.openxmlformats.org/officeDocument/2006/relationships" id="289" r:id="R210796e234e64512"/>
    <p:sldId xmlns:r="http://schemas.openxmlformats.org/officeDocument/2006/relationships" id="290" r:id="Rfe6dacdda7b34819"/>
    <p:sldId xmlns:r="http://schemas.openxmlformats.org/officeDocument/2006/relationships" id="291" r:id="R6a32531df46f4349"/>
    <p:sldId xmlns:r="http://schemas.openxmlformats.org/officeDocument/2006/relationships" id="292" r:id="R888a4be08a3f4108"/>
    <p:sldId xmlns:r="http://schemas.openxmlformats.org/officeDocument/2006/relationships" id="293" r:id="Rdcc6fc03dc0c402f"/>
    <p:sldId xmlns:r="http://schemas.openxmlformats.org/officeDocument/2006/relationships" id="294" r:id="R1fa6922d3d6545fc"/>
    <p:sldId xmlns:r="http://schemas.openxmlformats.org/officeDocument/2006/relationships" id="295" r:id="R935424d55a164f16"/>
    <p:sldId xmlns:r="http://schemas.openxmlformats.org/officeDocument/2006/relationships" id="296" r:id="R26a6cb70f724417d"/>
    <p:sldId xmlns:r="http://schemas.openxmlformats.org/officeDocument/2006/relationships" id="297" r:id="R3f0d235f7ab043d1"/>
    <p:sldId xmlns:r="http://schemas.openxmlformats.org/officeDocument/2006/relationships" id="298" r:id="Rcd77b503f93e4436"/>
    <p:sldId xmlns:r="http://schemas.openxmlformats.org/officeDocument/2006/relationships" id="299" r:id="R510b1ac065bd4ca6"/>
    <p:sldId xmlns:r="http://schemas.openxmlformats.org/officeDocument/2006/relationships" id="300" r:id="Rf577b3d11794471f"/>
    <p:sldId xmlns:r="http://schemas.openxmlformats.org/officeDocument/2006/relationships" id="301" r:id="R1e92405e537947f5"/>
    <p:sldId xmlns:r="http://schemas.openxmlformats.org/officeDocument/2006/relationships" id="302" r:id="R6d499836cff74154"/>
    <p:sldId xmlns:r="http://schemas.openxmlformats.org/officeDocument/2006/relationships" id="303" r:id="Rabcbf584c98e4ead"/>
    <p:sldId xmlns:r="http://schemas.openxmlformats.org/officeDocument/2006/relationships" id="304" r:id="Rbbd37026ae2f4e2a"/>
    <p:sldId xmlns:r="http://schemas.openxmlformats.org/officeDocument/2006/relationships" id="305" r:id="Re44c0e013b7c4c58"/>
    <p:sldId xmlns:r="http://schemas.openxmlformats.org/officeDocument/2006/relationships" id="306" r:id="R2eed1470e4774192"/>
    <p:sldId xmlns:r="http://schemas.openxmlformats.org/officeDocument/2006/relationships" id="307" r:id="Rb1139a5257ec4310"/>
    <p:sldId xmlns:r="http://schemas.openxmlformats.org/officeDocument/2006/relationships" id="308" r:id="R64274b5ecdcd4994"/>
    <p:sldId xmlns:r="http://schemas.openxmlformats.org/officeDocument/2006/relationships" id="309" r:id="R85b21579a1544094"/>
    <p:sldId xmlns:r="http://schemas.openxmlformats.org/officeDocument/2006/relationships" id="310" r:id="Re8489ef80b154d02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344391e371c1430c"/>
    </p:embeddedFont>
    <p:embeddedFont>
      <p:font typeface="Pretendard"/>
      <p:regular xmlns:r="http://schemas.openxmlformats.org/officeDocument/2006/relationships" r:id="R9ee53cfc83f44698"/>
      <p:bold xmlns:r="http://schemas.openxmlformats.org/officeDocument/2006/relationships" r:id="R9203b81766714861"/>
    </p:embeddedFont>
    <p:embeddedFont>
      <p:font typeface="Pretendard Medium"/>
      <p:regular xmlns:r="http://schemas.openxmlformats.org/officeDocument/2006/relationships" r:id="Rc54e4ec749da4408"/>
    </p:embeddedFont>
    <p:embeddedFont>
      <p:font typeface="Pretendard SemiBold"/>
      <p:bold xmlns:r="http://schemas.openxmlformats.org/officeDocument/2006/relationships" r:id="R49c790b4e3dc430a"/>
    </p:embeddedFont>
    <p:embeddedFont>
      <p:font typeface="맑은 고딕"/>
      <p:regular xmlns:r="http://schemas.openxmlformats.org/officeDocument/2006/relationships" r:id="R0d686651cd7f4688"/>
      <p:bold xmlns:r="http://schemas.openxmlformats.org/officeDocument/2006/relationships" r:id="R1c830d8b6d95494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da99b0ae24522" /><Relationship Type="http://schemas.openxmlformats.org/officeDocument/2006/relationships/slideMaster" Target="/ppt/slideMasters/slideMaster1.xml" Id="R31122b9742e841fa" /><Relationship Type="http://schemas.openxmlformats.org/officeDocument/2006/relationships/slideMaster" Target="/ppt/slideMasters/slideMaster2.xml" Id="R72b17e6be85c4f04" /><Relationship Type="http://schemas.openxmlformats.org/officeDocument/2006/relationships/slideMaster" Target="/ppt/slideMasters/slideMaster3.xml" Id="Rcdaa3ee62e0e4e57" /><Relationship Type="http://schemas.openxmlformats.org/officeDocument/2006/relationships/slideMaster" Target="/ppt/slideMasters/slideMaster4.xml" Id="Rc7bb18c843c2492c" /><Relationship Type="http://schemas.openxmlformats.org/officeDocument/2006/relationships/notesMaster" Target="/ppt/notesMasters/notesMaster1.xml" Id="Rf69e8885d7234a24" /><Relationship Type="http://schemas.openxmlformats.org/officeDocument/2006/relationships/presProps" Target="/ppt/presProps.xml" Id="R384670c70a484106" /><Relationship Type="http://schemas.openxmlformats.org/officeDocument/2006/relationships/viewProps" Target="/ppt/viewProps.xml" Id="Rc0e082b985c64a4b" /><Relationship Type="http://schemas.openxmlformats.org/officeDocument/2006/relationships/tableStyles" Target="/ppt/tableStyles.xml" Id="R42d148cdb1a447e6" /><Relationship Type="http://schemas.openxmlformats.org/officeDocument/2006/relationships/font" Target="/ppt/fonts/font.dat" Id="R344391e371c1430c" /><Relationship Type="http://schemas.openxmlformats.org/officeDocument/2006/relationships/font" Target="/ppt/fonts/font2.dat" Id="R9ee53cfc83f44698" /><Relationship Type="http://schemas.openxmlformats.org/officeDocument/2006/relationships/font" Target="/ppt/fonts/font3.dat" Id="R9203b81766714861" /><Relationship Type="http://schemas.openxmlformats.org/officeDocument/2006/relationships/font" Target="/ppt/fonts/font4.dat" Id="Rc54e4ec749da4408" /><Relationship Type="http://schemas.openxmlformats.org/officeDocument/2006/relationships/font" Target="/ppt/fonts/font5.dat" Id="R49c790b4e3dc430a" /><Relationship Type="http://schemas.openxmlformats.org/officeDocument/2006/relationships/font" Target="/ppt/fonts/font6.dat" Id="R0d686651cd7f4688" /><Relationship Type="http://schemas.openxmlformats.org/officeDocument/2006/relationships/font" Target="/ppt/fonts/font7.dat" Id="R1c830d8b6d95494c" /><Relationship Type="http://schemas.openxmlformats.org/officeDocument/2006/relationships/slide" Target="/ppt/slides/slide1.xml" Id="R73b36595e9ab4e8f" /><Relationship Type="http://schemas.openxmlformats.org/officeDocument/2006/relationships/slide" Target="/ppt/slides/slide2.xml" Id="Rd7487e46301944ac" /><Relationship Type="http://schemas.openxmlformats.org/officeDocument/2006/relationships/slide" Target="/ppt/slides/slide3.xml" Id="R016769400e8d480d" /><Relationship Type="http://schemas.openxmlformats.org/officeDocument/2006/relationships/slide" Target="/ppt/slides/slide4.xml" Id="Raa3ee18eeae345d4" /><Relationship Type="http://schemas.openxmlformats.org/officeDocument/2006/relationships/slide" Target="/ppt/slides/slide5.xml" Id="R2360382de4b34ed2" /><Relationship Type="http://schemas.openxmlformats.org/officeDocument/2006/relationships/slide" Target="/ppt/slides/slide6.xml" Id="Ra7301e95c9a04fa7" /><Relationship Type="http://schemas.openxmlformats.org/officeDocument/2006/relationships/slide" Target="/ppt/slides/slide7.xml" Id="R86d98ff086984f62" /><Relationship Type="http://schemas.openxmlformats.org/officeDocument/2006/relationships/slide" Target="/ppt/slides/slide8.xml" Id="Re017be4a823749f7" /><Relationship Type="http://schemas.openxmlformats.org/officeDocument/2006/relationships/slide" Target="/ppt/slides/slide9.xml" Id="Rd84d4ee19bfe4928" /><Relationship Type="http://schemas.openxmlformats.org/officeDocument/2006/relationships/slide" Target="/ppt/slides/slide10.xml" Id="R203cd92e74b44595" /><Relationship Type="http://schemas.openxmlformats.org/officeDocument/2006/relationships/slide" Target="/ppt/slides/slide11.xml" Id="R3de6b2aa05bc4052" /><Relationship Type="http://schemas.openxmlformats.org/officeDocument/2006/relationships/slide" Target="/ppt/slides/slide12.xml" Id="R0e392a26b6bc4a7c" /><Relationship Type="http://schemas.openxmlformats.org/officeDocument/2006/relationships/slide" Target="/ppt/slides/slide13.xml" Id="R19ddee51b1464608" /><Relationship Type="http://schemas.openxmlformats.org/officeDocument/2006/relationships/slide" Target="/ppt/slides/slide14.xml" Id="Rb81814397571443d" /><Relationship Type="http://schemas.openxmlformats.org/officeDocument/2006/relationships/slide" Target="/ppt/slides/slide15.xml" Id="R18de49b3022b464f" /><Relationship Type="http://schemas.openxmlformats.org/officeDocument/2006/relationships/slide" Target="/ppt/slides/slide16.xml" Id="R7c09351b67ce47b7" /><Relationship Type="http://schemas.openxmlformats.org/officeDocument/2006/relationships/slide" Target="/ppt/slides/slide17.xml" Id="R8ee8792b401c42f5" /><Relationship Type="http://schemas.openxmlformats.org/officeDocument/2006/relationships/slide" Target="/ppt/slides/slide18.xml" Id="R78ec14180f2b4ac2" /><Relationship Type="http://schemas.openxmlformats.org/officeDocument/2006/relationships/slide" Target="/ppt/slides/slide19.xml" Id="R5906062ff7994a4d" /><Relationship Type="http://schemas.openxmlformats.org/officeDocument/2006/relationships/slide" Target="/ppt/slides/slide20.xml" Id="Rfb30c2025b874f25" /><Relationship Type="http://schemas.openxmlformats.org/officeDocument/2006/relationships/slide" Target="/ppt/slides/slide21.xml" Id="R39067c11e1184b5c" /><Relationship Type="http://schemas.openxmlformats.org/officeDocument/2006/relationships/slide" Target="/ppt/slides/slide22.xml" Id="Rb3b726d215c34302" /><Relationship Type="http://schemas.openxmlformats.org/officeDocument/2006/relationships/slide" Target="/ppt/slides/slide23.xml" Id="R2fc989464dfa46ca" /><Relationship Type="http://schemas.openxmlformats.org/officeDocument/2006/relationships/slide" Target="/ppt/slides/slide24.xml" Id="R32c58791d5454ace" /><Relationship Type="http://schemas.openxmlformats.org/officeDocument/2006/relationships/slide" Target="/ppt/slides/slide25.xml" Id="R2fb7a8ca44ea4649" /><Relationship Type="http://schemas.openxmlformats.org/officeDocument/2006/relationships/slide" Target="/ppt/slides/slide26.xml" Id="R65fedac0ab3e49be" /><Relationship Type="http://schemas.openxmlformats.org/officeDocument/2006/relationships/slide" Target="/ppt/slides/slide27.xml" Id="Rbc9dec604e184032" /><Relationship Type="http://schemas.openxmlformats.org/officeDocument/2006/relationships/slide" Target="/ppt/slides/slide28.xml" Id="Rf33b0b5ed28b40da" /><Relationship Type="http://schemas.openxmlformats.org/officeDocument/2006/relationships/slide" Target="/ppt/slides/slide29.xml" Id="Rd2e8c47c7ef54ff1" /><Relationship Type="http://schemas.openxmlformats.org/officeDocument/2006/relationships/slide" Target="/ppt/slides/slide30.xml" Id="Rb190c1f668714992" /><Relationship Type="http://schemas.openxmlformats.org/officeDocument/2006/relationships/slide" Target="/ppt/slides/slide31.xml" Id="Rd03bdccee5294170" /><Relationship Type="http://schemas.openxmlformats.org/officeDocument/2006/relationships/slide" Target="/ppt/slides/slide32.xml" Id="R862735bfec2147d6" /><Relationship Type="http://schemas.openxmlformats.org/officeDocument/2006/relationships/slide" Target="/ppt/slides/slide33.xml" Id="R45ecbad077a140a8" /><Relationship Type="http://schemas.openxmlformats.org/officeDocument/2006/relationships/slide" Target="/ppt/slides/slide34.xml" Id="R210796e234e64512" /><Relationship Type="http://schemas.openxmlformats.org/officeDocument/2006/relationships/slide" Target="/ppt/slides/slide35.xml" Id="Rfe6dacdda7b34819" /><Relationship Type="http://schemas.openxmlformats.org/officeDocument/2006/relationships/slide" Target="/ppt/slides/slide36.xml" Id="R6a32531df46f4349" /><Relationship Type="http://schemas.openxmlformats.org/officeDocument/2006/relationships/slide" Target="/ppt/slides/slide37.xml" Id="R888a4be08a3f4108" /><Relationship Type="http://schemas.openxmlformats.org/officeDocument/2006/relationships/slide" Target="/ppt/slides/slide38.xml" Id="Rdcc6fc03dc0c402f" /><Relationship Type="http://schemas.openxmlformats.org/officeDocument/2006/relationships/slide" Target="/ppt/slides/slide39.xml" Id="R1fa6922d3d6545fc" /><Relationship Type="http://schemas.openxmlformats.org/officeDocument/2006/relationships/slide" Target="/ppt/slides/slide40.xml" Id="R935424d55a164f16" /><Relationship Type="http://schemas.openxmlformats.org/officeDocument/2006/relationships/slide" Target="/ppt/slides/slide41.xml" Id="R26a6cb70f724417d" /><Relationship Type="http://schemas.openxmlformats.org/officeDocument/2006/relationships/slide" Target="/ppt/slides/slide42.xml" Id="R3f0d235f7ab043d1" /><Relationship Type="http://schemas.openxmlformats.org/officeDocument/2006/relationships/slide" Target="/ppt/slides/slide43.xml" Id="Rcd77b503f93e4436" /><Relationship Type="http://schemas.openxmlformats.org/officeDocument/2006/relationships/slide" Target="/ppt/slides/slide44.xml" Id="R510b1ac065bd4ca6" /><Relationship Type="http://schemas.openxmlformats.org/officeDocument/2006/relationships/slide" Target="/ppt/slides/slide45.xml" Id="Rf577b3d11794471f" /><Relationship Type="http://schemas.openxmlformats.org/officeDocument/2006/relationships/slide" Target="/ppt/slides/slide46.xml" Id="R1e92405e537947f5" /><Relationship Type="http://schemas.openxmlformats.org/officeDocument/2006/relationships/slide" Target="/ppt/slides/slide47.xml" Id="R6d499836cff74154" /><Relationship Type="http://schemas.openxmlformats.org/officeDocument/2006/relationships/slide" Target="/ppt/slides/slide48.xml" Id="Rabcbf584c98e4ead" /><Relationship Type="http://schemas.openxmlformats.org/officeDocument/2006/relationships/slide" Target="/ppt/slides/slide49.xml" Id="Rbbd37026ae2f4e2a" /><Relationship Type="http://schemas.openxmlformats.org/officeDocument/2006/relationships/slide" Target="/ppt/slides/slide50.xml" Id="Re44c0e013b7c4c58" /><Relationship Type="http://schemas.openxmlformats.org/officeDocument/2006/relationships/slide" Target="/ppt/slides/slide51.xml" Id="R2eed1470e4774192" /><Relationship Type="http://schemas.openxmlformats.org/officeDocument/2006/relationships/slide" Target="/ppt/slides/slide52.xml" Id="Rb1139a5257ec4310" /><Relationship Type="http://schemas.openxmlformats.org/officeDocument/2006/relationships/slide" Target="/ppt/slides/slide53.xml" Id="R64274b5ecdcd4994" /><Relationship Type="http://schemas.openxmlformats.org/officeDocument/2006/relationships/slide" Target="/ppt/slides/slide54.xml" Id="R85b21579a1544094" /><Relationship Type="http://schemas.openxmlformats.org/officeDocument/2006/relationships/slide" Target="/ppt/slides/slide55.xml" Id="Re8489ef80b15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92df267d07c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f32c65ffd4de0" /><Relationship Type="http://schemas.openxmlformats.org/officeDocument/2006/relationships/notesMaster" Target="/ppt/notesMasters/notesMaster1.xml" Id="R39a2517d254d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bb442a4e94420" /><Relationship Type="http://schemas.openxmlformats.org/officeDocument/2006/relationships/notesMaster" Target="/ppt/notesMasters/notesMaster1.xml" Id="Ra4e670b4fd1a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ec7f9a51645a3" /><Relationship Type="http://schemas.openxmlformats.org/officeDocument/2006/relationships/notesMaster" Target="/ppt/notesMasters/notesMaster1.xml" Id="R3ef48eba3ed8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28b2debf147fc" /><Relationship Type="http://schemas.openxmlformats.org/officeDocument/2006/relationships/notesMaster" Target="/ppt/notesMasters/notesMaster1.xml" Id="R18959982c4dd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96fda2f2d4ede" /><Relationship Type="http://schemas.openxmlformats.org/officeDocument/2006/relationships/notesMaster" Target="/ppt/notesMasters/notesMaster1.xml" Id="R346a7e80bc98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8027e31d84c99" /><Relationship Type="http://schemas.openxmlformats.org/officeDocument/2006/relationships/notesMaster" Target="/ppt/notesMasters/notesMaster1.xml" Id="R6c72dffa16dc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17778553142c4" /><Relationship Type="http://schemas.openxmlformats.org/officeDocument/2006/relationships/notesMaster" Target="/ppt/notesMasters/notesMaster1.xml" Id="R5647a1fd355a45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de3c3d1e674134" /><Relationship Type="http://schemas.openxmlformats.org/officeDocument/2006/relationships/notesMaster" Target="/ppt/notesMasters/notesMaster1.xml" Id="Rb0e0e1a5924c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b334a76b904761" /><Relationship Type="http://schemas.openxmlformats.org/officeDocument/2006/relationships/notesMaster" Target="/ppt/notesMasters/notesMaster1.xml" Id="Rf4808318e4ac46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08ca10e364bf2" /><Relationship Type="http://schemas.openxmlformats.org/officeDocument/2006/relationships/notesMaster" Target="/ppt/notesMasters/notesMaster1.xml" Id="Rd00da3ee55f7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07627e45d64b75" /><Relationship Type="http://schemas.openxmlformats.org/officeDocument/2006/relationships/notesMaster" Target="/ppt/notesMasters/notesMaster1.xml" Id="R88a7c0e2e19f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a9eac200d459f" /><Relationship Type="http://schemas.openxmlformats.org/officeDocument/2006/relationships/notesMaster" Target="/ppt/notesMasters/notesMaster1.xml" Id="R8c9e7ef5481044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a178e99914dd1" /><Relationship Type="http://schemas.openxmlformats.org/officeDocument/2006/relationships/notesMaster" Target="/ppt/notesMasters/notesMaster1.xml" Id="R4e92d79fa8ab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2c0ccf47634d3a" /><Relationship Type="http://schemas.openxmlformats.org/officeDocument/2006/relationships/notesMaster" Target="/ppt/notesMasters/notesMaster1.xml" Id="Rc55c339ce9d946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99bdb95d93408b" /><Relationship Type="http://schemas.openxmlformats.org/officeDocument/2006/relationships/notesMaster" Target="/ppt/notesMasters/notesMaster1.xml" Id="Rae42bdb4a13543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8315c15ca44630" /><Relationship Type="http://schemas.openxmlformats.org/officeDocument/2006/relationships/notesMaster" Target="/ppt/notesMasters/notesMaster1.xml" Id="R5a102cb0d78a44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418c41700144ec" /><Relationship Type="http://schemas.openxmlformats.org/officeDocument/2006/relationships/notesMaster" Target="/ppt/notesMasters/notesMaster1.xml" Id="R79dad9ae77814d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40fffe3e8141bb" /><Relationship Type="http://schemas.openxmlformats.org/officeDocument/2006/relationships/notesMaster" Target="/ppt/notesMasters/notesMaster1.xml" Id="Raecbfdb8270946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333bd380494d7f" /><Relationship Type="http://schemas.openxmlformats.org/officeDocument/2006/relationships/notesMaster" Target="/ppt/notesMasters/notesMaster1.xml" Id="R59279acc292f49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a0816b33cf49f7" /><Relationship Type="http://schemas.openxmlformats.org/officeDocument/2006/relationships/notesMaster" Target="/ppt/notesMasters/notesMaster1.xml" Id="Re01c020d987645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eb7c08d5404952" /><Relationship Type="http://schemas.openxmlformats.org/officeDocument/2006/relationships/notesMaster" Target="/ppt/notesMasters/notesMaster1.xml" Id="R40e89b380ec140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6a69f93e77431f" /><Relationship Type="http://schemas.openxmlformats.org/officeDocument/2006/relationships/notesMaster" Target="/ppt/notesMasters/notesMaster1.xml" Id="Rf0467d3aa0a449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994be204054ebb" /><Relationship Type="http://schemas.openxmlformats.org/officeDocument/2006/relationships/notesMaster" Target="/ppt/notesMasters/notesMaster1.xml" Id="R79f950e4d30942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755261defb4fee" /><Relationship Type="http://schemas.openxmlformats.org/officeDocument/2006/relationships/notesMaster" Target="/ppt/notesMasters/notesMaster1.xml" Id="R1d0e0cd28fba47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469015b7c44087" /><Relationship Type="http://schemas.openxmlformats.org/officeDocument/2006/relationships/notesMaster" Target="/ppt/notesMasters/notesMaster1.xml" Id="R4042eb8cffe44b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c38c9f0ebe4c2d" /><Relationship Type="http://schemas.openxmlformats.org/officeDocument/2006/relationships/notesMaster" Target="/ppt/notesMasters/notesMaster1.xml" Id="R71cbd60f5e4b43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b5a00913434588" /><Relationship Type="http://schemas.openxmlformats.org/officeDocument/2006/relationships/notesMaster" Target="/ppt/notesMasters/notesMaster1.xml" Id="R45a6a8ce652a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d48a9309ff642e7" /><Relationship Type="http://schemas.openxmlformats.org/officeDocument/2006/relationships/notesMaster" Target="/ppt/notesMasters/notesMaster1.xml" Id="Reeb7a12350b2495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d1e9c4dad742b1" /><Relationship Type="http://schemas.openxmlformats.org/officeDocument/2006/relationships/notesMaster" Target="/ppt/notesMasters/notesMaster1.xml" Id="R820fef366ac342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e567bbe41449df" /><Relationship Type="http://schemas.openxmlformats.org/officeDocument/2006/relationships/notesMaster" Target="/ppt/notesMasters/notesMaster1.xml" Id="R0a00dc2cc76c4c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47098370984926" /><Relationship Type="http://schemas.openxmlformats.org/officeDocument/2006/relationships/notesMaster" Target="/ppt/notesMasters/notesMaster1.xml" Id="Rfb443435626442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7678ccb4d646d7" /><Relationship Type="http://schemas.openxmlformats.org/officeDocument/2006/relationships/notesMaster" Target="/ppt/notesMasters/notesMaster1.xml" Id="Rb94e7b1c5aec4a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135f48e210c4342" /><Relationship Type="http://schemas.openxmlformats.org/officeDocument/2006/relationships/notesMaster" Target="/ppt/notesMasters/notesMaster1.xml" Id="R9e421ee028964a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e5b86d036e4be3" /><Relationship Type="http://schemas.openxmlformats.org/officeDocument/2006/relationships/notesMaster" Target="/ppt/notesMasters/notesMaster1.xml" Id="R0602ea6652d04c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bba856526b4ff5" /><Relationship Type="http://schemas.openxmlformats.org/officeDocument/2006/relationships/notesMaster" Target="/ppt/notesMasters/notesMaster1.xml" Id="R1bd8351598f64c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17c533b8784aa6" /><Relationship Type="http://schemas.openxmlformats.org/officeDocument/2006/relationships/notesMaster" Target="/ppt/notesMasters/notesMaster1.xml" Id="R8033a32eb9b6459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c8b9a700f14265" /><Relationship Type="http://schemas.openxmlformats.org/officeDocument/2006/relationships/notesMaster" Target="/ppt/notesMasters/notesMaster1.xml" Id="Re927727094a341d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9116386ce314131" /><Relationship Type="http://schemas.openxmlformats.org/officeDocument/2006/relationships/notesMaster" Target="/ppt/notesMasters/notesMaster1.xml" Id="R3a0ba1e393a943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4018edb174437c" /><Relationship Type="http://schemas.openxmlformats.org/officeDocument/2006/relationships/notesMaster" Target="/ppt/notesMasters/notesMaster1.xml" Id="Rde484b1c52a249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6a280a42ca4876" /><Relationship Type="http://schemas.openxmlformats.org/officeDocument/2006/relationships/notesMaster" Target="/ppt/notesMasters/notesMaster1.xml" Id="Ra1f1df2f950848e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20fe2f05bba4238" /><Relationship Type="http://schemas.openxmlformats.org/officeDocument/2006/relationships/notesMaster" Target="/ppt/notesMasters/notesMaster1.xml" Id="R41c6c3ab763545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c2c11146d6a4083" /><Relationship Type="http://schemas.openxmlformats.org/officeDocument/2006/relationships/notesMaster" Target="/ppt/notesMasters/notesMaster1.xml" Id="R4e72b05038d94b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13f3ad35214f92" /><Relationship Type="http://schemas.openxmlformats.org/officeDocument/2006/relationships/notesMaster" Target="/ppt/notesMasters/notesMaster1.xml" Id="R55a227e3b98f41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1ac4f2fdd14af4" /><Relationship Type="http://schemas.openxmlformats.org/officeDocument/2006/relationships/notesMaster" Target="/ppt/notesMasters/notesMaster1.xml" Id="Rc2d3f5c4dd9c4a8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475185d2a9f49a8" /><Relationship Type="http://schemas.openxmlformats.org/officeDocument/2006/relationships/notesMaster" Target="/ppt/notesMasters/notesMaster1.xml" Id="R388f01856c7f402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b6fa1cb6a64b44" /><Relationship Type="http://schemas.openxmlformats.org/officeDocument/2006/relationships/notesMaster" Target="/ppt/notesMasters/notesMaster1.xml" Id="Rcf70db385bd549b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62e808cb03346d1" /><Relationship Type="http://schemas.openxmlformats.org/officeDocument/2006/relationships/notesMaster" Target="/ppt/notesMasters/notesMaster1.xml" Id="Ra719c99766b44c8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ebcc67bf4b74d37" /><Relationship Type="http://schemas.openxmlformats.org/officeDocument/2006/relationships/notesMaster" Target="/ppt/notesMasters/notesMaster1.xml" Id="R563d005a7b0f43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7802804b2ac4907" /><Relationship Type="http://schemas.openxmlformats.org/officeDocument/2006/relationships/notesMaster" Target="/ppt/notesMasters/notesMaster1.xml" Id="R041e0f7a7ef4477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e581a13bb2d4bfb" /><Relationship Type="http://schemas.openxmlformats.org/officeDocument/2006/relationships/notesMaster" Target="/ppt/notesMasters/notesMaster1.xml" Id="Re0dd39607a95472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d2c4d5817b5422a" /><Relationship Type="http://schemas.openxmlformats.org/officeDocument/2006/relationships/notesMaster" Target="/ppt/notesMasters/notesMaster1.xml" Id="Rae3c04a6ec00401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3dc988f88034aa8" /><Relationship Type="http://schemas.openxmlformats.org/officeDocument/2006/relationships/notesMaster" Target="/ppt/notesMasters/notesMaster1.xml" Id="Rd2ce8550474c41c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48aa15da0914d20" /><Relationship Type="http://schemas.openxmlformats.org/officeDocument/2006/relationships/notesMaster" Target="/ppt/notesMasters/notesMaster1.xml" Id="R44fa5904af9d49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c03aaee05834e03" /><Relationship Type="http://schemas.openxmlformats.org/officeDocument/2006/relationships/notesMaster" Target="/ppt/notesMasters/notesMaster1.xml" Id="R227750541cd848e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b439f7412ec4011" /><Relationship Type="http://schemas.openxmlformats.org/officeDocument/2006/relationships/notesMaster" Target="/ppt/notesMasters/notesMaster1.xml" Id="Rbbef742eed25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선택 결과와 Document 배열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선택 결과와 Document 배열</a:t>
            </a:r>
          </a:p>
          <a:p xmlns:a="http://schemas.openxmlformats.org/drawingml/2006/main">
            <a:r>
              <a:t>원본 자료의 배열 예시를 유지하고, 실제 State 이름과 연결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selected = [</a:t>
            </a:r>
          </a:p>
          <a:p xmlns:a="http://schemas.openxmlformats.org/drawingml/2006/main">
            <a:r>
              <a:t>    {약관 파일 경로},</a:t>
            </a:r>
          </a:p>
          <a:p xmlns:a="http://schemas.openxmlformats.org/drawingml/2006/main">
            <a:r>
              <a:t>    {혜택 파일 경로},</a:t>
            </a:r>
          </a:p>
          <a:p xmlns:a="http://schemas.openxmlformats.org/drawingml/2006/main">
            <a:r>
              <a:t>    {상담 파일 경로}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배열 생성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{Document 객체},</a:t>
            </a:r>
          </a:p>
          <a:p xmlns:a="http://schemas.openxmlformats.org/drawingml/2006/main">
            <a:r>
              <a:t>  …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원본 selected 예시는 현재 State의 sources에 해당  /  {…}는 설명용 자리표시자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5페이지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파일을 Document로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좌표와 글자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PyMuPDF의 block·line·span을 따라 글자와 위치를 함께 읽음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한 줄씩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원본 코드의 반복문이 좌표와 문장을 한 쌍으로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결과 예시</a:t>
            </a:r>
          </a:p>
          <a:p xmlns:a="http://schemas.openxmlformats.org/drawingml/2006/main">
            <a:r>
              <a:t>[ </a:t>
            </a:r>
          </a:p>
          <a:p xmlns:a="http://schemas.openxmlformats.org/drawingml/2006/main">
            <a:r>
              <a:t>((28, 15, 230, 48), "제5조(통지 방법)")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get_text("dict")로 구조를 읽고,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반복 머리말·꼬리말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페이지의 위·아래 영역에서 반복되는 문구를 모아 본문에서 제거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margin_texts = set()</a:t>
            </a:r>
          </a:p>
          <a:p xmlns:a="http://schemas.openxmlformats.org/drawingml/2006/main">
            <a:r>
              <a:t>    for rectangle, text in lines:</a:t>
            </a:r>
          </a:p>
          <a:p xmlns:a="http://schemas.openxmlformats.org/drawingml/2006/main">
            <a:r>
              <a:t>        if rectangle[3] &lt; page.rect.height * 0.055 or rectangle[1] &gt; page.rect.height * 0.95</a:t>
            </a:r>
          </a:p>
          <a:p xmlns:a="http://schemas.openxmlformats.org/drawingml/2006/main">
            <a:r>
              <a:t>               margin_texts.add(text)</a:t>
            </a:r>
          </a:p>
          <a:p xmlns:a="http://schemas.openxmlformats.org/drawingml/2006/main">
            <a:r>
              <a:t>    repeated.update(margin_texts)</a:t>
            </a:r>
          </a:p>
          <a:p xmlns:a="http://schemas.openxmlformats.org/drawingml/2006/main">
            <a:r>
              <a:t>원본 코드 유지: if 줄 끝의 콜론 생략에 유의  /  상단 5.5%, 하단 5%를 검사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표와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분리와 가명화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원본 식별정보 잔존 시 중단  /  상담의 공개 등급은 restricted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개인정보 처리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개인정보 처리 코드</a:t>
            </a:r>
          </a:p>
          <a:p xmlns:a="http://schemas.openxmlformats.org/drawingml/2006/main">
            <a:r>
              <a:t>원본 자료의 정규식 치환과 가명화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   text = EMAIL.sub("[삭제]", text)</a:t>
            </a:r>
          </a:p>
          <a:p xmlns:a="http://schemas.openxmlformats.org/drawingml/2006/main">
            <a:r>
              <a:t>   text = PAN.sub("[삭제]", text)</a:t>
            </a:r>
          </a:p>
          <a:p xmlns:a="http://schemas.openxmlformats.org/drawingml/2006/main">
            <a: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   text = re.sub(r"가상고객\d+|가상상담사\d+", "[삭제]", text)</a:t>
            </a:r>
          </a:p>
          <a:p xmlns:a="http://schemas.openxmlformats.org/drawingml/2006/main">
            <a:r>
              <a:t>   text = MEMBER.sub(lambda match: to_pseudo(match.group(0)), text)</a:t>
            </a:r>
          </a:p>
          <a:p xmlns:a="http://schemas.openxmlformats.org/drawingml/2006/main">
            <a:r>
              <a:t>   return re.sub(</a:t>
            </a:r>
          </a:p>
          <a:p xmlns:a="http://schemas.openxmlformats.org/drawingml/2006/main">
            <a:r>
              <a:t>        r"(?&lt;!\d)(?:만\s*)?(\d{1,3})\s*세",</a:t>
            </a:r>
          </a:p>
          <a:p xmlns:a="http://schemas.openxmlformats.org/drawingml/2006/main">
            <a:r>
              <a:t>        lambda match: "60대 이상" if int(match.group(1)) &gt;= 60 else f"{int(match.group(1)) // 10 * 10}대",</a:t>
            </a:r>
          </a:p>
          <a:p xmlns:a="http://schemas.openxmlformats.org/drawingml/2006/main">
            <a:r>
              <a:t>        text,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>sub는 패턴에 맞는 내용을 치환하는 함수  /  가명화 후 별도 잔존 검사 수행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>원본 핵심 코드 출처: 7페이지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문서별 관리 정보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프로필 선택과 적용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현재 소스에서 추가한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</a:t>
            </a:r>
          </a:p>
          <a:p xmlns:a="http://schemas.openxmlformats.org/drawingml/2006/main">
            <a:r>
              <a:t>        document,</a:t>
            </a:r>
          </a:p>
          <a:p xmlns:a="http://schemas.openxmlformats.org/drawingml/2006/main">
            <a:r>
              <a:t>        profiles.get(document.metadata.get("source", ""), {}),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validate_metadata</a:t>
            </a:r>
          </a:p>
          <a:p xmlns:a="http://schemas.openxmlformats.org/drawingml/2006/main">
            <a:r>
              <a:t>필수값 검증과 결과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chunk</a:t>
            </a:r>
          </a:p>
          <a:p xmlns:a="http://schemas.openxmlformats.org/drawingml/2006/main">
            <a:r>
              <a:t>문서 유형별 의미 단위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다음: embed  /  dry-run·청킹 오류 시 종료  /  긴 속성표는 행을 자르지 않고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변경 청크의 벡터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index_manifest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다음: upsert  /  현재 기본 모델 KURE-v2, 실제 저장 벡터 768차원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모델 적재와 배치 인코딩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원본 자료의 SentenceTransformer·encode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model = self._load()</a:t>
            </a:r>
          </a:p>
          <a:p xmlns:a="http://schemas.openxmlformats.org/drawingml/2006/main">
            <a:r>
              <a:t>        values = model.encode(texts, batch_size=self.batch_size, normalize_embeddings=True)</a:t>
            </a:r>
          </a:p>
          <a:p xmlns:a="http://schemas.openxmlformats.org/drawingml/2006/main">
            <a:r>
              <a:t>        return values.tolist() if hasattr(values, "tolist") else [list(row) for row in values]</a:t>
            </a:r>
          </a:p>
          <a:p xmlns:a="http://schemas.openxmlformats.org/drawingml/2006/main">
            <a:r>
              <a:t>normalize_embeddings=True로 벡터 정규화  /  kind 인자는 현재 구현에서 query·passage를 구분하지 않음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hybrid-ai-lab/vector/indexer/app/infrastructure/embedder.py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ChromaDB 저장·갱신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 컬렉션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원본 자료의 저장소 초기화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persist_directory는 저장 경로  /  cosine은 벡터 유사도 비교 방식  /  signature는 모델 일치 검사에 사용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청크 저장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원본 자료의 메타데이터 정리와 upsert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  metadata_with_id = {**metadata, "chunk_id": chunk_id}</a:t>
            </a:r>
          </a:p>
          <a:p xmlns:a="http://schemas.openxmlformats.org/drawingml/2006/main">
            <a:r>
              <a:t>          clean_metadata = sanitize_metadata(metadata_with_id)</a:t>
            </a:r>
          </a:p>
          <a:p xmlns:a="http://schemas.openxmlformats.org/drawingml/2006/main">
            <a: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finalize_index</a:t>
            </a:r>
          </a:p>
          <a:p xmlns:a="http://schemas.openxmlformats.org/drawingml/2006/main">
            <a:r>
              <a:t>검증과 검색 세대 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64개 사전 등록  /  OOV 후보는 검토 파일로만 저장</a:t>
            </a:r>
          </a:p>
          <a:p xmlns:a="http://schemas.openxmlformats.org/drawingml/2006/main">
            <a:r>
              <a:t>다음: END  /  현재 485청크: D1 53 + D2 336 + D3 96  /  2026.09.20 확인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check_search_readiness</a:t>
            </a:r>
          </a:p>
          <a:p xmlns:a="http://schemas.openxmlformats.org/drawingml/2006/main">
            <a:r>
              <a:t>검색 준비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index_info 또는 validation_errors</a:t>
            </a:r>
          </a:p>
          <a:p xmlns:a="http://schemas.openxmlformats.org/drawingml/2006/main">
            <a:r>
              <a:t>다음: vector_search  /  오류 시 종료  /  원본 이미지의 관문 0.70은 과거 값이며 현재는 0.86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원 질문 벡터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Chroma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원본 자료의 query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where: 검색 필터링 조건</a:t>
            </a:r>
          </a:p>
          <a:p xmlns:a="http://schemas.openxmlformats.org/drawingml/2006/main">
            <a:r>
              <a:t>Include: 결과에 포함할 객체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hybrid-ai-lab/vector/retriever/app/infrastructure/chroma_store.py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네 검색 모드의 후보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기본 top_k=5일 때, 리랭크 모드는 재평가 후보를 넉넉하게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raw_k = fused_k × 4  /  fused_k는 일반 모드 top_k, 리랭크 모드 top_k × 2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assess_transform_gate</a:t>
            </a:r>
          </a:p>
          <a:p xmlns:a="http://schemas.openxmlformats.org/drawingml/2006/main">
            <a:r>
              <a:t>질문 변환 검토 관문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 "route_action": "gate_pass",</a:t>
            </a:r>
          </a:p>
          <a:p xmlns:a="http://schemas.openxmlformats.org/drawingml/2006/main">
            <a:r>
              <a:t>         "transform_review_required": False,</a:t>
            </a:r>
          </a:p>
          <a:p xmlns:a="http://schemas.openxmlformats.org/drawingml/2006/main">
            <a:r>
              <a:t> 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변환 계획 수립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다섯 가지 변환 기법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원 질문 키워드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BM25S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원본 자료의 retrieve·weight_mask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  </a:t>
            </a:r>
          </a:p>
          <a:p xmlns:a="http://schemas.openxmlformats.org/drawingml/2006/main">
            <a:r>
              <a:t>     k=k,  </a:t>
            </a:r>
          </a:p>
          <a:p xmlns:a="http://schemas.openxmlformats.org/drawingml/2006/main">
            <a:r>
              <a:t>     weight_mask=mask,  </a:t>
            </a:r>
          </a:p>
          <a:p xmlns:a="http://schemas.openxmlformats.org/drawingml/2006/main">
            <a:r>
              <a:t>     show_progress=False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weight_mask: mask가 0인 문서의 점수를 0으로 만들어 검색 결과 순위에서 밀리게 함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hybrid-ai-lab/vector/retriever/app/infrastructure/bm25_index.py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Vector·BM25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= weight_bm25 * normalized_bm25[chunk_id] + weight_vector * normalized_vector[chunk_id]</a:t>
            </a:r>
          </a:p>
          <a:p xmlns:a="http://schemas.openxmlformats.org/drawingml/2006/main">
            <a:r>
              <a:t>Vector 가중치 0.6, BM25 가중치 0.4  /  다음: complete_original_results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정규화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원 질문 후보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기준 후보 보존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baseline_hits에 10개, hits에 5개를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변환 질문별 추가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함수: _run_search_transformed</a:t>
            </a:r>
          </a:p>
          <a:p xmlns:a="http://schemas.openxmlformats.org/drawingml/2006/main">
            <a:r>
              <a:t>변환 질문을 입력 순서대로 하나씩 _search_one에 전달함. 성공 결과는 groups에 추가함. 실패 시 빈 목록으로 질문과 결과의 위치 대응을 유지하며 예외 클래스명을 warnings에 기록함. 실패 후에도 다음 질문을 처리함. 결과는 transformed_hit_groups와 warnings로 반환함.</a:t>
            </a:r>
          </a:p>
          <a:p xmlns:a="http://schemas.openxmlformats.org/drawingml/2006/main">
            <a:r>
              <a:t>단일 질문의 검색 방식은 다음 페이지 _search_one에서 설명함.</a:t>
            </a:r>
          </a:p>
          <a:p xmlns:a="http://schemas.openxmlformats.org/drawingml/2006/main">
            <a:r>
              <a:t>출처: 사용자 제공 코드 및 hybrid-ai-lab/vector/retriever/app/application/graph.py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현재 구현의 검색 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가중 RRF 순위 병합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# 검색결과가 유사도 점수 순으로 정렬되어 있으므로 position은 랭킹값임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merged.setdefault(hit.chunk_id, {"hit": hit, "rrf_score": 0.0, "source_ranks": {}})</a:t>
            </a:r>
          </a:p>
          <a:p xmlns:a="http://schemas.openxmlformats.org/drawingml/2006/main">
            <a:r>
              <a:t>        # RRF score: 가중치 / (RRF 상수 + 랭킹)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분해 질문의 근거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질문의 근거 확보</a:t>
            </a:r>
          </a:p>
          <a:p xmlns:a="http://schemas.openxmlformats.org/drawingml/2006/main">
            <a:r>
              <a:t>리랭크 없는 decomposition은 하위 질문의 대표 근거를 먼저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확보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변환 결과가 비어 있으면 원 질문 결과 사용  /  최종 결과가 정해지면 답변 관문 판정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질문별 후보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Cross-Encoder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원본 자료의 모델 적재와 predict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hybrid-ai-lab/vector/retriever/app/infrastructure/reranker.py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decomposition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질문의 상위 3개 후보를 확보하고 중복 청크는 최고 점수 채택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하위 질문별 가중치를 나누어 더하지 않고 최고점에 0.9 적용  /  일반 변환은 RRF 사용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답변 관문과 근거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답변 관문과 근거 입력</a:t>
            </a:r>
          </a:p>
          <a:p xmlns:a="http://schemas.openxmlformats.org/drawingml/2006/main">
            <a:r>
              <a:t>검색 결과가 확정되면 답변 가능 여부를 확인한 뒤 프롬프트 구성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최종 검색 결과</a:t>
            </a:r>
          </a:p>
          <a:p xmlns:a="http://schemas.openxmlformats.org/drawingml/2006/main">
            <a:r>
              <a:t>최종 1위 vector_score ≥ 0.62</a:t>
            </a:r>
          </a:p>
          <a:p xmlns:a="http://schemas.openxmlformats.org/drawingml/2006/main">
            <a:r>
              <a:t>근거 XML 구성</a:t>
            </a:r>
          </a:p>
          <a:p xmlns:a="http://schemas.openxmlformats.org/drawingml/2006/main">
            <a:r>
              <a:t>0.62 판정은 앞선 검색 완료 처리에서 수행  /  미달이면 needs_check  /  다음: generate_answer</a:t>
            </a:r>
          </a:p>
          <a:p xmlns:a="http://schemas.openxmlformats.org/drawingml/2006/main">
            <a:r>
              <a:t>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XML 근거 구성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원본 자료의 검색결과·질문·수정 지침 구성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user prompt 구성: </a:t>
            </a:r>
          </a:p>
          <a:p xmlns:a="http://schemas.openxmlformats.org/drawingml/2006/main">
            <a:r>
              <a:t>&lt;검색결과 목록&gt;{evidence}&lt;/검색결과 목록&gt;</a:t>
            </a:r>
          </a:p>
          <a:p xmlns:a="http://schemas.openxmlformats.org/drawingml/2006/main">
            <a:r>
              <a:t>&lt;사용자질문&gt;{질문}&lt;/사용자질문&gt;</a:t>
            </a:r>
          </a:p>
          <a:p xmlns:a="http://schemas.openxmlformats.org/drawingml/2006/main">
            <a: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{evidence} 구성 방법: 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순번="{index}"&gt;\n＇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원본 코드의 따옴표·태그 공백은 강의 표기  /  실제 소스는 escape로 본문을 XML 안전 문자열로 변환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generate_answer</a:t>
            </a:r>
          </a:p>
          <a:p xmlns:a="http://schemas.openxmlformats.org/drawingml/2006/main">
            <a:r>
              <a:t>구조화 답변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system·user 프롬프트로 LLM을 호출하고 정해진 답변 필드만 수신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입력: prompt  + 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원본 14페이지의 핵심 호출 코드 보존  /  다음: verify_evidence  /  예산 소진 시 중단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답변 구조와 인용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Answer + Verification  /  통과 시 END, 실패 시 build_prompt로 수정 요청  /  의미의 정확성은 별도 검토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근거 대조 핵심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현재 소스에서 추가한 근거 검증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</a:t>
            </a:r>
          </a:p>
          <a:p xmlns:a="http://schemas.openxmlformats.org/drawingml/2006/main">
            <a:r>
              <a:t>    schema_errors or invalid_refs or quote_failures or location_failures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실패 수정과 종료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질문 변환 호출도 같은 예산 사용  /  횟수·예산 소진 시 halted_by_limit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661f967445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8ff0ddc34d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42593bcd94c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5089a337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b09877191949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a66d33b6a741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cb550d22cb49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2fd4ec987ce4a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3064b0fd2044f94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96c665f41417f" /><Relationship Type="http://schemas.openxmlformats.org/officeDocument/2006/relationships/slideLayout" Target="/ppt/slideLayouts/slideLayout1.xml" Id="R5760e1938116447e" /><Relationship Type="http://schemas.openxmlformats.org/officeDocument/2006/relationships/slideLayout" Target="/ppt/slideLayouts/slideLayout2.xml" Id="R5d9b13ce853349b1" /><Relationship Type="http://schemas.openxmlformats.org/officeDocument/2006/relationships/slideLayout" Target="/ppt/slideLayouts/slideLayout3.xml" Id="R4230db179afc495a" /><Relationship Type="http://schemas.openxmlformats.org/officeDocument/2006/relationships/slideLayout" Target="/ppt/slideLayouts/slideLayout4.xml" Id="R07d94d11c5f74b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b688ba3f134f95" /><Relationship Type="http://schemas.openxmlformats.org/officeDocument/2006/relationships/slideLayout" Target="/ppt/slideLayouts/slideLayout5.xml" Id="R9c1288828e5242f8" /><Relationship Type="http://schemas.openxmlformats.org/officeDocument/2006/relationships/slideLayout" Target="/ppt/slideLayouts/slideLayout6.xml" Id="Rad5269b5836146e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6c94c33bf617478c" /><Relationship Type="http://schemas.openxmlformats.org/officeDocument/2006/relationships/theme" Target="/ppt/slideMasters/theme/theme4.xml" Id="R89ee9587281541ee" /><Relationship Type="http://schemas.openxmlformats.org/officeDocument/2006/relationships/slideLayout" Target="/ppt/slideLayouts/slideLayout7.xml" Id="Rbe5a4c1361c14502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cce25a55ee284f5c" /><Relationship Type="http://schemas.openxmlformats.org/officeDocument/2006/relationships/slideLayout" Target="/ppt/slideLayouts/slideLayout8.xml" Id="R19bfab262e1a40df" /><Relationship Type="http://schemas.openxmlformats.org/officeDocument/2006/relationships/slideLayout" Target="/ppt/slideLayouts/slideLayout9.xml" Id="R528d822325374a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0e1938116447e"/>
    <p:sldLayoutId xmlns:r="http://schemas.openxmlformats.org/officeDocument/2006/relationships" id="2147483650" r:id="R5d9b13ce853349b1"/>
    <p:sldLayoutId xmlns:r="http://schemas.openxmlformats.org/officeDocument/2006/relationships" id="2147483651" r:id="R4230db179afc495a"/>
    <p:sldLayoutId xmlns:r="http://schemas.openxmlformats.org/officeDocument/2006/relationships" id="2147483652" r:id="R07d94d11c5f74b09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9c1288828e5242f8"/>
    <p:sldLayoutId xmlns:r="http://schemas.openxmlformats.org/officeDocument/2006/relationships" id="2147483655" r:id="Rad5269b5836146ed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c33bf617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be5a4c1361c14502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19bfab262e1a40df"/>
    <p:sldLayoutId xmlns:r="http://schemas.openxmlformats.org/officeDocument/2006/relationships" id="2147483660" r:id="R528d822325374a2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db53b21f77c4a9d" /><Relationship Type="http://schemas.openxmlformats.org/officeDocument/2006/relationships/notesSlide" Target="/ppt/notesSlides/notesSlide1.xml" Id="R6be8c49f002e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a3e3b08eda441e" /><Relationship Type="http://schemas.openxmlformats.org/officeDocument/2006/relationships/notesSlide" Target="/ppt/notesSlides/notesSlide2.xml" Id="R5c92bcbacdbf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f64afc9a41475d" /><Relationship Type="http://schemas.openxmlformats.org/officeDocument/2006/relationships/notesSlide" Target="/ppt/notesSlides/notesSlide3.xml" Id="R1825f1bae998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d887c0f32f4e08" /><Relationship Type="http://schemas.openxmlformats.org/officeDocument/2006/relationships/image" Target="/ppt/media/image2.png" Id="R1cb63572205d410b" /><Relationship Type="http://schemas.openxmlformats.org/officeDocument/2006/relationships/notesSlide" Target="/ppt/notesSlides/notesSlide4.xml" Id="R841de481ca524c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016d8ac6cd4883" /><Relationship Type="http://schemas.openxmlformats.org/officeDocument/2006/relationships/notesSlide" Target="/ppt/notesSlides/notesSlide5.xml" Id="R6bc27f89b22f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67337d3b2b4fd2" /><Relationship Type="http://schemas.openxmlformats.org/officeDocument/2006/relationships/notesSlide" Target="/ppt/notesSlides/notesSlide6.xml" Id="R23cc0ee94cea43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89c610b0c4e7c" /><Relationship Type="http://schemas.openxmlformats.org/officeDocument/2006/relationships/notesSlide" Target="/ppt/notesSlides/notesSlide7.xml" Id="R2d97f962223a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1699db16da4329" /><Relationship Type="http://schemas.openxmlformats.org/officeDocument/2006/relationships/notesSlide" Target="/ppt/notesSlides/notesSlide8.xml" Id="R4eec84cba642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3c1d0dab84742" /><Relationship Type="http://schemas.openxmlformats.org/officeDocument/2006/relationships/notesSlide" Target="/ppt/notesSlides/notesSlide9.xml" Id="Rd95fd3740355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a795af66e94483" /><Relationship Type="http://schemas.openxmlformats.org/officeDocument/2006/relationships/notesSlide" Target="/ppt/notesSlides/notesSlide10.xml" Id="Rb7d0a8fb06964f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46cdd7781e4c1e" /><Relationship Type="http://schemas.openxmlformats.org/officeDocument/2006/relationships/notesSlide" Target="/ppt/notesSlides/notesSlide11.xml" Id="Rad583233125c4c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c48ac7ebe4d8f" /><Relationship Type="http://schemas.openxmlformats.org/officeDocument/2006/relationships/notesSlide" Target="/ppt/notesSlides/notesSlide12.xml" Id="R9caee42d1cc4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24715d07349f1" /><Relationship Type="http://schemas.openxmlformats.org/officeDocument/2006/relationships/notesSlide" Target="/ppt/notesSlides/notesSlide13.xml" Id="R2fba0e864d804e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b53f1019d4ead" /><Relationship Type="http://schemas.openxmlformats.org/officeDocument/2006/relationships/notesSlide" Target="/ppt/notesSlides/notesSlide14.xml" Id="R350c503b6f6f4d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868863599455b" /><Relationship Type="http://schemas.openxmlformats.org/officeDocument/2006/relationships/notesSlide" Target="/ppt/notesSlides/notesSlide15.xml" Id="R6dba6f65a1f545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3cb05cafc44a5e" /><Relationship Type="http://schemas.openxmlformats.org/officeDocument/2006/relationships/notesSlide" Target="/ppt/notesSlides/notesSlide16.xml" Id="R9a61b3ee4e8e49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ddeaa3ab94e46" /><Relationship Type="http://schemas.openxmlformats.org/officeDocument/2006/relationships/notesSlide" Target="/ppt/notesSlides/notesSlide17.xml" Id="R1a25c71a7b7f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d8c42f8184ef6" /><Relationship Type="http://schemas.openxmlformats.org/officeDocument/2006/relationships/notesSlide" Target="/ppt/notesSlides/notesSlide18.xml" Id="R9d3ba7f8bc2049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631ba7335045e7" /><Relationship Type="http://schemas.openxmlformats.org/officeDocument/2006/relationships/notesSlide" Target="/ppt/notesSlides/notesSlide19.xml" Id="R1ed968f85b8144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d24711cc944fc7" /><Relationship Type="http://schemas.openxmlformats.org/officeDocument/2006/relationships/notesSlide" Target="/ppt/notesSlides/notesSlide20.xml" Id="R758872bc7a2348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333b9c6b9a4dad" /><Relationship Type="http://schemas.openxmlformats.org/officeDocument/2006/relationships/notesSlide" Target="/ppt/notesSlides/notesSlide21.xml" Id="R0ae92fee3e314c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7f77ab666a4fee" /><Relationship Type="http://schemas.openxmlformats.org/officeDocument/2006/relationships/notesSlide" Target="/ppt/notesSlides/notesSlide22.xml" Id="R56bc7c67fca04e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5f28275eae4162" /><Relationship Type="http://schemas.openxmlformats.org/officeDocument/2006/relationships/notesSlide" Target="/ppt/notesSlides/notesSlide23.xml" Id="R00133106702240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ccc5aef79641ff" /><Relationship Type="http://schemas.openxmlformats.org/officeDocument/2006/relationships/image" Target="/ppt/media/image3.png" Id="R30cf3bdb7d6c4b6e" /><Relationship Type="http://schemas.openxmlformats.org/officeDocument/2006/relationships/notesSlide" Target="/ppt/notesSlides/notesSlide24.xml" Id="R090ae95cb24c42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7c12162dc84e3f" /><Relationship Type="http://schemas.openxmlformats.org/officeDocument/2006/relationships/notesSlide" Target="/ppt/notesSlides/notesSlide25.xml" Id="R50ab9b7751db49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b945b081243cf" /><Relationship Type="http://schemas.openxmlformats.org/officeDocument/2006/relationships/notesSlide" Target="/ppt/notesSlides/notesSlide26.xml" Id="R438e82da682a40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6b8fd25c14475f" /><Relationship Type="http://schemas.openxmlformats.org/officeDocument/2006/relationships/notesSlide" Target="/ppt/notesSlides/notesSlide27.xml" Id="R8ae5d718508a44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c4648057ba4df4" /><Relationship Type="http://schemas.openxmlformats.org/officeDocument/2006/relationships/notesSlide" Target="/ppt/notesSlides/notesSlide28.xml" Id="R8964b1aa90a847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02628d555348a2" /><Relationship Type="http://schemas.openxmlformats.org/officeDocument/2006/relationships/notesSlide" Target="/ppt/notesSlides/notesSlide29.xml" Id="Ra393c0a76f084b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301effc9ad4761" /><Relationship Type="http://schemas.openxmlformats.org/officeDocument/2006/relationships/notesSlide" Target="/ppt/notesSlides/notesSlide30.xml" Id="R138eb37efa2649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e99cd7547743aa" /><Relationship Type="http://schemas.openxmlformats.org/officeDocument/2006/relationships/notesSlide" Target="/ppt/notesSlides/notesSlide31.xml" Id="R4b2e86e9664447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5165bff8f74672" /><Relationship Type="http://schemas.openxmlformats.org/officeDocument/2006/relationships/notesSlide" Target="/ppt/notesSlides/notesSlide32.xml" Id="R2d4f023ba1f94b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c1b8457541494f" /><Relationship Type="http://schemas.openxmlformats.org/officeDocument/2006/relationships/notesSlide" Target="/ppt/notesSlides/notesSlide33.xml" Id="R4b8c7bc0c97446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b6134630f44b47" /><Relationship Type="http://schemas.openxmlformats.org/officeDocument/2006/relationships/notesSlide" Target="/ppt/notesSlides/notesSlide34.xml" Id="R4cea2743b4c54c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6a500344e4876" /><Relationship Type="http://schemas.openxmlformats.org/officeDocument/2006/relationships/notesSlide" Target="/ppt/notesSlides/notesSlide35.xml" Id="R533ec2530ae245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9268b7d7640fa" /><Relationship Type="http://schemas.openxmlformats.org/officeDocument/2006/relationships/notesSlide" Target="/ppt/notesSlides/notesSlide36.xml" Id="R26f5840b82ba45e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c8566398b408c" /><Relationship Type="http://schemas.openxmlformats.org/officeDocument/2006/relationships/notesSlide" Target="/ppt/notesSlides/notesSlide37.xml" Id="R492f040e19304c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bd7f7f7a14c38" /><Relationship Type="http://schemas.openxmlformats.org/officeDocument/2006/relationships/notesSlide" Target="/ppt/notesSlides/notesSlide38.xml" Id="R223811464da54e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fea88ed4c442d1" /><Relationship Type="http://schemas.openxmlformats.org/officeDocument/2006/relationships/notesSlide" Target="/ppt/notesSlides/notesSlide39.xml" Id="Rfff8bf7b141843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ed48bc1b14ea9" /><Relationship Type="http://schemas.openxmlformats.org/officeDocument/2006/relationships/notesSlide" Target="/ppt/notesSlides/notesSlide40.xml" Id="Rbea718e7e60c4a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fc40d53b1492f" /><Relationship Type="http://schemas.openxmlformats.org/officeDocument/2006/relationships/notesSlide" Target="/ppt/notesSlides/notesSlide41.xml" Id="R21b1ef0c8790477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3cce6dc7c74554" /><Relationship Type="http://schemas.openxmlformats.org/officeDocument/2006/relationships/notesSlide" Target="/ppt/notesSlides/notesSlide42.xml" Id="Rab09b39860ef42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6d926137a5434f" /><Relationship Type="http://schemas.openxmlformats.org/officeDocument/2006/relationships/notesSlide" Target="/ppt/notesSlides/notesSlide43.xml" Id="R3423ad7e88ec479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8a2a1313804933" /><Relationship Type="http://schemas.openxmlformats.org/officeDocument/2006/relationships/notesSlide" Target="/ppt/notesSlides/notesSlide44.xml" Id="R4078ad1c14d74c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d53833606e411a" /><Relationship Type="http://schemas.openxmlformats.org/officeDocument/2006/relationships/notesSlide" Target="/ppt/notesSlides/notesSlide45.xml" Id="R25b77c96645249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d570a7b9aa48bc" /><Relationship Type="http://schemas.openxmlformats.org/officeDocument/2006/relationships/image" Target="/ppt/media/image4.png" Id="R8472b4cc83744e1d" /><Relationship Type="http://schemas.openxmlformats.org/officeDocument/2006/relationships/notesSlide" Target="/ppt/notesSlides/notesSlide46.xml" Id="R3474e501c1414e3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0f16b1fbe04859" /><Relationship Type="http://schemas.openxmlformats.org/officeDocument/2006/relationships/notesSlide" Target="/ppt/notesSlides/notesSlide47.xml" Id="Re9d0b5e51dc442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2d1f5b9164311" /><Relationship Type="http://schemas.openxmlformats.org/officeDocument/2006/relationships/notesSlide" Target="/ppt/notesSlides/notesSlide48.xml" Id="Rfe3742d3079447d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e2d256587430b" /><Relationship Type="http://schemas.openxmlformats.org/officeDocument/2006/relationships/notesSlide" Target="/ppt/notesSlides/notesSlide49.xml" Id="R8dae0c52252c4e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c43fa6db246b6" /><Relationship Type="http://schemas.openxmlformats.org/officeDocument/2006/relationships/notesSlide" Target="/ppt/notesSlides/notesSlide50.xml" Id="R9372465af5e443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789ebcd6194fd0" /><Relationship Type="http://schemas.openxmlformats.org/officeDocument/2006/relationships/notesSlide" Target="/ppt/notesSlides/notesSlide51.xml" Id="R651735391b6a440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572cd836aa4bef" /><Relationship Type="http://schemas.openxmlformats.org/officeDocument/2006/relationships/notesSlide" Target="/ppt/notesSlides/notesSlide52.xml" Id="Rb7256861aa3d407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cd83831de54d83" /><Relationship Type="http://schemas.openxmlformats.org/officeDocument/2006/relationships/image" Target="/ppt/media/image5.png" Id="R4f1101a4bd254ed9" /><Relationship Type="http://schemas.openxmlformats.org/officeDocument/2006/relationships/notesSlide" Target="/ppt/notesSlides/notesSlide53.xml" Id="R9cc870e84fc84e5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a9d1a3873f4841" /><Relationship Type="http://schemas.openxmlformats.org/officeDocument/2006/relationships/notesSlide" Target="/ppt/notesSlides/notesSlide54.xml" Id="Rbd1a7e4f701545a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bf3ef801543fb" /><Relationship Type="http://schemas.openxmlformats.org/officeDocument/2006/relationships/image" Target="/ppt/media/image6.png" Id="Rc42d4464882a4a52" /><Relationship Type="http://schemas.openxmlformats.org/officeDocument/2006/relationships/notesSlide" Target="/ppt/notesSlides/notesSlide55.xml" Id="Re0b914af9c2042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(1/3)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3572205d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">
            <a:extLst xmlns:a="http://schemas.openxmlformats.org/drawingml/2006/main">
              <a:ext uri="{FF2B5EF4-FFF2-40B4-BE49-F238E27FC236}">
                <a16:creationId xmlns:a16="http://schemas.microsoft.com/office/drawing/2014/main" id="{4FE44E3D-2D89-4CB0-BD57-F88877D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">
            <a:extLst xmlns:a="http://schemas.openxmlformats.org/drawingml/2006/main">
              <a:ext uri="{FF2B5EF4-FFF2-40B4-BE49-F238E27FC236}">
                <a16:creationId xmlns:a16="http://schemas.microsoft.com/office/drawing/2014/main" id="{48FE818A-A7F7-4E17-A890-1AC455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6">
            <a:extLst xmlns:a="http://schemas.openxmlformats.org/drawingml/2006/main">
              <a:ext uri="{FF2B5EF4-FFF2-40B4-BE49-F238E27FC236}">
                <a16:creationId xmlns:a16="http://schemas.microsoft.com/office/drawing/2014/main" id="{29A61F63-190C-44C6-93D3-AAAF95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선택 결과와 Document 배열</a:t>
            </a:r>
          </a:p>
        </p:txBody>
      </p:sp>
      <p:sp>
        <p:nvSpPr>
          <p:cNvPr id="4" name="v2-17">
            <a:extLst xmlns:a="http://schemas.openxmlformats.org/drawingml/2006/main">
              <a:ext uri="{FF2B5EF4-FFF2-40B4-BE49-F238E27FC236}">
                <a16:creationId xmlns:a16="http://schemas.microsoft.com/office/drawing/2014/main" id="{CAE1FCCF-BEBC-4010-A90A-DE27E8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배열 예시를 유지하고, 실제 State 이름과 연결</a:t>
            </a:r>
          </a:p>
        </p:txBody>
      </p:sp>
      <p:sp>
        <p:nvSpPr>
          <p:cNvPr id="5" name="v2-18">
            <a:extLst xmlns:a="http://schemas.openxmlformats.org/drawingml/2006/main">
              <a:ext uri="{FF2B5EF4-FFF2-40B4-BE49-F238E27FC236}">
                <a16:creationId xmlns:a16="http://schemas.microsoft.com/office/drawing/2014/main" id="{19A59FA1-8B33-416B-B756-3C4AD3B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">
            <a:extLst xmlns:a="http://schemas.openxmlformats.org/drawingml/2006/main">
              <a:ext uri="{FF2B5EF4-FFF2-40B4-BE49-F238E27FC236}">
                <a16:creationId xmlns:a16="http://schemas.microsoft.com/office/drawing/2014/main" id="{B00D32A1-E4F8-4DCD-8570-C8245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0">
            <a:extLst xmlns:a="http://schemas.openxmlformats.org/drawingml/2006/main">
              <a:ext uri="{FF2B5EF4-FFF2-40B4-BE49-F238E27FC236}">
                <a16:creationId xmlns:a16="http://schemas.microsoft.com/office/drawing/2014/main" id="{BB4C08B6-08A2-47F9-B552-4098BE3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1">
            <a:extLst xmlns:a="http://schemas.openxmlformats.org/drawingml/2006/main">
              <a:ext uri="{FF2B5EF4-FFF2-40B4-BE49-F238E27FC236}">
                <a16:creationId xmlns:a16="http://schemas.microsoft.com/office/drawing/2014/main" id="{98ED63CF-6C92-4167-A4CE-2D2A7A7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selected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{약관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{혜택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{상담 파일 경로}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배열 생성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{Document 객체},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…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22">
            <a:extLst xmlns:a="http://schemas.openxmlformats.org/drawingml/2006/main">
              <a:ext uri="{FF2B5EF4-FFF2-40B4-BE49-F238E27FC236}">
                <a16:creationId xmlns:a16="http://schemas.microsoft.com/office/drawing/2014/main" id="{D0A12995-70E7-4E6D-A175-0ADD41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selected 예시는 현재 State의 sources에 해당  /  {…}는 설명용 자리표시자</a:t>
            </a:r>
          </a:p>
        </p:txBody>
      </p:sp>
      <p:sp>
        <p:nvSpPr>
          <p:cNvPr id="10" name="v2-466">
            <a:extLst xmlns:a="http://schemas.openxmlformats.org/drawingml/2006/main">
              <a:ext uri="{FF2B5EF4-FFF2-40B4-BE49-F238E27FC236}">
                <a16:creationId xmlns:a16="http://schemas.microsoft.com/office/drawing/2014/main" id="{3258E010-EAF6-4811-B730-299B72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PyMuPDF의 block·line·span을 따라 글자와 위치를 함께 읽음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반복문이 좌표와 문장을 한 쌍으로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결과 예시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[ 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((28, 15, 230, 48), "제5조(통지 방법)")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get_text("dict")로 구조를 읽고,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페이지의 위·아래 영역에서 반복되는 문구를 모아 본문에서 제거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margin_texts = set()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rectangle, text in lines: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if rectangle[3] &lt; page.rect.height * 0.055 or rectangle[1] &gt; page.rect.height * 0.95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margin_texts.add(text)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repeated.update(margin_texts)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 유지: if 줄 끝의 콜론 생략에 유의  /  상단 5.5%, 하단 5%를 검사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ID·상담사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해시 기반 가명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식별정보 잔존 시 중단  /  상담의 공개 등급은 restricted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개인정보 처리 코드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정규식 치환과 가명화 코드 보존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EMAIL.sub("[삭제]",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PAN.sub("[삭제]",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re.sub(r"가상고객\d+|가상상담사\d+", 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MEMBER.sub(lambda match: to_pseudo(match.group(0)),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return re.sub(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r"(?&lt;!\d)(?:만\s*)?(\d{1,3})\s*세",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lambda match: "60대 이상" if int(match.group(1)) &gt;= 60 else f"{int(match.group(1)) // 10 * 10}대",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text,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sub는 패턴에 맞는 내용을 치환하는 함수  /  가명화 후 별도 잔존 검사 수행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핵심 코드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document,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profiles.get(document.metadata.get("source", ""), {}),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고객·상담사의 대화 턴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embed  /  dry-run·청킹 오류 시 종료  /  긴 속성표는 행을 자르지 않고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index_manifest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upsert  /  현재 기본 모델 KURE-v2, 실제 저장 벡터 768차원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SentenceTransformer·encode 핵심 코드 보존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model = self._load()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values = model.encode(texts, batch_size=self.batch_size, normalize_embeddings=True)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normalize_embeddings=True로 벡터 정규화  /  kind 인자는 현재 구현에서 query·passage를 구분하지 않음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저장소 초기화 코드 보존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persist_directory는 저장 경로  /  cosine은 벡터 유사도 비교 방식  /  signature는 모델 일치 검사에 사용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메타데이터 정리와 upsert 호출 보존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metadata_with_id = {**metadata, "chunk_id": chunk_id}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clean_metadata = sanitize_metadata(metadata_with_id)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64개 사전 등록  /  OOV 후보는 검토 파일로만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END  /  현재 485청크: D1 53 + D2 336 + D3 96  /  2026.09.20 확인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(1/5)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9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3bdb7d6c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190" y="1018478"/>
            <a:ext cx="12980020" cy="72111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index_info 또는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vector_search  /  오류 시 종료  /  원본 이미지의 관문 0.70은 과거 값이며 현재는 0.86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query 호출 보존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where: 검색 필터링 조건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Include: 결과에 포함할 객체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top_k=5일 때, 리랭크 모드는 재평가 후보를 넉넉하게 확보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원시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 = fused_k × 4  /  fused_k는 일반 모드 top_k, 리랭크 모드 top_k × 2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"route_action": "gate_pass",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"transform_review_required": 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"transformed_queries": [],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retrieve·weight_mask 코드 보존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k=k,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weight_mask=mask,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show_progress=False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weight_mask: mask가 0인 문서의 점수를 0으로 만들어 검색 결과 순위에서 밀리게 함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 가중치 0.6, BM25 가중치 0.4  /  다음: complete_original_results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baseline_hits에 10개, hits에 5개를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# 검색결과가 유사도 점수 순으로 정렬되어 있으므로 position은 랭킹값임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merged.setdefault(hit.chunk_id, {"hit": hit, "rrf_score": 0.0, "source_ranks": {}})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# RRF score: 가중치 / (RRF 상수 + 랭킹)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질문의 근거 확보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리랭크 없는 decomposition은 하위 질문의 대표 근거를 먼저 확보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확보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확보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결과가 비어 있으면 원 질문 결과 사용  /  최종 결과가 정해지면 답변 관문 판정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모델 적재와 predict 핵심 코드 보존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질문의 상위 3개 후보를 확보하고 중복 청크는 최고 점수 채택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가중치를 나누어 더하지 않고 최고점에 0.9 적용  /  일반 변환은 RRF 사용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29B070-CD86-4554-2CF9-213C44836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rerank : 처리 예시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E80FEB-A487-7E28-C22D-3D16F2C333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13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b4cc83744e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16" y="937727"/>
            <a:ext cx="12373967" cy="696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86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답변 관문과 근거 입력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검색 결과가 확정되면 답변 가능 여부를 확인한 뒤 프롬프트 구성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검색 결과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1위 vector_score ≥ 0.62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근거 XML 구성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프롬프트 구성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순번·청크 ID·문서 유형·출처·위치·본문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원 질문을 별도 태그로 구분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repair_hints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이전 검증 오류의 수정 지침 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0.62 판정은 앞선 검색 완료 처리에서 수행  /  미달이면 needs_check  /  다음: generate_answer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검색결과·질문·수정 지침 구성 코드 보존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 prompt 구성: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&lt;검색결과 목록&gt;{evidence}&lt;/검색결과 목록&gt;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&lt;사용자질문&gt;{질문}&lt;/사용자질문&gt;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{evidence} 구성 방법: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순번="{index}"&gt;\n＇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"&lt;/검색결과&gt;"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따옴표·태그 공백은 강의 표기  /  실제 소스는 escape로 본문을 XML 안전 문자열로 변환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system·user 프롬프트로 LLM을 호출하고 정해진 답변 필드만 수신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prompt  + 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14페이지의 핵심 호출 코드 보존  /  다음: verify_evidence  /  예산 소진 시 중단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공백·바깥 따옴표 정규화 후 원문에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Answer + Verification  /  통과 시 END, 실패 시 build_prompt로 수정 요청  /  의미의 정확성은 별도 검토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근거 검증 코드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schema_errors or invalid_refs or quote_failures or location_failures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 호출도 같은 예산 사용  /  횟수·예산 소진 시 halted_by_limit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101a4bd254e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d4464882a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2026-09-20T08:31:08.9930000Z</dcterms:created>
  <dcterms:modified xsi:type="dcterms:W3CDTF">2026-09-20T08:31:08.9930000Z</dcterms:modified>
</coreProperties>
</file>