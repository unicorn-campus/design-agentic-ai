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bf18d81bae4396" /><Relationship Type="http://schemas.openxmlformats.org/officeDocument/2006/relationships/extended-properties" Target="/docProps/app.xml" Id="R9a24e961dfc8457b" /><Relationship Type="http://schemas.openxmlformats.org/officeDocument/2006/relationships/officeDocument" Target="/ppt/presentation.xml" Id="R6f12a86321b84ebe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ca9dcd220dc54226"/>
    <p:sldMasterId xmlns:r="http://schemas.openxmlformats.org/officeDocument/2006/relationships" id="2147483653" r:id="Reda8dd220b0e4278"/>
    <p:sldMasterId xmlns:r="http://schemas.openxmlformats.org/officeDocument/2006/relationships" id="2147483656" r:id="Re255b41eadbd49b1"/>
    <p:sldMasterId xmlns:r="http://schemas.openxmlformats.org/officeDocument/2006/relationships" id="2147483658" r:id="Rddbffc036b18452c"/>
  </p:sldMasterIdLst>
  <p:notesMasterIdLst>
    <p:notesMasterId xmlns:r="http://schemas.openxmlformats.org/officeDocument/2006/relationships" r:id="R3428ebe5795a4b94"/>
  </p:notesMasterIdLst>
  <p:sldIdLst>
    <p:sldId xmlns:r="http://schemas.openxmlformats.org/officeDocument/2006/relationships" id="256" r:id="Ree00ca99bcc44b85"/>
    <p:sldId xmlns:r="http://schemas.openxmlformats.org/officeDocument/2006/relationships" id="257" r:id="Rc1fdfbce250c4aed"/>
    <p:sldId xmlns:r="http://schemas.openxmlformats.org/officeDocument/2006/relationships" id="258" r:id="R803e853ca93e4b91"/>
    <p:sldId xmlns:r="http://schemas.openxmlformats.org/officeDocument/2006/relationships" id="259" r:id="R5c25fada21ca489c"/>
    <p:sldId xmlns:r="http://schemas.openxmlformats.org/officeDocument/2006/relationships" id="260" r:id="Raa94ecd9247344ca"/>
    <p:sldId xmlns:r="http://schemas.openxmlformats.org/officeDocument/2006/relationships" id="261" r:id="R0f22c73803df44a7"/>
    <p:sldId xmlns:r="http://schemas.openxmlformats.org/officeDocument/2006/relationships" id="262" r:id="Rf7f1cfd4bfd54202"/>
    <p:sldId xmlns:r="http://schemas.openxmlformats.org/officeDocument/2006/relationships" id="263" r:id="R65ab681a7f054497"/>
    <p:sldId xmlns:r="http://schemas.openxmlformats.org/officeDocument/2006/relationships" id="264" r:id="R443bd7aad0f84b14"/>
    <p:sldId xmlns:r="http://schemas.openxmlformats.org/officeDocument/2006/relationships" id="265" r:id="R0f6c502ba95d4a07"/>
    <p:sldId xmlns:r="http://schemas.openxmlformats.org/officeDocument/2006/relationships" id="266" r:id="R245c48c071254de4"/>
    <p:sldId xmlns:r="http://schemas.openxmlformats.org/officeDocument/2006/relationships" id="267" r:id="R9515ca4c504b458d"/>
    <p:sldId xmlns:r="http://schemas.openxmlformats.org/officeDocument/2006/relationships" id="268" r:id="R7f24bfcb90854009"/>
    <p:sldId xmlns:r="http://schemas.openxmlformats.org/officeDocument/2006/relationships" id="269" r:id="R111a213166fd44da"/>
    <p:sldId xmlns:r="http://schemas.openxmlformats.org/officeDocument/2006/relationships" id="270" r:id="R0fd7c1f60e714365"/>
    <p:sldId xmlns:r="http://schemas.openxmlformats.org/officeDocument/2006/relationships" id="271" r:id="R40ff9873041d4743"/>
    <p:sldId xmlns:r="http://schemas.openxmlformats.org/officeDocument/2006/relationships" id="272" r:id="R1cb2dba526d446c4"/>
    <p:sldId xmlns:r="http://schemas.openxmlformats.org/officeDocument/2006/relationships" id="273" r:id="Ra466fb56f1aa43c5"/>
    <p:sldId xmlns:r="http://schemas.openxmlformats.org/officeDocument/2006/relationships" id="274" r:id="R6dab0339794d4bf9"/>
    <p:sldId xmlns:r="http://schemas.openxmlformats.org/officeDocument/2006/relationships" id="275" r:id="Rb830532b854d4b86"/>
    <p:sldId xmlns:r="http://schemas.openxmlformats.org/officeDocument/2006/relationships" id="276" r:id="R43403d660e5a42ba"/>
    <p:sldId xmlns:r="http://schemas.openxmlformats.org/officeDocument/2006/relationships" id="277" r:id="Rf4869c0f81d44a9f"/>
    <p:sldId xmlns:r="http://schemas.openxmlformats.org/officeDocument/2006/relationships" id="278" r:id="R75e908fe255c44e2"/>
    <p:sldId xmlns:r="http://schemas.openxmlformats.org/officeDocument/2006/relationships" id="279" r:id="R9fbd8857e3dc4ceb"/>
    <p:sldId xmlns:r="http://schemas.openxmlformats.org/officeDocument/2006/relationships" id="280" r:id="Rd3f19c6915ab4c51"/>
    <p:sldId xmlns:r="http://schemas.openxmlformats.org/officeDocument/2006/relationships" id="281" r:id="R9baa186931fe4a49"/>
    <p:sldId xmlns:r="http://schemas.openxmlformats.org/officeDocument/2006/relationships" id="282" r:id="Rcd44a0294d3f4bca"/>
    <p:sldId xmlns:r="http://schemas.openxmlformats.org/officeDocument/2006/relationships" id="283" r:id="R0875329badae4d97"/>
    <p:sldId xmlns:r="http://schemas.openxmlformats.org/officeDocument/2006/relationships" id="284" r:id="R7b4e4a2f15c64142"/>
    <p:sldId xmlns:r="http://schemas.openxmlformats.org/officeDocument/2006/relationships" id="285" r:id="R94275f2687df4c41"/>
    <p:sldId xmlns:r="http://schemas.openxmlformats.org/officeDocument/2006/relationships" id="286" r:id="R40f81ff8b424415f"/>
    <p:sldId xmlns:r="http://schemas.openxmlformats.org/officeDocument/2006/relationships" id="287" r:id="R70b8df026eed45af"/>
    <p:sldId xmlns:r="http://schemas.openxmlformats.org/officeDocument/2006/relationships" id="288" r:id="R29e4207f04864752"/>
    <p:sldId xmlns:r="http://schemas.openxmlformats.org/officeDocument/2006/relationships" id="289" r:id="Raad5761ee1634fb3"/>
    <p:sldId xmlns:r="http://schemas.openxmlformats.org/officeDocument/2006/relationships" id="290" r:id="R87bfd0ff805f428b"/>
    <p:sldId xmlns:r="http://schemas.openxmlformats.org/officeDocument/2006/relationships" id="291" r:id="Rcd4a915a3ef64a25"/>
    <p:sldId xmlns:r="http://schemas.openxmlformats.org/officeDocument/2006/relationships" id="292" r:id="R7f616e212f814075"/>
    <p:sldId xmlns:r="http://schemas.openxmlformats.org/officeDocument/2006/relationships" id="293" r:id="R8521fe894a044704"/>
    <p:sldId xmlns:r="http://schemas.openxmlformats.org/officeDocument/2006/relationships" id="294" r:id="R4cc693417b3b49cd"/>
    <p:sldId xmlns:r="http://schemas.openxmlformats.org/officeDocument/2006/relationships" id="295" r:id="R6665d1a2b123492b"/>
    <p:sldId xmlns:r="http://schemas.openxmlformats.org/officeDocument/2006/relationships" id="296" r:id="Rd49942d5089847ef"/>
    <p:sldId xmlns:r="http://schemas.openxmlformats.org/officeDocument/2006/relationships" id="297" r:id="R9f5cef645a904392"/>
    <p:sldId xmlns:r="http://schemas.openxmlformats.org/officeDocument/2006/relationships" id="298" r:id="R26503535d04247f1"/>
    <p:sldId xmlns:r="http://schemas.openxmlformats.org/officeDocument/2006/relationships" id="299" r:id="R6670872436504303"/>
    <p:sldId xmlns:r="http://schemas.openxmlformats.org/officeDocument/2006/relationships" id="300" r:id="R4a57b6c9e6f94200"/>
    <p:sldId xmlns:r="http://schemas.openxmlformats.org/officeDocument/2006/relationships" id="301" r:id="R665a18ecd5b34630"/>
    <p:sldId xmlns:r="http://schemas.openxmlformats.org/officeDocument/2006/relationships" id="302" r:id="R9e5049b6444e4db6"/>
    <p:sldId xmlns:r="http://schemas.openxmlformats.org/officeDocument/2006/relationships" id="303" r:id="Rbc97990132de4481"/>
    <p:sldId xmlns:r="http://schemas.openxmlformats.org/officeDocument/2006/relationships" id="304" r:id="R12c4fb1a3e7e4152"/>
    <p:sldId xmlns:r="http://schemas.openxmlformats.org/officeDocument/2006/relationships" id="305" r:id="R5f2a1de7d9e34073"/>
    <p:sldId xmlns:r="http://schemas.openxmlformats.org/officeDocument/2006/relationships" id="306" r:id="R8736f8e768314f55"/>
    <p:sldId xmlns:r="http://schemas.openxmlformats.org/officeDocument/2006/relationships" id="307" r:id="R6dfd2a71dff24940"/>
    <p:sldId xmlns:r="http://schemas.openxmlformats.org/officeDocument/2006/relationships" id="308" r:id="R606b35aa982d41f3"/>
    <p:sldId xmlns:r="http://schemas.openxmlformats.org/officeDocument/2006/relationships" id="309" r:id="R96d7cb8bccb046de"/>
    <p:sldId xmlns:r="http://schemas.openxmlformats.org/officeDocument/2006/relationships" id="310" r:id="R7f2761a0abe94639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543c25e0bf9c4dad"/>
    </p:embeddedFont>
    <p:embeddedFont>
      <p:font typeface="Pretendard"/>
      <p:regular xmlns:r="http://schemas.openxmlformats.org/officeDocument/2006/relationships" r:id="R09709784fda24b74"/>
      <p:bold xmlns:r="http://schemas.openxmlformats.org/officeDocument/2006/relationships" r:id="Rcd00f77c8ed349e8"/>
    </p:embeddedFont>
    <p:embeddedFont>
      <p:font typeface="Pretendard Medium"/>
      <p:regular xmlns:r="http://schemas.openxmlformats.org/officeDocument/2006/relationships" r:id="Rb401788a59f4454c"/>
    </p:embeddedFont>
    <p:embeddedFont>
      <p:font typeface="Pretendard SemiBold"/>
      <p:bold xmlns:r="http://schemas.openxmlformats.org/officeDocument/2006/relationships" r:id="Re520a0c62eb644d6"/>
    </p:embeddedFont>
    <p:embeddedFont>
      <p:font typeface="맑은 고딕"/>
      <p:regular xmlns:r="http://schemas.openxmlformats.org/officeDocument/2006/relationships" r:id="Rf1f329991a494a31"/>
      <p:bold xmlns:r="http://schemas.openxmlformats.org/officeDocument/2006/relationships" r:id="Re6c47699567b441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79a3cdfcf04792" /><Relationship Type="http://schemas.openxmlformats.org/officeDocument/2006/relationships/slideMaster" Target="/ppt/slideMasters/slideMaster1.xml" Id="Rca9dcd220dc54226" /><Relationship Type="http://schemas.openxmlformats.org/officeDocument/2006/relationships/slideMaster" Target="/ppt/slideMasters/slideMaster2.xml" Id="Reda8dd220b0e4278" /><Relationship Type="http://schemas.openxmlformats.org/officeDocument/2006/relationships/slideMaster" Target="/ppt/slideMasters/slideMaster3.xml" Id="Re255b41eadbd49b1" /><Relationship Type="http://schemas.openxmlformats.org/officeDocument/2006/relationships/slideMaster" Target="/ppt/slideMasters/slideMaster4.xml" Id="Rddbffc036b18452c" /><Relationship Type="http://schemas.openxmlformats.org/officeDocument/2006/relationships/notesMaster" Target="/ppt/notesMasters/notesMaster1.xml" Id="R3428ebe5795a4b94" /><Relationship Type="http://schemas.openxmlformats.org/officeDocument/2006/relationships/presProps" Target="/ppt/presProps.xml" Id="R1534d877af004eb3" /><Relationship Type="http://schemas.openxmlformats.org/officeDocument/2006/relationships/viewProps" Target="/ppt/viewProps.xml" Id="R497bc859426c4cdb" /><Relationship Type="http://schemas.openxmlformats.org/officeDocument/2006/relationships/tableStyles" Target="/ppt/tableStyles.xml" Id="R3c00440626664d6a" /><Relationship Type="http://schemas.openxmlformats.org/officeDocument/2006/relationships/font" Target="/ppt/fonts/font.dat" Id="R543c25e0bf9c4dad" /><Relationship Type="http://schemas.openxmlformats.org/officeDocument/2006/relationships/font" Target="/ppt/fonts/font2.dat" Id="R09709784fda24b74" /><Relationship Type="http://schemas.openxmlformats.org/officeDocument/2006/relationships/font" Target="/ppt/fonts/font3.dat" Id="Rcd00f77c8ed349e8" /><Relationship Type="http://schemas.openxmlformats.org/officeDocument/2006/relationships/font" Target="/ppt/fonts/font4.dat" Id="Rb401788a59f4454c" /><Relationship Type="http://schemas.openxmlformats.org/officeDocument/2006/relationships/font" Target="/ppt/fonts/font5.dat" Id="Re520a0c62eb644d6" /><Relationship Type="http://schemas.openxmlformats.org/officeDocument/2006/relationships/font" Target="/ppt/fonts/font6.dat" Id="Rf1f329991a494a31" /><Relationship Type="http://schemas.openxmlformats.org/officeDocument/2006/relationships/font" Target="/ppt/fonts/font7.dat" Id="Re6c47699567b441a" /><Relationship Type="http://schemas.openxmlformats.org/officeDocument/2006/relationships/slide" Target="/ppt/slides/slide1.xml" Id="Ree00ca99bcc44b85" /><Relationship Type="http://schemas.openxmlformats.org/officeDocument/2006/relationships/slide" Target="/ppt/slides/slide2.xml" Id="Rc1fdfbce250c4aed" /><Relationship Type="http://schemas.openxmlformats.org/officeDocument/2006/relationships/slide" Target="/ppt/slides/slide3.xml" Id="R803e853ca93e4b91" /><Relationship Type="http://schemas.openxmlformats.org/officeDocument/2006/relationships/slide" Target="/ppt/slides/slide4.xml" Id="R5c25fada21ca489c" /><Relationship Type="http://schemas.openxmlformats.org/officeDocument/2006/relationships/slide" Target="/ppt/slides/slide5.xml" Id="Raa94ecd9247344ca" /><Relationship Type="http://schemas.openxmlformats.org/officeDocument/2006/relationships/slide" Target="/ppt/slides/slide6.xml" Id="R0f22c73803df44a7" /><Relationship Type="http://schemas.openxmlformats.org/officeDocument/2006/relationships/slide" Target="/ppt/slides/slide7.xml" Id="Rf7f1cfd4bfd54202" /><Relationship Type="http://schemas.openxmlformats.org/officeDocument/2006/relationships/slide" Target="/ppt/slides/slide8.xml" Id="R65ab681a7f054497" /><Relationship Type="http://schemas.openxmlformats.org/officeDocument/2006/relationships/slide" Target="/ppt/slides/slide9.xml" Id="R443bd7aad0f84b14" /><Relationship Type="http://schemas.openxmlformats.org/officeDocument/2006/relationships/slide" Target="/ppt/slides/slide10.xml" Id="R0f6c502ba95d4a07" /><Relationship Type="http://schemas.openxmlformats.org/officeDocument/2006/relationships/slide" Target="/ppt/slides/slide11.xml" Id="R245c48c071254de4" /><Relationship Type="http://schemas.openxmlformats.org/officeDocument/2006/relationships/slide" Target="/ppt/slides/slide12.xml" Id="R9515ca4c504b458d" /><Relationship Type="http://schemas.openxmlformats.org/officeDocument/2006/relationships/slide" Target="/ppt/slides/slide13.xml" Id="R7f24bfcb90854009" /><Relationship Type="http://schemas.openxmlformats.org/officeDocument/2006/relationships/slide" Target="/ppt/slides/slide14.xml" Id="R111a213166fd44da" /><Relationship Type="http://schemas.openxmlformats.org/officeDocument/2006/relationships/slide" Target="/ppt/slides/slide15.xml" Id="R0fd7c1f60e714365" /><Relationship Type="http://schemas.openxmlformats.org/officeDocument/2006/relationships/slide" Target="/ppt/slides/slide16.xml" Id="R40ff9873041d4743" /><Relationship Type="http://schemas.openxmlformats.org/officeDocument/2006/relationships/slide" Target="/ppt/slides/slide17.xml" Id="R1cb2dba526d446c4" /><Relationship Type="http://schemas.openxmlformats.org/officeDocument/2006/relationships/slide" Target="/ppt/slides/slide18.xml" Id="Ra466fb56f1aa43c5" /><Relationship Type="http://schemas.openxmlformats.org/officeDocument/2006/relationships/slide" Target="/ppt/slides/slide19.xml" Id="R6dab0339794d4bf9" /><Relationship Type="http://schemas.openxmlformats.org/officeDocument/2006/relationships/slide" Target="/ppt/slides/slide20.xml" Id="Rb830532b854d4b86" /><Relationship Type="http://schemas.openxmlformats.org/officeDocument/2006/relationships/slide" Target="/ppt/slides/slide21.xml" Id="R43403d660e5a42ba" /><Relationship Type="http://schemas.openxmlformats.org/officeDocument/2006/relationships/slide" Target="/ppt/slides/slide22.xml" Id="Rf4869c0f81d44a9f" /><Relationship Type="http://schemas.openxmlformats.org/officeDocument/2006/relationships/slide" Target="/ppt/slides/slide23.xml" Id="R75e908fe255c44e2" /><Relationship Type="http://schemas.openxmlformats.org/officeDocument/2006/relationships/slide" Target="/ppt/slides/slide24.xml" Id="R9fbd8857e3dc4ceb" /><Relationship Type="http://schemas.openxmlformats.org/officeDocument/2006/relationships/slide" Target="/ppt/slides/slide25.xml" Id="Rd3f19c6915ab4c51" /><Relationship Type="http://schemas.openxmlformats.org/officeDocument/2006/relationships/slide" Target="/ppt/slides/slide26.xml" Id="R9baa186931fe4a49" /><Relationship Type="http://schemas.openxmlformats.org/officeDocument/2006/relationships/slide" Target="/ppt/slides/slide27.xml" Id="Rcd44a0294d3f4bca" /><Relationship Type="http://schemas.openxmlformats.org/officeDocument/2006/relationships/slide" Target="/ppt/slides/slide28.xml" Id="R0875329badae4d97" /><Relationship Type="http://schemas.openxmlformats.org/officeDocument/2006/relationships/slide" Target="/ppt/slides/slide29.xml" Id="R7b4e4a2f15c64142" /><Relationship Type="http://schemas.openxmlformats.org/officeDocument/2006/relationships/slide" Target="/ppt/slides/slide30.xml" Id="R94275f2687df4c41" /><Relationship Type="http://schemas.openxmlformats.org/officeDocument/2006/relationships/slide" Target="/ppt/slides/slide31.xml" Id="R40f81ff8b424415f" /><Relationship Type="http://schemas.openxmlformats.org/officeDocument/2006/relationships/slide" Target="/ppt/slides/slide32.xml" Id="R70b8df026eed45af" /><Relationship Type="http://schemas.openxmlformats.org/officeDocument/2006/relationships/slide" Target="/ppt/slides/slide33.xml" Id="R29e4207f04864752" /><Relationship Type="http://schemas.openxmlformats.org/officeDocument/2006/relationships/slide" Target="/ppt/slides/slide34.xml" Id="Raad5761ee1634fb3" /><Relationship Type="http://schemas.openxmlformats.org/officeDocument/2006/relationships/slide" Target="/ppt/slides/slide35.xml" Id="R87bfd0ff805f428b" /><Relationship Type="http://schemas.openxmlformats.org/officeDocument/2006/relationships/slide" Target="/ppt/slides/slide36.xml" Id="Rcd4a915a3ef64a25" /><Relationship Type="http://schemas.openxmlformats.org/officeDocument/2006/relationships/slide" Target="/ppt/slides/slide37.xml" Id="R7f616e212f814075" /><Relationship Type="http://schemas.openxmlformats.org/officeDocument/2006/relationships/slide" Target="/ppt/slides/slide38.xml" Id="R8521fe894a044704" /><Relationship Type="http://schemas.openxmlformats.org/officeDocument/2006/relationships/slide" Target="/ppt/slides/slide39.xml" Id="R4cc693417b3b49cd" /><Relationship Type="http://schemas.openxmlformats.org/officeDocument/2006/relationships/slide" Target="/ppt/slides/slide40.xml" Id="R6665d1a2b123492b" /><Relationship Type="http://schemas.openxmlformats.org/officeDocument/2006/relationships/slide" Target="/ppt/slides/slide41.xml" Id="Rd49942d5089847ef" /><Relationship Type="http://schemas.openxmlformats.org/officeDocument/2006/relationships/slide" Target="/ppt/slides/slide42.xml" Id="R9f5cef645a904392" /><Relationship Type="http://schemas.openxmlformats.org/officeDocument/2006/relationships/slide" Target="/ppt/slides/slide43.xml" Id="R26503535d04247f1" /><Relationship Type="http://schemas.openxmlformats.org/officeDocument/2006/relationships/slide" Target="/ppt/slides/slide44.xml" Id="R6670872436504303" /><Relationship Type="http://schemas.openxmlformats.org/officeDocument/2006/relationships/slide" Target="/ppt/slides/slide45.xml" Id="R4a57b6c9e6f94200" /><Relationship Type="http://schemas.openxmlformats.org/officeDocument/2006/relationships/slide" Target="/ppt/slides/slide46.xml" Id="R665a18ecd5b34630" /><Relationship Type="http://schemas.openxmlformats.org/officeDocument/2006/relationships/slide" Target="/ppt/slides/slide47.xml" Id="R9e5049b6444e4db6" /><Relationship Type="http://schemas.openxmlformats.org/officeDocument/2006/relationships/slide" Target="/ppt/slides/slide48.xml" Id="Rbc97990132de4481" /><Relationship Type="http://schemas.openxmlformats.org/officeDocument/2006/relationships/slide" Target="/ppt/slides/slide49.xml" Id="R12c4fb1a3e7e4152" /><Relationship Type="http://schemas.openxmlformats.org/officeDocument/2006/relationships/slide" Target="/ppt/slides/slide50.xml" Id="R5f2a1de7d9e34073" /><Relationship Type="http://schemas.openxmlformats.org/officeDocument/2006/relationships/slide" Target="/ppt/slides/slide51.xml" Id="R8736f8e768314f55" /><Relationship Type="http://schemas.openxmlformats.org/officeDocument/2006/relationships/slide" Target="/ppt/slides/slide52.xml" Id="R6dfd2a71dff24940" /><Relationship Type="http://schemas.openxmlformats.org/officeDocument/2006/relationships/slide" Target="/ppt/slides/slide53.xml" Id="R606b35aa982d41f3" /><Relationship Type="http://schemas.openxmlformats.org/officeDocument/2006/relationships/slide" Target="/ppt/slides/slide54.xml" Id="R96d7cb8bccb046de" /><Relationship Type="http://schemas.openxmlformats.org/officeDocument/2006/relationships/slide" Target="/ppt/slides/slide55.xml" Id="R7f2761a0abe9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e39e809a2971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fd971ddff438f" /><Relationship Type="http://schemas.openxmlformats.org/officeDocument/2006/relationships/notesMaster" Target="/ppt/notesMasters/notesMaster1.xml" Id="Re7220688ad0f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4a51f18a947bc" /><Relationship Type="http://schemas.openxmlformats.org/officeDocument/2006/relationships/notesMaster" Target="/ppt/notesMasters/notesMaster1.xml" Id="R6f259f76a13b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6b96712474932" /><Relationship Type="http://schemas.openxmlformats.org/officeDocument/2006/relationships/notesMaster" Target="/ppt/notesMasters/notesMaster1.xml" Id="Rdcdc58d0b7d34d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eec5d7fe44f43" /><Relationship Type="http://schemas.openxmlformats.org/officeDocument/2006/relationships/notesMaster" Target="/ppt/notesMasters/notesMaster1.xml" Id="Rcdb84bfb74bd48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991a634b54467" /><Relationship Type="http://schemas.openxmlformats.org/officeDocument/2006/relationships/notesMaster" Target="/ppt/notesMasters/notesMaster1.xml" Id="R062c591ea58e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02121b2bb457f" /><Relationship Type="http://schemas.openxmlformats.org/officeDocument/2006/relationships/notesMaster" Target="/ppt/notesMasters/notesMaster1.xml" Id="R722c35f0d30d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29e1526cae4ff5" /><Relationship Type="http://schemas.openxmlformats.org/officeDocument/2006/relationships/notesMaster" Target="/ppt/notesMasters/notesMaster1.xml" Id="R1f474e4a07fd4d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39a08fc8545c4" /><Relationship Type="http://schemas.openxmlformats.org/officeDocument/2006/relationships/notesMaster" Target="/ppt/notesMasters/notesMaster1.xml" Id="Rbc2d36e1a9d646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fdf3fc11547e7" /><Relationship Type="http://schemas.openxmlformats.org/officeDocument/2006/relationships/notesMaster" Target="/ppt/notesMasters/notesMaster1.xml" Id="R713ee8a12c6f4f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74a548e284788" /><Relationship Type="http://schemas.openxmlformats.org/officeDocument/2006/relationships/notesMaster" Target="/ppt/notesMasters/notesMaster1.xml" Id="R3aa4b284423a45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0e3fbcac4c47cc" /><Relationship Type="http://schemas.openxmlformats.org/officeDocument/2006/relationships/notesMaster" Target="/ppt/notesMasters/notesMaster1.xml" Id="R40eb112a1eb247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f0697cd8334c76" /><Relationship Type="http://schemas.openxmlformats.org/officeDocument/2006/relationships/notesMaster" Target="/ppt/notesMasters/notesMaster1.xml" Id="R06c0de1464c549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67a304fcf94b2b" /><Relationship Type="http://schemas.openxmlformats.org/officeDocument/2006/relationships/notesMaster" Target="/ppt/notesMasters/notesMaster1.xml" Id="Ra39aeda4065c4d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d1012d4bb644a1" /><Relationship Type="http://schemas.openxmlformats.org/officeDocument/2006/relationships/notesMaster" Target="/ppt/notesMasters/notesMaster1.xml" Id="Rdb8232a4043e48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6f5de58b4645df" /><Relationship Type="http://schemas.openxmlformats.org/officeDocument/2006/relationships/notesMaster" Target="/ppt/notesMasters/notesMaster1.xml" Id="R7c79b6ebf62845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2b64a30afd41b1" /><Relationship Type="http://schemas.openxmlformats.org/officeDocument/2006/relationships/notesMaster" Target="/ppt/notesMasters/notesMaster1.xml" Id="R135c1f9abbcb4c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20e568935f480d" /><Relationship Type="http://schemas.openxmlformats.org/officeDocument/2006/relationships/notesMaster" Target="/ppt/notesMasters/notesMaster1.xml" Id="R071dca1027ce48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df2ad6a8bb42c2" /><Relationship Type="http://schemas.openxmlformats.org/officeDocument/2006/relationships/notesMaster" Target="/ppt/notesMasters/notesMaster1.xml" Id="R62cdba6cace346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42a243588f4dd6" /><Relationship Type="http://schemas.openxmlformats.org/officeDocument/2006/relationships/notesMaster" Target="/ppt/notesMasters/notesMaster1.xml" Id="Re9ba0ede4cee41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12a67876904840" /><Relationship Type="http://schemas.openxmlformats.org/officeDocument/2006/relationships/notesMaster" Target="/ppt/notesMasters/notesMaster1.xml" Id="Rf280bd6f03404b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12ac03850240c8" /><Relationship Type="http://schemas.openxmlformats.org/officeDocument/2006/relationships/notesMaster" Target="/ppt/notesMasters/notesMaster1.xml" Id="R517816ea19364d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eef694593e4b67" /><Relationship Type="http://schemas.openxmlformats.org/officeDocument/2006/relationships/notesMaster" Target="/ppt/notesMasters/notesMaster1.xml" Id="R891ed8e4673b42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91b0f0b4d84d14" /><Relationship Type="http://schemas.openxmlformats.org/officeDocument/2006/relationships/notesMaster" Target="/ppt/notesMasters/notesMaster1.xml" Id="R4c6d3077646643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a184532dac4818" /><Relationship Type="http://schemas.openxmlformats.org/officeDocument/2006/relationships/notesMaster" Target="/ppt/notesMasters/notesMaster1.xml" Id="R049e012654824a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45f8bb05ad4879" /><Relationship Type="http://schemas.openxmlformats.org/officeDocument/2006/relationships/notesMaster" Target="/ppt/notesMasters/notesMaster1.xml" Id="Rb6daa4bee7ac42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dcba72a5294010" /><Relationship Type="http://schemas.openxmlformats.org/officeDocument/2006/relationships/notesMaster" Target="/ppt/notesMasters/notesMaster1.xml" Id="R28191286674a46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7ac1c87a7146bf" /><Relationship Type="http://schemas.openxmlformats.org/officeDocument/2006/relationships/notesMaster" Target="/ppt/notesMasters/notesMaster1.xml" Id="Rc2c54de9a6ab46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e8295361e24a69" /><Relationship Type="http://schemas.openxmlformats.org/officeDocument/2006/relationships/notesMaster" Target="/ppt/notesMasters/notesMaster1.xml" Id="Rd5e43592b27047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9dc360e5864914" /><Relationship Type="http://schemas.openxmlformats.org/officeDocument/2006/relationships/notesMaster" Target="/ppt/notesMasters/notesMaster1.xml" Id="R38bb0fa9f6ca49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fcdf99b8464ee8" /><Relationship Type="http://schemas.openxmlformats.org/officeDocument/2006/relationships/notesMaster" Target="/ppt/notesMasters/notesMaster1.xml" Id="R4e410a6687a947b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e34f6920444f9d" /><Relationship Type="http://schemas.openxmlformats.org/officeDocument/2006/relationships/notesMaster" Target="/ppt/notesMasters/notesMaster1.xml" Id="R7e3a7d65d5ac47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77176d9fe24114" /><Relationship Type="http://schemas.openxmlformats.org/officeDocument/2006/relationships/notesMaster" Target="/ppt/notesMasters/notesMaster1.xml" Id="R88aaa11bf9e04be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fe0a77e78c4f3b" /><Relationship Type="http://schemas.openxmlformats.org/officeDocument/2006/relationships/notesMaster" Target="/ppt/notesMasters/notesMaster1.xml" Id="R16da8f4d208748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d9f2adb187485f" /><Relationship Type="http://schemas.openxmlformats.org/officeDocument/2006/relationships/notesMaster" Target="/ppt/notesMasters/notesMaster1.xml" Id="Rcf1e2f7cb9dd467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6b632a34eca4883" /><Relationship Type="http://schemas.openxmlformats.org/officeDocument/2006/relationships/notesMaster" Target="/ppt/notesMasters/notesMaster1.xml" Id="R62bb68b96fdd401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19f0baba8c347de" /><Relationship Type="http://schemas.openxmlformats.org/officeDocument/2006/relationships/notesMaster" Target="/ppt/notesMasters/notesMaster1.xml" Id="Rbc1dfe3caf0643f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1abcbc3feb848e4" /><Relationship Type="http://schemas.openxmlformats.org/officeDocument/2006/relationships/notesMaster" Target="/ppt/notesMasters/notesMaster1.xml" Id="Racbfb8d7ed1f4a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780a8a732c48d1" /><Relationship Type="http://schemas.openxmlformats.org/officeDocument/2006/relationships/notesMaster" Target="/ppt/notesMasters/notesMaster1.xml" Id="R42c20a6032724e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504de936eb74453" /><Relationship Type="http://schemas.openxmlformats.org/officeDocument/2006/relationships/notesMaster" Target="/ppt/notesMasters/notesMaster1.xml" Id="R3185ab38c206450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26a83553d61473f" /><Relationship Type="http://schemas.openxmlformats.org/officeDocument/2006/relationships/notesMaster" Target="/ppt/notesMasters/notesMaster1.xml" Id="R61a3a1d7c53b44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e9736eedd6e4a72" /><Relationship Type="http://schemas.openxmlformats.org/officeDocument/2006/relationships/notesMaster" Target="/ppt/notesMasters/notesMaster1.xml" Id="R855729edf380432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c2e68bbd1994905" /><Relationship Type="http://schemas.openxmlformats.org/officeDocument/2006/relationships/notesMaster" Target="/ppt/notesMasters/notesMaster1.xml" Id="Ra9bf3ff0fd60484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d860bd4719f4646" /><Relationship Type="http://schemas.openxmlformats.org/officeDocument/2006/relationships/notesMaster" Target="/ppt/notesMasters/notesMaster1.xml" Id="R206e6d130c83496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5ed9842dafa40c4" /><Relationship Type="http://schemas.openxmlformats.org/officeDocument/2006/relationships/notesMaster" Target="/ppt/notesMasters/notesMaster1.xml" Id="Red54202f51a74ec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8fb2a106e3e4f8e" /><Relationship Type="http://schemas.openxmlformats.org/officeDocument/2006/relationships/notesMaster" Target="/ppt/notesMasters/notesMaster1.xml" Id="Rc13e3f9b7b644e1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2b9f24de7434878" /><Relationship Type="http://schemas.openxmlformats.org/officeDocument/2006/relationships/notesMaster" Target="/ppt/notesMasters/notesMaster1.xml" Id="Rf1fbbdd7022a4d1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199b1ab638d4dc6" /><Relationship Type="http://schemas.openxmlformats.org/officeDocument/2006/relationships/notesMaster" Target="/ppt/notesMasters/notesMaster1.xml" Id="Rb22440c6c4c0485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9549458a9824a1c" /><Relationship Type="http://schemas.openxmlformats.org/officeDocument/2006/relationships/notesMaster" Target="/ppt/notesMasters/notesMaster1.xml" Id="Rc59ae5bf0352486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29fe6ece3b407b" /><Relationship Type="http://schemas.openxmlformats.org/officeDocument/2006/relationships/notesMaster" Target="/ppt/notesMasters/notesMaster1.xml" Id="R75b7861c9742489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b49639515b34edc" /><Relationship Type="http://schemas.openxmlformats.org/officeDocument/2006/relationships/notesMaster" Target="/ppt/notesMasters/notesMaster1.xml" Id="R02f71150662f40d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e638b37813b4c75" /><Relationship Type="http://schemas.openxmlformats.org/officeDocument/2006/relationships/notesMaster" Target="/ppt/notesMasters/notesMaster1.xml" Id="Rce69f8e4429d445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9e28497b5a241b8" /><Relationship Type="http://schemas.openxmlformats.org/officeDocument/2006/relationships/notesMaster" Target="/ppt/notesMasters/notesMaster1.xml" Id="R923f3e05bc9d4d9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66879a622fb4f2e" /><Relationship Type="http://schemas.openxmlformats.org/officeDocument/2006/relationships/notesMaster" Target="/ppt/notesMasters/notesMaster1.xml" Id="R51d274202d47482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944979d2b164a30" /><Relationship Type="http://schemas.openxmlformats.org/officeDocument/2006/relationships/notesMaster" Target="/ppt/notesMasters/notesMaster1.xml" Id="R5695db8e74154d1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3ba7d09651c42c8" /><Relationship Type="http://schemas.openxmlformats.org/officeDocument/2006/relationships/notesMaster" Target="/ppt/notesMasters/notesMaster1.xml" Id="R8776c05ae10b41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선택 결과와 Document 배열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선택 결과와 Document 배열</a:t>
            </a:r>
          </a:p>
          <a:p xmlns:a="http://schemas.openxmlformats.org/drawingml/2006/main">
            <a:r>
              <a:t>원본 자료의 배열 예시를 유지하고, 실제 State 이름과 연결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selected = [</a:t>
            </a:r>
          </a:p>
          <a:p xmlns:a="http://schemas.openxmlformats.org/drawingml/2006/main">
            <a:r>
              <a:t>    {약관 파일 경로},</a:t>
            </a:r>
          </a:p>
          <a:p xmlns:a="http://schemas.openxmlformats.org/drawingml/2006/main">
            <a:r>
              <a:t>    {혜택 파일 경로},</a:t>
            </a:r>
          </a:p>
          <a:p xmlns:a="http://schemas.openxmlformats.org/drawingml/2006/main">
            <a:r>
              <a:t>    {상담 파일 경로}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배열 생성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{Document 객체},</a:t>
            </a:r>
          </a:p>
          <a:p xmlns:a="http://schemas.openxmlformats.org/drawingml/2006/main">
            <a:r>
              <a:t>  …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원본 selected 예시는 현재 State의 sources에 해당  /  {…}는 설명용 자리표시자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5페이지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파일을 Document로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좌표와 글자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PyMuPDF의 block·line·span을 따라 글자와 위치를 함께 읽음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한 줄씩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원본 코드의 반복문이 좌표와 문장을 한 쌍으로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결과 예시</a:t>
            </a:r>
          </a:p>
          <a:p xmlns:a="http://schemas.openxmlformats.org/drawingml/2006/main">
            <a:r>
              <a:t>[ </a:t>
            </a:r>
          </a:p>
          <a:p xmlns:a="http://schemas.openxmlformats.org/drawingml/2006/main">
            <a:r>
              <a:t>((28, 15, 230, 48), "제5조(통지 방법)")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get_text("dict")로 구조를 읽고,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반복 머리말·꼬리말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페이지의 위·아래 영역에서 반복되는 문구를 모아 본문에서 제거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margin_texts = set()</a:t>
            </a:r>
          </a:p>
          <a:p xmlns:a="http://schemas.openxmlformats.org/drawingml/2006/main">
            <a:r>
              <a:t>    for rectangle, text in lines:</a:t>
            </a:r>
          </a:p>
          <a:p xmlns:a="http://schemas.openxmlformats.org/drawingml/2006/main">
            <a:r>
              <a:t>        if rectangle[3] &lt; page.rect.height * 0.055 or rectangle[1] &gt; page.rect.height * 0.95</a:t>
            </a:r>
          </a:p>
          <a:p xmlns:a="http://schemas.openxmlformats.org/drawingml/2006/main">
            <a:r>
              <a:t>               margin_texts.add(text)</a:t>
            </a:r>
          </a:p>
          <a:p xmlns:a="http://schemas.openxmlformats.org/drawingml/2006/main">
            <a:r>
              <a:t>    repeated.update(margin_texts)</a:t>
            </a:r>
          </a:p>
          <a:p xmlns:a="http://schemas.openxmlformats.org/drawingml/2006/main">
            <a:r>
              <a:t>원본 코드 유지: if 줄 끝의 콜론 생략에 유의  /  상단 5.5%, 하단 5%를 검사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표와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분리와 가명화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원본 식별정보 잔존 시 중단  /  상담의 공개 등급은 restricted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개인정보 처리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개인정보 처리 코드</a:t>
            </a:r>
          </a:p>
          <a:p xmlns:a="http://schemas.openxmlformats.org/drawingml/2006/main">
            <a:r>
              <a:t>원본 자료의 정규식 치환과 가명화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   text = EMAIL.sub("[삭제]", text)</a:t>
            </a:r>
          </a:p>
          <a:p xmlns:a="http://schemas.openxmlformats.org/drawingml/2006/main">
            <a:r>
              <a:t>   text = PAN.sub("[삭제]", text)</a:t>
            </a:r>
          </a:p>
          <a:p xmlns:a="http://schemas.openxmlformats.org/drawingml/2006/main">
            <a: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   text = re.sub(r"가상고객\d+|가상상담사\d+", "[삭제]", text)</a:t>
            </a:r>
          </a:p>
          <a:p xmlns:a="http://schemas.openxmlformats.org/drawingml/2006/main">
            <a:r>
              <a:t>   text = MEMBER.sub(lambda match: to_pseudo(match.group(0)), text)</a:t>
            </a:r>
          </a:p>
          <a:p xmlns:a="http://schemas.openxmlformats.org/drawingml/2006/main">
            <a:r>
              <a:t>   return re.sub(</a:t>
            </a:r>
          </a:p>
          <a:p xmlns:a="http://schemas.openxmlformats.org/drawingml/2006/main">
            <a:r>
              <a:t>        r"(?&lt;!\d)(?:만\s*)?(\d{1,3})\s*세",</a:t>
            </a:r>
          </a:p>
          <a:p xmlns:a="http://schemas.openxmlformats.org/drawingml/2006/main">
            <a:r>
              <a:t>        lambda match: "60대 이상" if int(match.group(1)) &gt;= 60 else f"{int(match.group(1)) // 10 * 10}대",</a:t>
            </a:r>
          </a:p>
          <a:p xmlns:a="http://schemas.openxmlformats.org/drawingml/2006/main">
            <a:r>
              <a:t>        text,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>sub는 패턴에 맞는 내용을 치환하는 함수  /  가명화 후 별도 잔존 검사 수행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>원본 핵심 코드 출처: 7페이지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문서별 관리 정보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프로필 선택과 적용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현재 소스에서 추가한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</a:t>
            </a:r>
          </a:p>
          <a:p xmlns:a="http://schemas.openxmlformats.org/drawingml/2006/main">
            <a:r>
              <a:t>        document,</a:t>
            </a:r>
          </a:p>
          <a:p xmlns:a="http://schemas.openxmlformats.org/drawingml/2006/main">
            <a:r>
              <a:t>        profiles.get(document.metadata.get("source", ""), {}),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validate_metadata</a:t>
            </a:r>
          </a:p>
          <a:p xmlns:a="http://schemas.openxmlformats.org/drawingml/2006/main">
            <a:r>
              <a:t>필수값 검증과 결과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chunk</a:t>
            </a:r>
          </a:p>
          <a:p xmlns:a="http://schemas.openxmlformats.org/drawingml/2006/main">
            <a:r>
              <a:t>문서 유형별 의미 단위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다음: embed  /  dry-run·청킹 오류 시 종료  /  긴 속성표는 행을 자르지 않고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변경 청크의 벡터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index_manifest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다음: upsert  /  현재 기본 모델 KURE-v2, 실제 저장 벡터 768차원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모델 적재와 배치 인코딩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원본 자료의 SentenceTransformer·encode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model = self._load()</a:t>
            </a:r>
          </a:p>
          <a:p xmlns:a="http://schemas.openxmlformats.org/drawingml/2006/main">
            <a:r>
              <a:t>        values = model.encode(texts, batch_size=self.batch_size, normalize_embeddings=True)</a:t>
            </a:r>
          </a:p>
          <a:p xmlns:a="http://schemas.openxmlformats.org/drawingml/2006/main">
            <a:r>
              <a:t>        return values.tolist() if hasattr(values, "tolist") else [list(row) for row in values]</a:t>
            </a:r>
          </a:p>
          <a:p xmlns:a="http://schemas.openxmlformats.org/drawingml/2006/main">
            <a:r>
              <a:t>normalize_embeddings=True로 벡터 정규화  /  kind 인자는 현재 구현에서 query·passage를 구분하지 않음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hybrid-ai-lab/vector/indexer/app/infrastructure/embedder.py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ChromaDB 저장·갱신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 컬렉션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원본 자료의 저장소 초기화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persist_directory는 저장 경로  /  cosine은 벡터 유사도 비교 방식  /  signature는 모델 일치 검사에 사용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청크 저장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원본 자료의 메타데이터 정리와 upsert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  metadata_with_id = {**metadata, "chunk_id": chunk_id}</a:t>
            </a:r>
          </a:p>
          <a:p xmlns:a="http://schemas.openxmlformats.org/drawingml/2006/main">
            <a:r>
              <a:t>          clean_metadata = sanitize_metadata(metadata_with_id)</a:t>
            </a:r>
          </a:p>
          <a:p xmlns:a="http://schemas.openxmlformats.org/drawingml/2006/main">
            <a: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finalize_index</a:t>
            </a:r>
          </a:p>
          <a:p xmlns:a="http://schemas.openxmlformats.org/drawingml/2006/main">
            <a:r>
              <a:t>검증과 검색 세대 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64개 사전 등록  /  OOV 후보는 검토 파일로만 저장</a:t>
            </a:r>
          </a:p>
          <a:p xmlns:a="http://schemas.openxmlformats.org/drawingml/2006/main">
            <a:r>
              <a:t>다음: END  /  현재 485청크: D1 53 + D2 336 + D3 96  /  2026.09.20 확인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check_search_readiness</a:t>
            </a:r>
          </a:p>
          <a:p xmlns:a="http://schemas.openxmlformats.org/drawingml/2006/main">
            <a:r>
              <a:t>검색 준비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index_info 또는 validation_errors</a:t>
            </a:r>
          </a:p>
          <a:p xmlns:a="http://schemas.openxmlformats.org/drawingml/2006/main">
            <a:r>
              <a:t>다음: vector_search  /  오류 시 종료  /  원본 이미지의 관문 0.70은 과거 값이며 현재는 0.86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원 질문 벡터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Chroma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원본 자료의 query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where: 검색 필터링 조건</a:t>
            </a:r>
          </a:p>
          <a:p xmlns:a="http://schemas.openxmlformats.org/drawingml/2006/main">
            <a:r>
              <a:t>Include: 결과에 포함할 객체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hybrid-ai-lab/vector/retriever/app/infrastructure/chroma_store.py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네 검색 모드의 후보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기본 top_k=5일 때, 리랭크 모드는 재평가 후보를 넉넉하게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raw_k = fused_k × 4  /  fused_k는 일반 모드 top_k, 리랭크 모드 top_k × 2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assess_transform_gate</a:t>
            </a:r>
          </a:p>
          <a:p xmlns:a="http://schemas.openxmlformats.org/drawingml/2006/main">
            <a:r>
              <a:t>질문 변환 검토 관문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 "route_action": "gate_pass",</a:t>
            </a:r>
          </a:p>
          <a:p xmlns:a="http://schemas.openxmlformats.org/drawingml/2006/main">
            <a:r>
              <a:t>         "transform_review_required": False,</a:t>
            </a:r>
          </a:p>
          <a:p xmlns:a="http://schemas.openxmlformats.org/drawingml/2006/main">
            <a:r>
              <a:t> 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변환 계획 수립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다섯 가지 변환 기법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원 질문 키워드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BM25S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원본 자료의 retrieve·weight_mask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  </a:t>
            </a:r>
          </a:p>
          <a:p xmlns:a="http://schemas.openxmlformats.org/drawingml/2006/main">
            <a:r>
              <a:t>     k=k,  </a:t>
            </a:r>
          </a:p>
          <a:p xmlns:a="http://schemas.openxmlformats.org/drawingml/2006/main">
            <a:r>
              <a:t>     weight_mask=mask,  </a:t>
            </a:r>
          </a:p>
          <a:p xmlns:a="http://schemas.openxmlformats.org/drawingml/2006/main">
            <a:r>
              <a:t>     show_progress=False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weight_mask: mask가 0인 문서의 점수를 0으로 만들어 검색 결과 순위에서 밀리게 함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hybrid-ai-lab/vector/retriever/app/infrastructure/bm25_index.py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Vector·BM25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= weight_bm25 * normalized_bm25[chunk_id] + weight_vector * normalized_vector[chunk_id]</a:t>
            </a:r>
          </a:p>
          <a:p xmlns:a="http://schemas.openxmlformats.org/drawingml/2006/main">
            <a:r>
              <a:t>Vector 가중치 0.6, BM25 가중치 0.4  /  다음: complete_original_results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정규화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원 질문 후보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기준 후보 보존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baseline_hits에 10개, hits에 5개를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변환 질문별 추가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함수: _run_search_transformed</a:t>
            </a:r>
          </a:p>
          <a:p xmlns:a="http://schemas.openxmlformats.org/drawingml/2006/main">
            <a:r>
              <a:t>변환 질문을 입력 순서대로 하나씩 _search_one에 전달함. 성공 결과는 groups에 추가함. 실패 시 빈 목록으로 질문과 결과의 위치 대응을 유지하며 예외 클래스명을 warnings에 기록함. 실패 후에도 다음 질문을 처리함. 결과는 transformed_hit_groups와 warnings로 반환함.</a:t>
            </a:r>
          </a:p>
          <a:p xmlns:a="http://schemas.openxmlformats.org/drawingml/2006/main">
            <a:r>
              <a:t>단일 질문의 검색 방식은 다음 페이지 _search_one에서 설명함.</a:t>
            </a:r>
          </a:p>
          <a:p xmlns:a="http://schemas.openxmlformats.org/drawingml/2006/main">
            <a:r>
              <a:t>출처: 사용자 제공 코드 및 hybrid-ai-lab/vector/retriever/app/application/graph.py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현재 구현의 검색 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가중 RRF 순위 병합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# 검색결과가 유사도 점수 순으로 정렬되어 있으므로 position은 랭킹값임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merged.setdefault(hit.chunk_id, {"hit": hit, "rrf_score": 0.0, "source_ranks": {}})</a:t>
            </a:r>
          </a:p>
          <a:p xmlns:a="http://schemas.openxmlformats.org/drawingml/2006/main">
            <a:r>
              <a:t>        # RRF score: 가중치 / (RRF 상수 + 랭킹)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분해 질문의 근거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질문의 근거 확보</a:t>
            </a:r>
          </a:p>
          <a:p xmlns:a="http://schemas.openxmlformats.org/drawingml/2006/main">
            <a:r>
              <a:t>리랭크 없는 decomposition은 하위 질문의 대표 근거를 먼저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확보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변환 결과가 비어 있으면 원 질문 결과 사용  /  최종 결과가 정해지면 답변 관문 판정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질문별 후보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Cross-Encoder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원본 자료의 모델 적재와 predict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hybrid-ai-lab/vector/retriever/app/infrastructure/reranker.py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decomposition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질문의 상위 3개 후보를 확보하고 중복 청크는 최고 점수 채택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하위 질문별 가중치를 나누어 더하지 않고 최고점에 0.9 적용  /  일반 변환은 RRF 사용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답변 관문과 근거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답변 관문과 근거 입력</a:t>
            </a:r>
          </a:p>
          <a:p xmlns:a="http://schemas.openxmlformats.org/drawingml/2006/main">
            <a:r>
              <a:t>검색 결과가 확정되면 답변 가능 여부를 확인한 뒤 프롬프트 구성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최종 검색 결과</a:t>
            </a:r>
          </a:p>
          <a:p xmlns:a="http://schemas.openxmlformats.org/drawingml/2006/main">
            <a:r>
              <a:t>최종 1위 vector_score ≥ 0.62</a:t>
            </a:r>
          </a:p>
          <a:p xmlns:a="http://schemas.openxmlformats.org/drawingml/2006/main">
            <a:r>
              <a:t>근거 XML 구성</a:t>
            </a:r>
          </a:p>
          <a:p xmlns:a="http://schemas.openxmlformats.org/drawingml/2006/main">
            <a:r>
              <a:t>0.62 판정은 앞선 검색 완료 처리에서 수행  /  미달이면 needs_check  /  다음: generate_answer</a:t>
            </a:r>
          </a:p>
          <a:p xmlns:a="http://schemas.openxmlformats.org/drawingml/2006/main">
            <a:r>
              <a:t>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XML 근거 구성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원본 자료의 검색결과·질문·수정 지침 구성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user prompt 구성: </a:t>
            </a:r>
          </a:p>
          <a:p xmlns:a="http://schemas.openxmlformats.org/drawingml/2006/main">
            <a:r>
              <a:t>&lt;검색결과 목록&gt;{evidence}&lt;/검색결과 목록&gt;</a:t>
            </a:r>
          </a:p>
          <a:p xmlns:a="http://schemas.openxmlformats.org/drawingml/2006/main">
            <a:r>
              <a:t>&lt;사용자질문&gt;{질문}&lt;/사용자질문&gt;</a:t>
            </a:r>
          </a:p>
          <a:p xmlns:a="http://schemas.openxmlformats.org/drawingml/2006/main">
            <a: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{evidence} 구성 방법: 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순번="{index}"&gt;\n＇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원본 코드의 따옴표·태그 공백은 강의 표기  /  실제 소스는 escape로 본문을 XML 안전 문자열로 변환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generate_answer</a:t>
            </a:r>
          </a:p>
          <a:p xmlns:a="http://schemas.openxmlformats.org/drawingml/2006/main">
            <a:r>
              <a:t>구조화 답변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system·user 프롬프트로 LLM을 호출하고 정해진 답변 필드만 수신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입력: prompt  + 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원본 14페이지의 핵심 호출 코드 보존  /  다음: verify_evidence  /  예산 소진 시 중단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답변 구조와 인용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Answer + Verification  /  통과 시 END, 실패 시 build_prompt로 수정 요청  /  의미의 정확성은 별도 검토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근거 대조 핵심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현재 소스에서 추가한 근거 검증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</a:t>
            </a:r>
          </a:p>
          <a:p xmlns:a="http://schemas.openxmlformats.org/drawingml/2006/main">
            <a:r>
              <a:t>    schema_errors or invalid_refs or quote_failures or location_failures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실패 수정과 종료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질문 변환 호출도 같은 예산 사용  /  횟수·예산 소진 시 halted_by_limit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d4118548846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684ff65954a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9d8ccf89643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b9fef05e044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6fd78aa68541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5b01fb5a4843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de94ea0c294c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ff5bd12dbf1434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2eb12e36ccd46a9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5a93c849c74880" /><Relationship Type="http://schemas.openxmlformats.org/officeDocument/2006/relationships/slideLayout" Target="/ppt/slideLayouts/slideLayout1.xml" Id="Re0f68a6a80f44e47" /><Relationship Type="http://schemas.openxmlformats.org/officeDocument/2006/relationships/slideLayout" Target="/ppt/slideLayouts/slideLayout2.xml" Id="R7dfc16556ebc4574" /><Relationship Type="http://schemas.openxmlformats.org/officeDocument/2006/relationships/slideLayout" Target="/ppt/slideLayouts/slideLayout3.xml" Id="Re33811d701ce419d" /><Relationship Type="http://schemas.openxmlformats.org/officeDocument/2006/relationships/slideLayout" Target="/ppt/slideLayouts/slideLayout4.xml" Id="R08c41f0355ba49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06e1e0030704b2d" /><Relationship Type="http://schemas.openxmlformats.org/officeDocument/2006/relationships/slideLayout" Target="/ppt/slideLayouts/slideLayout5.xml" Id="R68352aff13824a3d" /><Relationship Type="http://schemas.openxmlformats.org/officeDocument/2006/relationships/slideLayout" Target="/ppt/slideLayouts/slideLayout6.xml" Id="R81b7a840f55a422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b3c2fcd960534db5" /><Relationship Type="http://schemas.openxmlformats.org/officeDocument/2006/relationships/theme" Target="/ppt/slideMasters/theme/theme4.xml" Id="Rbdea56d4f7964c8f" /><Relationship Type="http://schemas.openxmlformats.org/officeDocument/2006/relationships/slideLayout" Target="/ppt/slideLayouts/slideLayout7.xml" Id="Rd22836c03f524d4c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5216d6b4937142e6" /><Relationship Type="http://schemas.openxmlformats.org/officeDocument/2006/relationships/slideLayout" Target="/ppt/slideLayouts/slideLayout8.xml" Id="R483dfe2bc52a474d" /><Relationship Type="http://schemas.openxmlformats.org/officeDocument/2006/relationships/slideLayout" Target="/ppt/slideLayouts/slideLayout9.xml" Id="R40fe094f93ac4e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68a6a80f44e47"/>
    <p:sldLayoutId xmlns:r="http://schemas.openxmlformats.org/officeDocument/2006/relationships" id="2147483650" r:id="R7dfc16556ebc4574"/>
    <p:sldLayoutId xmlns:r="http://schemas.openxmlformats.org/officeDocument/2006/relationships" id="2147483651" r:id="Re33811d701ce419d"/>
    <p:sldLayoutId xmlns:r="http://schemas.openxmlformats.org/officeDocument/2006/relationships" id="2147483652" r:id="R08c41f0355ba4907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68352aff13824a3d"/>
    <p:sldLayoutId xmlns:r="http://schemas.openxmlformats.org/officeDocument/2006/relationships" id="2147483655" r:id="R81b7a840f55a422d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fcd96053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d22836c03f524d4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483dfe2bc52a474d"/>
    <p:sldLayoutId xmlns:r="http://schemas.openxmlformats.org/officeDocument/2006/relationships" id="2147483660" r:id="R40fe094f93ac4e91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2ca8dc0b31b49a8" /><Relationship Type="http://schemas.openxmlformats.org/officeDocument/2006/relationships/notesSlide" Target="/ppt/notesSlides/notesSlide1.xml" Id="Rb5ad7b7f9273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a36caf5da642b5" /><Relationship Type="http://schemas.openxmlformats.org/officeDocument/2006/relationships/notesSlide" Target="/ppt/notesSlides/notesSlide2.xml" Id="Rdb3f829d4ac3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ed9836fe8f4e00" /><Relationship Type="http://schemas.openxmlformats.org/officeDocument/2006/relationships/notesSlide" Target="/ppt/notesSlides/notesSlide3.xml" Id="R5a2c927396ed44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3fb61c7ca74c87" /><Relationship Type="http://schemas.openxmlformats.org/officeDocument/2006/relationships/image" Target="/ppt/media/image2.png" Id="Rbc95aae567d147ba" /><Relationship Type="http://schemas.openxmlformats.org/officeDocument/2006/relationships/notesSlide" Target="/ppt/notesSlides/notesSlide4.xml" Id="R0e15071665fa4a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e04ad32b0c4f48" /><Relationship Type="http://schemas.openxmlformats.org/officeDocument/2006/relationships/notesSlide" Target="/ppt/notesSlides/notesSlide5.xml" Id="Rafffc3fca32e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d5fd483bb240b5" /><Relationship Type="http://schemas.openxmlformats.org/officeDocument/2006/relationships/notesSlide" Target="/ppt/notesSlides/notesSlide6.xml" Id="Reb4cd3f28c2f45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6e798e81a427e" /><Relationship Type="http://schemas.openxmlformats.org/officeDocument/2006/relationships/notesSlide" Target="/ppt/notesSlides/notesSlide7.xml" Id="Rd783c5df67a0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a539b7cabc4d40" /><Relationship Type="http://schemas.openxmlformats.org/officeDocument/2006/relationships/notesSlide" Target="/ppt/notesSlides/notesSlide8.xml" Id="R8efd39d44ace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0b50e882ca4aa8" /><Relationship Type="http://schemas.openxmlformats.org/officeDocument/2006/relationships/notesSlide" Target="/ppt/notesSlides/notesSlide9.xml" Id="R1bf124ec998f49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cbc816a70e4e00" /><Relationship Type="http://schemas.openxmlformats.org/officeDocument/2006/relationships/notesSlide" Target="/ppt/notesSlides/notesSlide10.xml" Id="Re93920729bd942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c44e37df0547e0" /><Relationship Type="http://schemas.openxmlformats.org/officeDocument/2006/relationships/notesSlide" Target="/ppt/notesSlides/notesSlide11.xml" Id="Re620ef7139994f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84f70d1ee14a6f" /><Relationship Type="http://schemas.openxmlformats.org/officeDocument/2006/relationships/notesSlide" Target="/ppt/notesSlides/notesSlide12.xml" Id="R83d4fe3a6cc347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3cc9575ef0431b" /><Relationship Type="http://schemas.openxmlformats.org/officeDocument/2006/relationships/notesSlide" Target="/ppt/notesSlides/notesSlide13.xml" Id="Re5b9756741d845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bde6ab3498472d" /><Relationship Type="http://schemas.openxmlformats.org/officeDocument/2006/relationships/notesSlide" Target="/ppt/notesSlides/notesSlide14.xml" Id="Rf180072995df40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b2cc86ad0e4795" /><Relationship Type="http://schemas.openxmlformats.org/officeDocument/2006/relationships/notesSlide" Target="/ppt/notesSlides/notesSlide15.xml" Id="R17f0fb276bc74c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cc78a330d44303" /><Relationship Type="http://schemas.openxmlformats.org/officeDocument/2006/relationships/notesSlide" Target="/ppt/notesSlides/notesSlide16.xml" Id="R27b7c74e24e84c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91f11713e4466d" /><Relationship Type="http://schemas.openxmlformats.org/officeDocument/2006/relationships/notesSlide" Target="/ppt/notesSlides/notesSlide17.xml" Id="R76185f17dd5b42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547ee70e0c4007" /><Relationship Type="http://schemas.openxmlformats.org/officeDocument/2006/relationships/notesSlide" Target="/ppt/notesSlides/notesSlide18.xml" Id="Rf383bf190f144f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fc95979eb84e19" /><Relationship Type="http://schemas.openxmlformats.org/officeDocument/2006/relationships/notesSlide" Target="/ppt/notesSlides/notesSlide19.xml" Id="R26b4f92d746245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9bfb05bfcb4572" /><Relationship Type="http://schemas.openxmlformats.org/officeDocument/2006/relationships/notesSlide" Target="/ppt/notesSlides/notesSlide20.xml" Id="R937e2a7a615942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54d4af9871482f" /><Relationship Type="http://schemas.openxmlformats.org/officeDocument/2006/relationships/notesSlide" Target="/ppt/notesSlides/notesSlide21.xml" Id="Rf2d808d407f74a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ed50c044c44911" /><Relationship Type="http://schemas.openxmlformats.org/officeDocument/2006/relationships/notesSlide" Target="/ppt/notesSlides/notesSlide22.xml" Id="Rc2057cdc22af45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4d19ba0eea45f3" /><Relationship Type="http://schemas.openxmlformats.org/officeDocument/2006/relationships/notesSlide" Target="/ppt/notesSlides/notesSlide23.xml" Id="R7004d3c1172c43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022813256e4ac3" /><Relationship Type="http://schemas.openxmlformats.org/officeDocument/2006/relationships/image" Target="/ppt/media/image3.png" Id="R371610b77f864045" /><Relationship Type="http://schemas.openxmlformats.org/officeDocument/2006/relationships/notesSlide" Target="/ppt/notesSlides/notesSlide24.xml" Id="Rf6ac03b5a37a48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9e1d8d3da645d7" /><Relationship Type="http://schemas.openxmlformats.org/officeDocument/2006/relationships/notesSlide" Target="/ppt/notesSlides/notesSlide25.xml" Id="Rbb9f0e967dfb4c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1dff59a60f4281" /><Relationship Type="http://schemas.openxmlformats.org/officeDocument/2006/relationships/notesSlide" Target="/ppt/notesSlides/notesSlide26.xml" Id="Ra88ea42a192846e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b3f2f8e36c418e" /><Relationship Type="http://schemas.openxmlformats.org/officeDocument/2006/relationships/notesSlide" Target="/ppt/notesSlides/notesSlide27.xml" Id="Rc96eeef782cb4f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6e934ac83441b6" /><Relationship Type="http://schemas.openxmlformats.org/officeDocument/2006/relationships/notesSlide" Target="/ppt/notesSlides/notesSlide28.xml" Id="Rcf7f5cd0deb046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8eed070a224409" /><Relationship Type="http://schemas.openxmlformats.org/officeDocument/2006/relationships/notesSlide" Target="/ppt/notesSlides/notesSlide29.xml" Id="R7835c0742e204af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c05ac991974533" /><Relationship Type="http://schemas.openxmlformats.org/officeDocument/2006/relationships/notesSlide" Target="/ppt/notesSlides/notesSlide30.xml" Id="R532faf0810da453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9b509f11314bb0" /><Relationship Type="http://schemas.openxmlformats.org/officeDocument/2006/relationships/notesSlide" Target="/ppt/notesSlides/notesSlide31.xml" Id="R09c6748378d84f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41058c64fa4cbd" /><Relationship Type="http://schemas.openxmlformats.org/officeDocument/2006/relationships/notesSlide" Target="/ppt/notesSlides/notesSlide32.xml" Id="R6a7cceb6e4a9468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9506b71d414b5a" /><Relationship Type="http://schemas.openxmlformats.org/officeDocument/2006/relationships/notesSlide" Target="/ppt/notesSlides/notesSlide33.xml" Id="R791d635ed46840b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8e8facdc874aea" /><Relationship Type="http://schemas.openxmlformats.org/officeDocument/2006/relationships/notesSlide" Target="/ppt/notesSlides/notesSlide34.xml" Id="Rf9ed5c8ed2724e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5305dac6314b76" /><Relationship Type="http://schemas.openxmlformats.org/officeDocument/2006/relationships/notesSlide" Target="/ppt/notesSlides/notesSlide35.xml" Id="Rca098c5201f94fe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61df0bcad54fe6" /><Relationship Type="http://schemas.openxmlformats.org/officeDocument/2006/relationships/notesSlide" Target="/ppt/notesSlides/notesSlide36.xml" Id="Rb2cd1b171ad64f4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cbd936e0a4a79" /><Relationship Type="http://schemas.openxmlformats.org/officeDocument/2006/relationships/notesSlide" Target="/ppt/notesSlides/notesSlide37.xml" Id="R928967d8c5064c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3f813347b645ae" /><Relationship Type="http://schemas.openxmlformats.org/officeDocument/2006/relationships/notesSlide" Target="/ppt/notesSlides/notesSlide38.xml" Id="R84dbf5c47d44471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c434d3c9524b99" /><Relationship Type="http://schemas.openxmlformats.org/officeDocument/2006/relationships/notesSlide" Target="/ppt/notesSlides/notesSlide39.xml" Id="R048218d07b6746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b8a6f970854179" /><Relationship Type="http://schemas.openxmlformats.org/officeDocument/2006/relationships/notesSlide" Target="/ppt/notesSlides/notesSlide40.xml" Id="R6148ddda42df4b5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412f37d8f644d3" /><Relationship Type="http://schemas.openxmlformats.org/officeDocument/2006/relationships/notesSlide" Target="/ppt/notesSlides/notesSlide41.xml" Id="R2b3f4ce2bf3a483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8aa24825bd4d2d" /><Relationship Type="http://schemas.openxmlformats.org/officeDocument/2006/relationships/notesSlide" Target="/ppt/notesSlides/notesSlide42.xml" Id="R87ca2137c6c34f1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081469d34a4947" /><Relationship Type="http://schemas.openxmlformats.org/officeDocument/2006/relationships/notesSlide" Target="/ppt/notesSlides/notesSlide43.xml" Id="R2e951eb80a244f3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9273a5f7146a1" /><Relationship Type="http://schemas.openxmlformats.org/officeDocument/2006/relationships/notesSlide" Target="/ppt/notesSlides/notesSlide44.xml" Id="R54c45478e5af4e7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5893df78184d3c" /><Relationship Type="http://schemas.openxmlformats.org/officeDocument/2006/relationships/notesSlide" Target="/ppt/notesSlides/notesSlide45.xml" Id="R04f90a0c497a4ae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6ea5d752d54bca" /><Relationship Type="http://schemas.openxmlformats.org/officeDocument/2006/relationships/image" Target="/ppt/media/image4.png" Id="Re06118049786451c" /><Relationship Type="http://schemas.openxmlformats.org/officeDocument/2006/relationships/notesSlide" Target="/ppt/notesSlides/notesSlide46.xml" Id="R7db3eae8f3954c5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6335072568499a" /><Relationship Type="http://schemas.openxmlformats.org/officeDocument/2006/relationships/notesSlide" Target="/ppt/notesSlides/notesSlide47.xml" Id="R56fa1f151f0b4ca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a174c864684481" /><Relationship Type="http://schemas.openxmlformats.org/officeDocument/2006/relationships/notesSlide" Target="/ppt/notesSlides/notesSlide48.xml" Id="R3dbe782b68844eb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4208b2892949bb" /><Relationship Type="http://schemas.openxmlformats.org/officeDocument/2006/relationships/notesSlide" Target="/ppt/notesSlides/notesSlide49.xml" Id="Rb8347d2bfc904e3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802b67807b4553" /><Relationship Type="http://schemas.openxmlformats.org/officeDocument/2006/relationships/notesSlide" Target="/ppt/notesSlides/notesSlide50.xml" Id="Rd7cb29d1bc29458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efc950b3714564" /><Relationship Type="http://schemas.openxmlformats.org/officeDocument/2006/relationships/notesSlide" Target="/ppt/notesSlides/notesSlide51.xml" Id="Rba15cc3ad2f34d4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2b2519cd4405e" /><Relationship Type="http://schemas.openxmlformats.org/officeDocument/2006/relationships/notesSlide" Target="/ppt/notesSlides/notesSlide52.xml" Id="R79288e604d8b4ed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873eda7fd44bb4" /><Relationship Type="http://schemas.openxmlformats.org/officeDocument/2006/relationships/image" Target="/ppt/media/image5.png" Id="R8c78e94088ba4674" /><Relationship Type="http://schemas.openxmlformats.org/officeDocument/2006/relationships/notesSlide" Target="/ppt/notesSlides/notesSlide53.xml" Id="R6f1417cfe1c145d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af047d57d34796" /><Relationship Type="http://schemas.openxmlformats.org/officeDocument/2006/relationships/notesSlide" Target="/ppt/notesSlides/notesSlide54.xml" Id="Raf7bc8437525439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6b447e40c4223" /><Relationship Type="http://schemas.openxmlformats.org/officeDocument/2006/relationships/image" Target="/ppt/media/image6.png" Id="R8fa1526087d14af0" /><Relationship Type="http://schemas.openxmlformats.org/officeDocument/2006/relationships/notesSlide" Target="/ppt/notesSlides/notesSlide55.xml" Id="Rec162a7fb75842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(1/3)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5aae567d147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">
            <a:extLst xmlns:a="http://schemas.openxmlformats.org/drawingml/2006/main">
              <a:ext uri="{FF2B5EF4-FFF2-40B4-BE49-F238E27FC236}">
                <a16:creationId xmlns:a16="http://schemas.microsoft.com/office/drawing/2014/main" id="{4FE44E3D-2D89-4CB0-BD57-F88877D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">
            <a:extLst xmlns:a="http://schemas.openxmlformats.org/drawingml/2006/main">
              <a:ext uri="{FF2B5EF4-FFF2-40B4-BE49-F238E27FC236}">
                <a16:creationId xmlns:a16="http://schemas.microsoft.com/office/drawing/2014/main" id="{48FE818A-A7F7-4E17-A890-1AC455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6">
            <a:extLst xmlns:a="http://schemas.openxmlformats.org/drawingml/2006/main">
              <a:ext uri="{FF2B5EF4-FFF2-40B4-BE49-F238E27FC236}">
                <a16:creationId xmlns:a16="http://schemas.microsoft.com/office/drawing/2014/main" id="{29A61F63-190C-44C6-93D3-AAAF95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선택 결과와 Document 배열</a:t>
            </a:r>
          </a:p>
        </p:txBody>
      </p:sp>
      <p:sp>
        <p:nvSpPr>
          <p:cNvPr id="4" name="v2-17">
            <a:extLst xmlns:a="http://schemas.openxmlformats.org/drawingml/2006/main">
              <a:ext uri="{FF2B5EF4-FFF2-40B4-BE49-F238E27FC236}">
                <a16:creationId xmlns:a16="http://schemas.microsoft.com/office/drawing/2014/main" id="{CAE1FCCF-BEBC-4010-A90A-DE27E8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배열 예시를 유지하고, 실제 State 이름과 연결</a:t>
            </a:r>
          </a:p>
        </p:txBody>
      </p:sp>
      <p:sp>
        <p:nvSpPr>
          <p:cNvPr id="5" name="v2-18">
            <a:extLst xmlns:a="http://schemas.openxmlformats.org/drawingml/2006/main">
              <a:ext uri="{FF2B5EF4-FFF2-40B4-BE49-F238E27FC236}">
                <a16:creationId xmlns:a16="http://schemas.microsoft.com/office/drawing/2014/main" id="{19A59FA1-8B33-416B-B756-3C4AD3B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">
            <a:extLst xmlns:a="http://schemas.openxmlformats.org/drawingml/2006/main">
              <a:ext uri="{FF2B5EF4-FFF2-40B4-BE49-F238E27FC236}">
                <a16:creationId xmlns:a16="http://schemas.microsoft.com/office/drawing/2014/main" id="{B00D32A1-E4F8-4DCD-8570-C8245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0">
            <a:extLst xmlns:a="http://schemas.openxmlformats.org/drawingml/2006/main">
              <a:ext uri="{FF2B5EF4-FFF2-40B4-BE49-F238E27FC236}">
                <a16:creationId xmlns:a16="http://schemas.microsoft.com/office/drawing/2014/main" id="{BB4C08B6-08A2-47F9-B552-4098BE3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1">
            <a:extLst xmlns:a="http://schemas.openxmlformats.org/drawingml/2006/main">
              <a:ext uri="{FF2B5EF4-FFF2-40B4-BE49-F238E27FC236}">
                <a16:creationId xmlns:a16="http://schemas.microsoft.com/office/drawing/2014/main" id="{98ED63CF-6C92-4167-A4CE-2D2A7A7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selected = [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{약관 파일 경로},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{혜택 파일 경로},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{상담 파일 경로}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배열 생성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{Document 객체},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…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22">
            <a:extLst xmlns:a="http://schemas.openxmlformats.org/drawingml/2006/main">
              <a:ext uri="{FF2B5EF4-FFF2-40B4-BE49-F238E27FC236}">
                <a16:creationId xmlns:a16="http://schemas.microsoft.com/office/drawing/2014/main" id="{D0A12995-70E7-4E6D-A175-0ADD41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selected 예시는 현재 State의 sources에 해당  /  {…}는 설명용 자리표시자</a:t>
            </a:r>
          </a:p>
        </p:txBody>
      </p:sp>
      <p:sp>
        <p:nvSpPr>
          <p:cNvPr id="10" name="v2-466">
            <a:extLst xmlns:a="http://schemas.openxmlformats.org/drawingml/2006/main">
              <a:ext uri="{FF2B5EF4-FFF2-40B4-BE49-F238E27FC236}">
                <a16:creationId xmlns:a16="http://schemas.microsoft.com/office/drawing/2014/main" id="{3258E010-EAF6-4811-B730-299B72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PyMuPDF의 block·line·span을 따라 글자와 위치를 함께 읽음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반복문이 좌표와 문장을 한 쌍으로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[]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결과 예시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[ 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((28, 15, 230, 48), "제5조(통지 방법)")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get_text("dict")로 구조를 읽고,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페이지의 위·아래 영역에서 반복되는 문구를 모아 본문에서 제거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margin_texts = set()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rectangle, text in lines: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if rectangle[3] &lt; page.rect.height * 0.055 or rectangle[1] &gt; page.rect.height * 0.95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margin_texts.add(text)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repeated.update(margin_texts)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 유지: if 줄 끝의 콜론 생략에 유의  /  상단 5.5%, 하단 5%를 검사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ID·상담사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해시 기반 가명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식별정보 잔존 시 중단  /  상담의 공개 등급은 restricted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개인정보 처리 코드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정규식 치환과 가명화 코드 보존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EMAIL.sub("[삭제]",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PAN.sub("[삭제]",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re.sub(r"가상고객\d+|가상상담사\d+", 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MEMBER.sub(lambda match: to_pseudo(match.group(0)),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return re.sub(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r"(?&lt;!\d)(?:만\s*)?(\d{1,3})\s*세",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lambda match: "60대 이상" if int(match.group(1)) &gt;= 60 else f"{int(match.group(1)) // 10 * 10}대",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text,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sub는 패턴에 맞는 내용을 치환하는 함수  /  가명화 후 별도 잔존 검사 수행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핵심 코드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document,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profiles.get(document.metadata.get("source", ""), {}),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고객·상담사의 대화 턴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embed  /  dry-run·청킹 오류 시 종료  /  긴 속성표는 행을 자르지 않고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index_manifest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upsert  /  현재 기본 모델 KURE-v2, 실제 저장 벡터 768차원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SentenceTransformer·encode 핵심 코드 보존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model = self._load()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values = model.encode(texts, batch_size=self.batch_size, normalize_embeddings=True)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normalize_embeddings=True로 벡터 정규화  /  kind 인자는 현재 구현에서 query·passage를 구분하지 않음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저장소 초기화 코드 보존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persist_directory는 저장 경로  /  cosine은 벡터 유사도 비교 방식  /  signature는 모델 일치 검사에 사용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메타데이터 정리와 upsert 호출 보존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metadata_with_id = {**metadata, "chunk_id": chunk_id}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clean_metadata = sanitize_metadata(metadata_with_id)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5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64개 사전 등록  /  OOV 후보는 검토 파일로만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END  /  현재 485청크: D1 53 + D2 336 + D3 96  /  2026.09.20 확인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(1/5)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9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610b77f86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190" y="1018478"/>
            <a:ext cx="12980020" cy="72111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index_info 또는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vector_search  /  오류 시 종료  /  원본 이미지의 관문 0.70은 과거 값이며 현재는 0.86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query 호출 보존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where: 검색 필터링 조건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Include: 결과에 포함할 객체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top_k=5일 때, 리랭크 모드는 재평가 후보를 넉넉하게 확보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원시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 = fused_k × 4  /  fused_k는 일반 모드 top_k, 리랭크 모드 top_k × 2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"route_action": "gate_pass",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"transform_review_required": 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"transformed_queries": [],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retrieve·weight_mask 코드 보존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k=k,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weight_mask=mask,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show_progress=False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weight_mask: mask가 0인 문서의 점수를 0으로 만들어 검색 결과 순위에서 밀리게 함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 가중치 0.6, BM25 가중치 0.4  /  다음: complete_original_results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baseline_hits에 10개, hits에 5개를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# 검색결과가 유사도 점수 순으로 정렬되어 있으므로 position은 랭킹값임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merged.setdefault(hit.chunk_id, {"hit": hit, "rrf_score": 0.0, "source_ranks": {}})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# RRF score: 가중치 / (RRF 상수 + 랭킹)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질문의 근거 확보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리랭크 없는 decomposition은 하위 질문의 대표 근거를 먼저 확보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확보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확보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결과가 비어 있으면 원 질문 결과 사용  /  최종 결과가 정해지면 답변 관문 판정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모델 적재와 predict 핵심 코드 보존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질문의 상위 3개 후보를 확보하고 중복 청크는 최고 점수 채택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가중치를 나누어 더하지 않고 최고점에 0.9 적용  /  일반 변환은 RRF 사용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29B070-CD86-4554-2CF9-213C44836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rerank : 처리 예시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E80FEB-A487-7E28-C22D-3D16F2C333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13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11804978645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16" y="937727"/>
            <a:ext cx="12373967" cy="696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86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답변 관문과 근거 입력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검색 결과가 확정되면 답변 가능 여부를 확인한 뒤 프롬프트 구성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검색 결과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1위 vector_score ≥ 0.62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근거 XML 구성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프롬프트 구성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순번·청크 ID·문서 유형·출처·위치·본문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원 질문을 별도 태그로 구분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repair_hints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이전 검증 오류의 수정 지침 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0.62 판정은 앞선 검색 완료 처리에서 수행  /  미달이면 needs_check  /  다음: generate_answer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검색결과·질문·수정 지침 구성 코드 보존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 prompt 구성: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&lt;검색결과 목록&gt;{evidence}&lt;/검색결과 목록&gt;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&lt;사용자질문&gt;{질문}&lt;/사용자질문&gt;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{evidence} 구성 방법: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"&lt;/검색결과&gt;"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따옴표·태그 공백은 강의 표기  /  실제 소스는 escape로 본문을 XML 안전 문자열로 변환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system·user 프롬프트로 LLM을 호출하고 정해진 답변 필드만 수신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prompt  + 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14페이지의 핵심 호출 코드 보존  /  다음: verify_evidence  /  예산 소진 시 중단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공백·바깥 따옴표 정규화 후 원문에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Answer + Verification  /  통과 시 END, 실패 시 build_prompt로 수정 요청  /  의미의 정확성은 별도 검토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근거 검증 코드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schema_errors or invalid_refs or quote_failures or location_failures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 호출도 같은 예산 사용  /  횟수·예산 소진 시 halted_by_limit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8e94088ba46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1526087d1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2026-09-20T08:48:21.1310000Z</dcterms:created>
  <dcterms:modified xsi:type="dcterms:W3CDTF">2026-09-20T08:48:21.1320000Z</dcterms:modified>
</coreProperties>
</file>