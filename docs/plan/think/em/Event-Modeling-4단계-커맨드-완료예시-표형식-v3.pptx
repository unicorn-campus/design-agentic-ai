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c5b0225bf44530" /><Relationship Type="http://schemas.openxmlformats.org/officeDocument/2006/relationships/extended-properties" Target="/docProps/app.xml" Id="R63ad8090e3064720" /><Relationship Type="http://schemas.openxmlformats.org/officeDocument/2006/relationships/officeDocument" Target="/ppt/presentation.xml" Id="R82a8821f5b644d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28e2d34c3445d6"/>
  </p:sldMasterIdLst>
  <p:notesMasterIdLst>
    <p:notesMasterId xmlns:r="http://schemas.openxmlformats.org/officeDocument/2006/relationships" r:id="Rab609d6cc38f4cc6"/>
  </p:notesMasterIdLst>
  <p:sldIdLst>
    <p:sldId xmlns:r="http://schemas.openxmlformats.org/officeDocument/2006/relationships" id="256" r:id="R605a6826a0334fc1"/>
    <p:sldId xmlns:r="http://schemas.openxmlformats.org/officeDocument/2006/relationships" id="257" r:id="Ref683d9e3e0d4026"/>
    <p:sldId xmlns:r="http://schemas.openxmlformats.org/officeDocument/2006/relationships" id="258" r:id="R85225eb7e3754e31"/>
    <p:sldId xmlns:r="http://schemas.openxmlformats.org/officeDocument/2006/relationships" id="259" r:id="Re9c5efd1fa6f4ec5"/>
    <p:sldId xmlns:r="http://schemas.openxmlformats.org/officeDocument/2006/relationships" id="260" r:id="Rd36498dc0d8a484d"/>
    <p:sldId xmlns:r="http://schemas.openxmlformats.org/officeDocument/2006/relationships" id="261" r:id="R0aa8e39775dc48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e64db6a87243d4" /><Relationship Type="http://schemas.openxmlformats.org/officeDocument/2006/relationships/slideMaster" Target="/ppt/slideMasters/slideMaster1.xml" Id="Rb628e2d34c3445d6" /><Relationship Type="http://schemas.openxmlformats.org/officeDocument/2006/relationships/notesMaster" Target="/ppt/notesMasters/notesMaster1.xml" Id="Rab609d6cc38f4cc6" /><Relationship Type="http://schemas.openxmlformats.org/officeDocument/2006/relationships/presProps" Target="/ppt/presProps.xml" Id="R4a68b7e47b724028" /><Relationship Type="http://schemas.openxmlformats.org/officeDocument/2006/relationships/tableStyles" Target="/ppt/tableStyles.xml" Id="Re08bfa9804fc4a94" /><Relationship Type="http://schemas.openxmlformats.org/officeDocument/2006/relationships/slide" Target="/ppt/slides/slide1.xml" Id="R605a6826a0334fc1" /><Relationship Type="http://schemas.openxmlformats.org/officeDocument/2006/relationships/slide" Target="/ppt/slides/slide2.xml" Id="Ref683d9e3e0d4026" /><Relationship Type="http://schemas.openxmlformats.org/officeDocument/2006/relationships/slide" Target="/ppt/slides/slide3.xml" Id="R85225eb7e3754e31" /><Relationship Type="http://schemas.openxmlformats.org/officeDocument/2006/relationships/slide" Target="/ppt/slides/slide4.xml" Id="Re9c5efd1fa6f4ec5" /><Relationship Type="http://schemas.openxmlformats.org/officeDocument/2006/relationships/slide" Target="/ppt/slides/slide5.xml" Id="Rd36498dc0d8a484d" /><Relationship Type="http://schemas.openxmlformats.org/officeDocument/2006/relationships/slide" Target="/ppt/slides/slide6.xml" Id="R0aa8e39775dc48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a0c806931643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a01aa7557f474e" /><Relationship Type="http://schemas.openxmlformats.org/officeDocument/2006/relationships/notesMaster" Target="/ppt/notesMasters/notesMaster1.xml" Id="R21c7610dd1ce4c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05be6910a746e6" /><Relationship Type="http://schemas.openxmlformats.org/officeDocument/2006/relationships/notesMaster" Target="/ppt/notesMasters/notesMaster1.xml" Id="R0b01126047ef42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309dd55faf43c0" /><Relationship Type="http://schemas.openxmlformats.org/officeDocument/2006/relationships/notesMaster" Target="/ppt/notesMasters/notesMaster1.xml" Id="R4f5cbda39c9449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f0ec4cf66422d" /><Relationship Type="http://schemas.openxmlformats.org/officeDocument/2006/relationships/notesMaster" Target="/ppt/notesMasters/notesMaster1.xml" Id="R65899b5c20764e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580041843348af" /><Relationship Type="http://schemas.openxmlformats.org/officeDocument/2006/relationships/notesMaster" Target="/ppt/notesMasters/notesMaster1.xml" Id="R58ce4a712b164c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8c13057b994a06" /><Relationship Type="http://schemas.openxmlformats.org/officeDocument/2006/relationships/notesMaster" Target="/ppt/notesMasters/notesMaster1.xml" Id="R7393c2d2e55849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첫 장은 ID와 제목만 표시함.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71a5c4c9f46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3c1749f0f94e64" /><Relationship Type="http://schemas.openxmlformats.org/officeDocument/2006/relationships/slideLayout" Target="/ppt/slideLayouts/slideLayout1.xml" Id="R3a98445c27c049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98445c27c049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fdb18923544e1" /><Relationship Type="http://schemas.openxmlformats.org/officeDocument/2006/relationships/notesSlide" Target="/ppt/notesSlides/notesSlide1.xml" Id="R65de333d315b4c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fa4d42b034403" /><Relationship Type="http://schemas.openxmlformats.org/officeDocument/2006/relationships/notesSlide" Target="/ppt/notesSlides/notesSlide2.xml" Id="R888ea230121849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3c85338404aba" /><Relationship Type="http://schemas.openxmlformats.org/officeDocument/2006/relationships/notesSlide" Target="/ppt/notesSlides/notesSlide3.xml" Id="R35aa1d44da7b4d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282d0d70a481e" /><Relationship Type="http://schemas.openxmlformats.org/officeDocument/2006/relationships/notesSlide" Target="/ppt/notesSlides/notesSlide4.xml" Id="R700236e5642046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c9c675d03414f" /><Relationship Type="http://schemas.openxmlformats.org/officeDocument/2006/relationships/notesSlide" Target="/ppt/notesSlides/notesSlide5.xml" Id="R106d7e5e808b49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b4433208145b0" /><Relationship Type="http://schemas.openxmlformats.org/officeDocument/2006/relationships/notesSlide" Target="/ppt/notesSlides/notesSlide6.xml" Id="R960a6129399e4d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D5BCC9-CF13-4260-8139-6C482571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D5C7B-2C0C-4FE1-BA4F-C18BED78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한 개 슬라이스의 기본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54B5A-D038-4B64-8F49-555E8CC0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8525F-8845-4320-8809-4859E41F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B33E2-6A75-4032-99D2-6A2BA6B2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첫 장에서는 레이어별 ID와 제목만으로 Trigger → Command → Event 연결을 확인함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9123A-1C4E-4E9D-BDDC-B3F4058F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59EEB-0ED3-490B-8F81-0B5ABF13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C3494-3456-4B59-8D0B-8DA4AAB4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AFDB6-9418-4E59-860A-CCDEB8F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2877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EE6A9-08C8-4654-8FB0-50FCD8C3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AACA1-2263-4A1B-8A3F-6F05E563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D27FF-9458-4129-9622-129D443B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3639D-B73E-47BC-943B-E787B299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AC2D2-2394-4D1C-AC6E-175F4899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2442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E8988-0E55-44F2-B7F5-4F071E7A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2877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9050">
            <a:solidFill>
              <a:srgbClr val="2E74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B15C7-CF24-41B5-8666-B8F80489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2880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36EA3-722D-44D9-BC6B-94486ED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2D9D5-1A6A-42CE-8787-19FAB50F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시작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7B8BF-3567-4AF9-BE91-15794AB5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A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86C19-219E-4E17-B1F6-6016EAC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19475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F73AF-AD06-4695-AAE6-2A7CE8EA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95675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1DEA2-BD70-432E-A823-3FE41F94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57575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9AE7B-B05B-42F2-961E-FD2F1857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1012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40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6A166-E300-40BB-AA77-E821C0DF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101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8F5705-1443-44B2-92EE-7CCC818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863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8E6E3-D37B-4A3E-8C79-55062095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cxnSp>
        <p:nvCxnSpPr>
          <p:cNvPr id="57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262813" y="27717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262813" y="436245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B9B4C9-AA1A-41F0-95E1-29C40BEA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43625"/>
            <a:ext cx="71437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BA4FFD-A900-4EB6-ADE8-CBB0676F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181725"/>
            <a:ext cx="683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세부 문장과 데이터는 다음 장부터 표의 ‘내용’ 열에서 확인</a:t>
            </a:r>
          </a:p>
        </p:txBody>
      </p:sp>
    </p:spTree>
    <p:extLst>
      <p:ext uri="{BB962C8B-B14F-4D97-AF65-F5344CB8AC3E}">
        <p14:creationId xmlns:p14="http://schemas.microsoft.com/office/powerpoint/2010/main" val="1317547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65118-6E3D-4323-ADF2-ED470AF6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43263-7E1E-43C0-8DC5-10ECA367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접수와 실행 경로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6378C-208A-4549-B9D0-572CAA0E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7E2EE-FDCC-40E2-8F28-FD71B187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60F54-7FE3-44C6-A810-F29A312B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사용자 행동으로 문의를 접수하고, 접수 Event가 다음 자동화를 시작함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99D51-B6DF-4D53-A2E3-C6C53C0A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4234C-C110-4127-87D1-12D44E67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02F55-1061-4E6D-B228-C6DFECD7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2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시작 선택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문의 접수 화면에서 상담 시작을 선택하면 문의 접수가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문의를 접수하라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상담 질문,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문의가 접수되었음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접수 시각, 권한 확인 결과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AT-1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‘문의가 접수되었음’ Event가 발생하면 실행 경로 결정이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경로를 결정하라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권한 확인 결과, 상담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질문 해석 지원, 규칙 기반 코드가 경로 확정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경로가 정해졌음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 경로, 필수 여부, 대기시간, 선택 이유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930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83F2B-6C03-4CEF-BE72-180BFE5C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F1C9A-E5A8-4370-86D7-0764FD27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정형검색과 유사도 검색을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D3AF0-E073-4954-AFA9-8DED8B16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DF080-602E-43DF-8586-CD9EF259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4CF25-C8F2-4AD0-8B0B-7104070E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E-2가 발생하고 각 경로가 선택되면 C-3과 C-4는 서로의 결과를 기다리지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469CE-8208-4E5E-A8E5-3FCCD2D3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29B16-5A67-471B-92D4-FD61906B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2AE7A-D54F-4DBF-82F0-3ADA3435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3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AT-2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C-3 경로가 선택되면 고객 현황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현황을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조회 기준일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현황이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 ID, 상품 ID, 승인 사용액, 예측 특징, 출처, 기준시점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AT-3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C-4 경로가 선택되면 문서 후보 확보가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회원 ID, 접근 범위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ID, 관련 문단, 원문 위치, 버전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132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505AC-E87E-4708-ADC8-DE0F8EA8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A22CA-4ABE-4296-AC63-F28EA1B3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관계검색과 이탈 위험 예측을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D1740-BC29-40FA-8722-DE280CE1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8AA26-AC5C-492C-B271-39505A70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2751F-DF4B-4BD9-A36F-99478088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C-5와 C-6은 E-3 결과가 준비된 뒤 시작하며 서로의 결과에는 의존하지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40ED6-A44B-4E5B-AA38-C663DF8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B729C-825E-43F2-8400-76C81DF6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03B16-24BE-4234-A81D-A7E5D234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4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AT-4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C-5가 선택되고 E-3의 카드·상품 ID가 준비되면 관계 경로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카드 ID, 상품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고객-카드-상품-문서 경로, 각 연결의 원천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AT-5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C-6이 선택되고 E-3의 예측 특징이 준비되면 이탈 위험 예측이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위험을 예측하라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특징, 예측 기간, 모델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예측형 AI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위험이 예측되었음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확률, 위험 등급, 판단 신호, 예측 기간, 모델 버전, 특징 기준시점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438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6DCBB-6AC7-4E71-90F0-8DA4A63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F47AC-E61A-4DA1-A607-F31702E5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선택한 결과를 취합해 초안을 작성함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8BBB1-D38E-48B3-B7B7-AD3FC03C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AF77B-04C0-46B7-9E4E-F5DA9A3A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F5941-DF68-46B6-B6D8-AA16DA4E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선택한 경로의 완료 상태를 확인한 뒤 근거를 선정하고 상담 초안을 작성함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3DE06-56C4-4E68-AD99-AEA2367E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5333F-1132-4256-BBB8-693A6159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FF5F1-1608-4D4D-8DB5-6D5E1DD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5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선정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필수 E-3·E-4·E-5가 완료되고 보조 E-6이 완료 또는 보류되면 근거 선정이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묶음을 선정하라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계획, E-3 ~ E-6 결과와 상태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묶음이 선정되었음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ID, 채택 근거, 제외 근거, 주의사항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AT-7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‘근거 묶음이 선정되었음’ Event가 발생하면 상담 초안 작성이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초안을 작성하라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묶음, 예측 결과 또는 상태, 고객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초안 생성, 규칙 기반 코드가 검증·저장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초안이 작성되었음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ID, 버전, 제안 내용, 근거 참조, 주의사항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06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3675C-66A7-484F-9D99-D856FAAC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31745-CF55-46E9-A523-B830E5A2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반환과 사람의 확인을 구분함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C47A7-93D6-4D6A-99F3-197FD74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AB716-ED50-4B71-AA84-10E03A8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490C0-5F42-49D9-B67E-C2B492C8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서버가 데이터를 반환한 사실과 상담사가 내용을 확인한 사실을 각각 기록함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E3589-6E78-4E28-81F3-E87FF18A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D9991-CFA2-4E09-BDE1-7D509433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7325B-1832-4D8E-85AE-C5484AC6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6 / 6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AT-8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반환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E-8이 발생하고 화면 요청이 도착하면 초안 반환이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데이터를 반환하고 반환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상담 ID, 초안 ID, 초안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데이터가 반환되었음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반환 초안 버전, 반환 시각, 반환 출처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선택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초안 검토 화면에서 확인을 선택하면 초안 확인 기록이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초안 ID, 초안 버전,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확인이 기록되었음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 ID, 확인 초안 버전, 확인 시각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3850C-9B39-4AE6-A6EE-F3D51796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43625"/>
            <a:ext cx="96202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A965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5DF10-3A99-4ADB-AF8B-B925EC80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81725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rPr>
              <a:t>저장된 초안을 다시 반환하면 E-9는 새로 생길 수 있음 · 새로 작성하지 않았다면 E-8은 반복하지 않음</a:t>
            </a:r>
          </a:p>
        </p:txBody>
      </p:sp>
    </p:spTree>
    <p:extLst>
      <p:ext uri="{BB962C8B-B14F-4D97-AF65-F5344CB8AC3E}">
        <p14:creationId xmlns:p14="http://schemas.microsoft.com/office/powerpoint/2010/main" val="1730380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2026-09-23T05:06:15.4290000Z</dcterms:created>
  <dcterms:modified xsi:type="dcterms:W3CDTF">2026-09-23T05:06:15.4290000Z</dcterms:modified>
</coreProperties>
</file>