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66ac5760974d67" /><Relationship Type="http://schemas.openxmlformats.org/officeDocument/2006/relationships/extended-properties" Target="/docProps/app.xml" Id="R8cac7503cdc5476f" /><Relationship Type="http://schemas.openxmlformats.org/officeDocument/2006/relationships/officeDocument" Target="/ppt/presentation.xml" Id="R354b36865a4e46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4a9e3fdf954810"/>
  </p:sldMasterIdLst>
  <p:notesMasterIdLst>
    <p:notesMasterId xmlns:r="http://schemas.openxmlformats.org/officeDocument/2006/relationships" r:id="R7f1905b1e0ca4742"/>
  </p:notesMasterIdLst>
  <p:sldIdLst>
    <p:sldId xmlns:r="http://schemas.openxmlformats.org/officeDocument/2006/relationships" id="256" r:id="R439f857db5b4467b"/>
    <p:sldId xmlns:r="http://schemas.openxmlformats.org/officeDocument/2006/relationships" id="257" r:id="R21b860187fdb42ae"/>
    <p:sldId xmlns:r="http://schemas.openxmlformats.org/officeDocument/2006/relationships" id="258" r:id="R92ba13f3553b471d"/>
    <p:sldId xmlns:r="http://schemas.openxmlformats.org/officeDocument/2006/relationships" id="259" r:id="R2311fafd4a904aec"/>
    <p:sldId xmlns:r="http://schemas.openxmlformats.org/officeDocument/2006/relationships" id="260" r:id="Rca11e4ec848f40f2"/>
    <p:sldId xmlns:r="http://schemas.openxmlformats.org/officeDocument/2006/relationships" id="261" r:id="R18c1b11ef05844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5eba7d31304bdf" /><Relationship Type="http://schemas.openxmlformats.org/officeDocument/2006/relationships/slideMaster" Target="/ppt/slideMasters/slideMaster1.xml" Id="R784a9e3fdf954810" /><Relationship Type="http://schemas.openxmlformats.org/officeDocument/2006/relationships/notesMaster" Target="/ppt/notesMasters/notesMaster1.xml" Id="R7f1905b1e0ca4742" /><Relationship Type="http://schemas.openxmlformats.org/officeDocument/2006/relationships/presProps" Target="/ppt/presProps.xml" Id="Rd397b584c29e48f8" /><Relationship Type="http://schemas.openxmlformats.org/officeDocument/2006/relationships/tableStyles" Target="/ppt/tableStyles.xml" Id="Rb09e5355749e42f5" /><Relationship Type="http://schemas.openxmlformats.org/officeDocument/2006/relationships/slide" Target="/ppt/slides/slide1.xml" Id="R439f857db5b4467b" /><Relationship Type="http://schemas.openxmlformats.org/officeDocument/2006/relationships/slide" Target="/ppt/slides/slide2.xml" Id="R21b860187fdb42ae" /><Relationship Type="http://schemas.openxmlformats.org/officeDocument/2006/relationships/slide" Target="/ppt/slides/slide3.xml" Id="R92ba13f3553b471d" /><Relationship Type="http://schemas.openxmlformats.org/officeDocument/2006/relationships/slide" Target="/ppt/slides/slide4.xml" Id="R2311fafd4a904aec" /><Relationship Type="http://schemas.openxmlformats.org/officeDocument/2006/relationships/slide" Target="/ppt/slides/slide5.xml" Id="Rca11e4ec848f40f2" /><Relationship Type="http://schemas.openxmlformats.org/officeDocument/2006/relationships/slide" Target="/ppt/slides/slide6.xml" Id="R18c1b11ef05844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21d09b9cf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001bb6d2294b9c" /><Relationship Type="http://schemas.openxmlformats.org/officeDocument/2006/relationships/notesMaster" Target="/ppt/notesMasters/notesMaster1.xml" Id="R386d8738843847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dce64f31c743ce" /><Relationship Type="http://schemas.openxmlformats.org/officeDocument/2006/relationships/notesMaster" Target="/ppt/notesMasters/notesMaster1.xml" Id="Re5e933add83346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a7823b5e344afd" /><Relationship Type="http://schemas.openxmlformats.org/officeDocument/2006/relationships/notesMaster" Target="/ppt/notesMasters/notesMaster1.xml" Id="Rce0acb0819e64a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0af858460e436d" /><Relationship Type="http://schemas.openxmlformats.org/officeDocument/2006/relationships/notesMaster" Target="/ppt/notesMasters/notesMaster1.xml" Id="R7a506490db8741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0cbd2ec6dc4993" /><Relationship Type="http://schemas.openxmlformats.org/officeDocument/2006/relationships/notesMaster" Target="/ppt/notesMasters/notesMaster1.xml" Id="R27cf654fb9d546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eb053c39604f82" /><Relationship Type="http://schemas.openxmlformats.org/officeDocument/2006/relationships/notesMaster" Target="/ppt/notesMasters/notesMaster1.xml" Id="R55d90727452047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3ff43a51144e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49d56386ef40fa" /><Relationship Type="http://schemas.openxmlformats.org/officeDocument/2006/relationships/slideLayout" Target="/ppt/slideLayouts/slideLayout1.xml" Id="R7bedb63a2c56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edb63a2c56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1a680e58c4ea9" /><Relationship Type="http://schemas.openxmlformats.org/officeDocument/2006/relationships/notesSlide" Target="/ppt/notesSlides/notesSlide1.xml" Id="Re2b58c5caf9641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1e84801c6452c" /><Relationship Type="http://schemas.openxmlformats.org/officeDocument/2006/relationships/notesSlide" Target="/ppt/notesSlides/notesSlide2.xml" Id="R7eda1181438445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f9ac28b3c4b4d" /><Relationship Type="http://schemas.openxmlformats.org/officeDocument/2006/relationships/notesSlide" Target="/ppt/notesSlides/notesSlide3.xml" Id="R3e4da6cd394742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d2846d1db54a25" /><Relationship Type="http://schemas.openxmlformats.org/officeDocument/2006/relationships/notesSlide" Target="/ppt/notesSlides/notesSlide4.xml" Id="R3e0c815671e845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3e352e3c174580" /><Relationship Type="http://schemas.openxmlformats.org/officeDocument/2006/relationships/notesSlide" Target="/ppt/notesSlides/notesSlide5.xml" Id="R11c20c660d064b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4f71ab9b44d5" /><Relationship Type="http://schemas.openxmlformats.org/officeDocument/2006/relationships/notesSlide" Target="/ppt/notesSlides/notesSlide6.xml" Id="Rae1ffb09b2f641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EDABC7-4638-4576-B30C-A6362F89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647DE3-6942-4AB0-AD8A-E87495BA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F42E9-F6EF-484D-B9A4-03841DFA6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B5D023-DB48-4D3A-94AA-15E2BD89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CD1FE-E2EC-4896-B3EC-29DEB0BF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5D685A-A502-443D-B3CB-66558A76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6588C-69EF-40F1-BF37-6A895696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E67AB-1556-4B6F-BBE0-E2DDEDB34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E42A7-7DF1-421A-A267-05F108F3D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F26E2-7B0A-47CD-8588-06728026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E4A1B4-DB0D-46F3-8620-053EA9A8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337626-1CE3-4C36-A593-58FBBAD39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D008A-4296-4EA4-8E93-2B8EE779E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B9AD30-1CCE-4A62-A477-66DF678E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29717A-B0C2-4029-8814-20D981C1E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86AD9-C2B6-4B43-8CDB-AA9AF8BA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5469DE-1CF0-4D9B-8822-95A6418B7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154795-1A6A-4B0B-A2DF-02F5C243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3486BC-C94F-479E-9B8B-F2148FC4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24ACB-602E-42C0-A630-794EDD18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2BF776-6CF3-49A8-ACFA-92B1A13E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80642-BD2D-4BA1-991F-C8EFEAC7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7AD607-0A09-4D7D-91A3-F16F984B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1F3F98-A2D9-44F2-B364-5916A1A5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2E463-C35D-45ED-9643-DACE161E8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9735E9-0BAC-4025-87FB-F03A9954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FCAF0A-BF1D-4174-9B9F-98920808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79723-B176-40FF-9F12-6C25E8AE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4331820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6AF14-2B76-45BC-A09D-DE129F708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057EF-A118-4F70-A140-47A34510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DF690-92B8-4EF3-9EAA-9911DACB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8AF48-A87D-47F3-9FB3-69C009F6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A68940-B41F-4A24-A6A6-9F64872D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1F8088-5464-423A-B7F9-B0399D0D9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FEA97-B6C3-4748-B296-9EBF204D5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35430-C2CA-46D9-A0A3-5F430960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0355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43B08-2622-4816-BE03-ED2A7F4C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04481-9CD5-4C2D-9ACE-7BDA412F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4EA21-E347-4BA9-8A9B-B370C027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7E809-D3F8-4E5B-8053-7733E3A0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0749B1-940E-4619-924D-6939E1A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5B5CBF-6EAA-483F-891D-502DF579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8B1B20-C623-4FF5-B224-229483E3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37D1D1-4868-4BC6-9511-FDAFE2EF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693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42F82-8FCF-4141-AAD6-B62501EA8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B83F1-018B-43F6-9551-56ADF0FF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C23592-22BB-4403-98C2-1102B181B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AFD12-4739-4138-8E6E-8C4D7D97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C32A1-637E-4D2A-B500-E742680F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C1D8DE-406B-4FE7-B69D-463FF650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0168A4-3132-4287-BC0C-1BA4CEF2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820B9C-37E8-48B5-916E-F2BEA6F2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6850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357A9-1445-4D9C-9284-AA31D9BB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9117AA-255A-4B97-915F-6339B18A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152D9-F4E4-493F-B92C-4ECF9680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A5FE81-A20C-4E21-AAA0-74E1E835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8A843-F3A9-4C08-95BA-11A92F91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1068F-9B3E-4D55-86E8-29EB736F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56BCFA-F393-49C2-B623-F85C57E2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66FCEA-17E1-4A98-B72B-83D3B0E1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7636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E3C590-CFC1-4C49-B89F-DC497F36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DFD4EE-F61C-4C09-924B-E1A32B23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FE361C-8876-4D10-AD29-2292B212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B757C-FDF7-4014-AEDC-6D3A6817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228CDC-4AFC-4778-91DC-932C8B9F3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8D5D1A-EC64-4C03-8CF0-E1E8B6A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A7B503-1391-46E8-8F03-B4B485E56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F8CCD-CE29-4BDB-A531-CDB1F2E0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6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82625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A97D4-77FE-4865-ABBA-B16427778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052038-4AA3-4731-AC51-DC49F6F9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448701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2026-09-23T05:04:45.7520000Z</dcterms:created>
  <dcterms:modified xsi:type="dcterms:W3CDTF">2026-09-23T05:04:45.7520000Z</dcterms:modified>
</coreProperties>
</file>