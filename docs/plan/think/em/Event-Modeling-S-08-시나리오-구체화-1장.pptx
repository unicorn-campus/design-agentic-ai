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374652146a46fe" /><Relationship Type="http://schemas.openxmlformats.org/officeDocument/2006/relationships/extended-properties" Target="/docProps/app.xml" Id="Re0fe83a022da43f5" /><Relationship Type="http://schemas.openxmlformats.org/officeDocument/2006/relationships/officeDocument" Target="/ppt/presentation.xml" Id="R094c1e3424be4d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b27ab574f24a69"/>
  </p:sldMasterIdLst>
  <p:notesMasterIdLst>
    <p:notesMasterId xmlns:r="http://schemas.openxmlformats.org/officeDocument/2006/relationships" r:id="R35cd1253c88544a6"/>
  </p:notesMasterIdLst>
  <p:sldIdLst>
    <p:sldId xmlns:r="http://schemas.openxmlformats.org/officeDocument/2006/relationships" id="256" r:id="Rb7c2152002324f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dcda38e8524119" /><Relationship Type="http://schemas.openxmlformats.org/officeDocument/2006/relationships/slideMaster" Target="/ppt/slideMasters/slideMaster1.xml" Id="Rbbb27ab574f24a69" /><Relationship Type="http://schemas.openxmlformats.org/officeDocument/2006/relationships/notesMaster" Target="/ppt/notesMasters/notesMaster1.xml" Id="R35cd1253c88544a6" /><Relationship Type="http://schemas.openxmlformats.org/officeDocument/2006/relationships/presProps" Target="/ppt/presProps.xml" Id="Re79e151b3e40478d" /><Relationship Type="http://schemas.openxmlformats.org/officeDocument/2006/relationships/tableStyles" Target="/ppt/tableStyles.xml" Id="Ra36a68cf5d5e41a5" /><Relationship Type="http://schemas.openxmlformats.org/officeDocument/2006/relationships/slide" Target="/ppt/slides/slide1.xml" Id="Rb7c2152002324f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029bbe8b0543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c5e9b09ec44f5a" /><Relationship Type="http://schemas.openxmlformats.org/officeDocument/2006/relationships/notesMaster" Target="/ppt/notesMasters/notesMaster1.xml" Id="R30efc418876146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S-08 상담 제안 작성 Slice를 유저스토리와 구체적인 Specification by Example 시나리오로 정리함. 예시 ID와 값은 교육용 합성 데이터임.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afd453d7745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44639723d64e56" /><Relationship Type="http://schemas.openxmlformats.org/officeDocument/2006/relationships/slideLayout" Target="/ppt/slideLayouts/slideLayout1.xml" Id="R9f19f4decdc144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19f4decdc144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3aa38edad4342" /><Relationship Type="http://schemas.openxmlformats.org/officeDocument/2006/relationships/notesSlide" Target="/ppt/notesSlides/notesSlide1.xml" Id="R7ede03a3c75349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rumb">
            <a:extLst xmlns:a="http://schemas.openxmlformats.org/drawingml/2006/main">
              <a:ext uri="{FF2B5EF4-FFF2-40B4-BE49-F238E27FC236}">
                <a16:creationId xmlns:a16="http://schemas.microsoft.com/office/drawing/2014/main" id="{B0848593-4CB8-4736-9092-77917A29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7단계 시나리오 구체화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9E8995-B578-41E0-A0F9-6EE22C9D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S-08 상담 제안 작성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D70FF49-ACB1-4FF2-AB3F-29185A97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92EAC71-AAF4-4E75-A9B8-347A53AC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ory-label">
            <a:extLst xmlns:a="http://schemas.openxmlformats.org/drawingml/2006/main">
              <a:ext uri="{FF2B5EF4-FFF2-40B4-BE49-F238E27FC236}">
                <a16:creationId xmlns:a16="http://schemas.microsoft.com/office/drawing/2014/main" id="{708987AC-4DCF-460A-9088-42D80853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12858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유저스토리</a:t>
            </a:r>
          </a:p>
        </p:txBody>
      </p:sp>
      <p:sp>
        <p:nvSpPr>
          <p:cNvPr id="6" name="story">
            <a:extLst xmlns:a="http://schemas.openxmlformats.org/drawingml/2006/main">
              <a:ext uri="{FF2B5EF4-FFF2-40B4-BE49-F238E27FC236}">
                <a16:creationId xmlns:a16="http://schemas.microsoft.com/office/drawing/2014/main" id="{A4FF14BC-CBE9-47C1-8066-523842E3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200150"/>
            <a:ext cx="98774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33350" tIns="57150" rIns="1333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상담사로서 검증된 검색·예측 근거를 바탕으로 고객에게 전달할 상담 제안을 확인하고 싶음. 이를 통해 정확하고 일관된 상담 안내를 제공할 수 있음.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23850" y="1943100"/>
          <a:ext xmlns:a="http://schemas.openxmlformats.org/drawingml/2006/main" cx="11239500" cy="4400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2047875"/>
                <a:gridCol w="3000375"/>
                <a:gridCol w="2286000"/>
                <a:gridCol w="3000375"/>
              </a:tblGrid>
              <a:tr h="4381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슬라이스 ID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시나리오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Given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When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Then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</a:tr>
              <a:tr h="13144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S-08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검증된 근거로 고위험 고객의 상담 제안 작성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CS-20260924-001의 E-7에 회원 M-1001, M카드 혜택 문서 DOC-203 v2026.08 14쪽, 최근 상담 CS-8842, 이탈 확률 0.82·등급 ‘높음’이 선택되어 있음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 GEN-AI-2.1에 400자 이내, ‘카드 혜택’과 ‘다음 행동’을 포함하도록 C-8 상담 제안 작성을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E-8이 발생함. 제안 ID P-1001, 버전 1, 혜택 안내와 이용 감소에 따른 상담 권고, DOC-203·CS-8842 참조, 검증 상태 ‘통과’가 기록됨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  <a:tr h="13144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S-08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 보류 시 위험 표현을 제외하고 제안 작성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E-7에 유효한 카드 혜택 근거가 있으나 가입 7일로 E-6이 ‘관찰기간 부족’ 상태이며, 예측 결과가 없으면 위험 표현을 사용하지 않는 규칙이 적용됨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CS-20260924-002에 대해 동일한 문체와 400자 제한으로 C-8 상담 제안 작성을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E-8이 발생함. 카드 혜택과 다음 행동만 포함되고 riskMention=false, 예측 보류 사유와 사용한 문서 근거가 기록됨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</a:tr>
              <a:tr h="13144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S-08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근거에 없는 혜택 문장이 생성되어 작성 보류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E-7의 선택 근거에는 ‘공항 라운지 연 2회’만 있으며, 모든 혜택 문장은 선택된 출처로 확인되어야 한다는 검증 규칙이 적용됨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C-8 실행 중 생성 결과에 근거가 없는 ‘연회비 면제’ 문장이 포함됨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E-8은 발생하지 않음. ‘상담 제안 작성이 보류되었음’이 발생하고 reasonCode=UNSUPPORTED_CLAIM, 문제 문장, 검증 근거, 사람 검토 필요=true가 기록되며 생성 결과는 상담사에게 제공되지 않음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36B057A-9539-4528-A92F-C11F8E25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E8ACD5E-EE03-4A9F-8673-40A08C97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6A4A583-931E-4BE7-9D06-541CCB13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1 / 1</a:t>
            </a:r>
          </a:p>
        </p:txBody>
      </p:sp>
    </p:spTree>
    <p:extLst>
      <p:ext uri="{BB962C8B-B14F-4D97-AF65-F5344CB8AC3E}">
        <p14:creationId xmlns:p14="http://schemas.microsoft.com/office/powerpoint/2010/main" val="996103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2026-09-24T02:57:48.7850000Z</dcterms:created>
  <dcterms:modified xsi:type="dcterms:W3CDTF">2026-09-24T02:57:48.7850000Z</dcterms:modified>
</coreProperties>
</file>