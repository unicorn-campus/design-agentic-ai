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84e1e954247fd" /><Relationship Type="http://schemas.openxmlformats.org/officeDocument/2006/relationships/extended-properties" Target="/docProps/app.xml" Id="R95cbfc3ecd2f486c" /><Relationship Type="http://schemas.openxmlformats.org/officeDocument/2006/relationships/officeDocument" Target="/ppt/presentation.xml" Id="R81ab3c36bed2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595a3b15f4dd9"/>
  </p:sldMasterIdLst>
  <p:notesMasterIdLst>
    <p:notesMasterId xmlns:r="http://schemas.openxmlformats.org/officeDocument/2006/relationships" r:id="R09801c222bef4ee2"/>
  </p:notesMasterIdLst>
  <p:sldIdLst>
    <p:sldId xmlns:r="http://schemas.openxmlformats.org/officeDocument/2006/relationships" id="256" r:id="Rf696936666ff40be"/>
    <p:sldId xmlns:r="http://schemas.openxmlformats.org/officeDocument/2006/relationships" id="257" r:id="R7a315920a5124137"/>
    <p:sldId xmlns:r="http://schemas.openxmlformats.org/officeDocument/2006/relationships" id="258" r:id="Ra59e5757cfbb4cb3"/>
    <p:sldId xmlns:r="http://schemas.openxmlformats.org/officeDocument/2006/relationships" id="259" r:id="R0feba4e4273c434d"/>
    <p:sldId xmlns:r="http://schemas.openxmlformats.org/officeDocument/2006/relationships" id="260" r:id="R04a64b40e3d54396"/>
    <p:sldId xmlns:r="http://schemas.openxmlformats.org/officeDocument/2006/relationships" id="261" r:id="Rd6b48fc50ba24193"/>
    <p:sldId xmlns:r="http://schemas.openxmlformats.org/officeDocument/2006/relationships" id="262" r:id="R9c976d1e364343bb"/>
    <p:sldId xmlns:r="http://schemas.openxmlformats.org/officeDocument/2006/relationships" id="263" r:id="Rf5207425878c44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154d8e4f4e40ad" /><Relationship Type="http://schemas.openxmlformats.org/officeDocument/2006/relationships/slideMaster" Target="/ppt/slideMasters/slideMaster1.xml" Id="R3d7595a3b15f4dd9" /><Relationship Type="http://schemas.openxmlformats.org/officeDocument/2006/relationships/notesMaster" Target="/ppt/notesMasters/notesMaster1.xml" Id="R09801c222bef4ee2" /><Relationship Type="http://schemas.openxmlformats.org/officeDocument/2006/relationships/presProps" Target="/ppt/presProps.xml" Id="R0530a14dc9ee4e5c" /><Relationship Type="http://schemas.openxmlformats.org/officeDocument/2006/relationships/tableStyles" Target="/ppt/tableStyles.xml" Id="Rdc0cf063d91c4045" /><Relationship Type="http://schemas.openxmlformats.org/officeDocument/2006/relationships/slide" Target="/ppt/slides/slide1.xml" Id="Rf696936666ff40be" /><Relationship Type="http://schemas.openxmlformats.org/officeDocument/2006/relationships/slide" Target="/ppt/slides/slide2.xml" Id="R7a315920a5124137" /><Relationship Type="http://schemas.openxmlformats.org/officeDocument/2006/relationships/slide" Target="/ppt/slides/slide3.xml" Id="Ra59e5757cfbb4cb3" /><Relationship Type="http://schemas.openxmlformats.org/officeDocument/2006/relationships/slide" Target="/ppt/slides/slide4.xml" Id="R0feba4e4273c434d" /><Relationship Type="http://schemas.openxmlformats.org/officeDocument/2006/relationships/slide" Target="/ppt/slides/slide5.xml" Id="R04a64b40e3d54396" /><Relationship Type="http://schemas.openxmlformats.org/officeDocument/2006/relationships/slide" Target="/ppt/slides/slide6.xml" Id="Rd6b48fc50ba24193" /><Relationship Type="http://schemas.openxmlformats.org/officeDocument/2006/relationships/slide" Target="/ppt/slides/slide7.xml" Id="R9c976d1e364343bb" /><Relationship Type="http://schemas.openxmlformats.org/officeDocument/2006/relationships/slide" Target="/ppt/slides/slide8.xml" Id="Rf5207425878c44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cdc6211104a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8f3d68e03495a" /><Relationship Type="http://schemas.openxmlformats.org/officeDocument/2006/relationships/notesMaster" Target="/ppt/notesMasters/notesMaster1.xml" Id="R0afb2e968004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3b88c9b7c499b" /><Relationship Type="http://schemas.openxmlformats.org/officeDocument/2006/relationships/notesMaster" Target="/ppt/notesMasters/notesMaster1.xml" Id="R78eb33ff32d2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b4c1bc0484e70" /><Relationship Type="http://schemas.openxmlformats.org/officeDocument/2006/relationships/notesMaster" Target="/ppt/notesMasters/notesMaster1.xml" Id="Rf0b9f5dc395644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eae7274354449d" /><Relationship Type="http://schemas.openxmlformats.org/officeDocument/2006/relationships/notesMaster" Target="/ppt/notesMasters/notesMaster1.xml" Id="Rc61aa0bceec140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e4e4bcd8c479e" /><Relationship Type="http://schemas.openxmlformats.org/officeDocument/2006/relationships/notesMaster" Target="/ppt/notesMasters/notesMaster1.xml" Id="R9b465ac0de734d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23b788a0a4663" /><Relationship Type="http://schemas.openxmlformats.org/officeDocument/2006/relationships/notesMaster" Target="/ppt/notesMasters/notesMaster1.xml" Id="Ra4a5fd75057d47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cfc07f258a41ff" /><Relationship Type="http://schemas.openxmlformats.org/officeDocument/2006/relationships/notesMaster" Target="/ppt/notesMasters/notesMaster1.xml" Id="Re44def08da7c42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c67808189a4faa" /><Relationship Type="http://schemas.openxmlformats.org/officeDocument/2006/relationships/notesMaster" Target="/ppt/notesMasters/notesMaster1.xml" Id="R52f1584320a8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슬라이스 종합. 가로 위치는 엄밀한 실행 순서가 아니며 병렬 실행과 선행 조건은 세부 표에서 확인함.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Event 목록과 Slice 정의를 바탕으로 구성함. C-7/E-7은 첨부 표의 중복 ID를 전체 흐름에 맞게 바로잡아 표기함.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0f0ec590140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66fcc9ff3401f" /><Relationship Type="http://schemas.openxmlformats.org/officeDocument/2006/relationships/slideLayout" Target="/ppt/slideLayouts/slideLayout1.xml" Id="R34568119807b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68119807b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ec7516d9c478d" /><Relationship Type="http://schemas.openxmlformats.org/officeDocument/2006/relationships/notesSlide" Target="/ppt/notesSlides/notesSlide1.xml" Id="Rc5d8afa6098549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9fa2779f4e94" /><Relationship Type="http://schemas.openxmlformats.org/officeDocument/2006/relationships/notesSlide" Target="/ppt/notesSlides/notesSlide2.xml" Id="R0ef40c2feece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2755d144a4d49" /><Relationship Type="http://schemas.openxmlformats.org/officeDocument/2006/relationships/notesSlide" Target="/ppt/notesSlides/notesSlide3.xml" Id="R0c23f96b1737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82db631e8489b" /><Relationship Type="http://schemas.openxmlformats.org/officeDocument/2006/relationships/notesSlide" Target="/ppt/notesSlides/notesSlide4.xml" Id="R55187376e90e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782658784c75" /><Relationship Type="http://schemas.openxmlformats.org/officeDocument/2006/relationships/notesSlide" Target="/ppt/notesSlides/notesSlide5.xml" Id="R5a0112571db249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8781c8cdd40b2" /><Relationship Type="http://schemas.openxmlformats.org/officeDocument/2006/relationships/notesSlide" Target="/ppt/notesSlides/notesSlide6.xml" Id="R535c91243aa7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5c3c6741f4023" /><Relationship Type="http://schemas.openxmlformats.org/officeDocument/2006/relationships/notesSlide" Target="/ppt/notesSlides/notesSlide7.xml" Id="R6e9327bf5f5c41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c09e6bc80433d" /><Relationship Type="http://schemas.openxmlformats.org/officeDocument/2006/relationships/notesSlide" Target="/ppt/notesSlides/notesSlide8.xml" Id="R00d9ffc7fa6540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ACA6D-DA1A-4D36-88C8-F0782FF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E0B8-849C-4047-AE6A-6ED5626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BA14F-E69C-4AD5-8B0F-C09233DD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1A09E-98AD-4A7D-B907-94AB7A2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2C39-62B7-4EBA-90DA-F2C4D04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A54F3-BF31-45E3-8CAD-474491A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06E76-7AA5-4995-B60E-A5A6A5F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3211B-FFE9-4F61-B02C-A383FAF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5B371-1D3A-41A9-93C0-25D09C8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84FBD-2475-4D8A-A4D8-0C5462C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E5CE1-2543-49EF-BDC1-C53E65E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441C-58FD-4918-BECF-5CE55F4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780C1-1135-484E-A6F8-D6B42922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2DC39-BF1C-42A8-ADE9-D79E7D0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4B9B9-28D7-4DD6-8676-BAD7531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0936C-E639-4CA1-91A4-905D162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6C8CE-6005-4783-A8F9-6119F96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5076-5FB6-449F-8D89-A0F147A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B74DF-6CCC-470B-8E52-41F180C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0D1B-5818-4623-9C4C-0768AE6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34B6E-C523-4897-8A7F-7DB245D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9C9C4-5516-4AFC-9C8C-AFCE351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0BDD0-0DAF-4DDE-B879-DBB2FAC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21701-ED80-4AAE-9442-8ABDFEF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F0F1D-322D-4B79-972F-6618CE1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1AB7B-DDE6-40F5-8FCB-A2C3E79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4B4D9-61F8-4EBC-BD6F-85FCA1C0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A2AAF-BFA0-4245-A281-72E4B76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019873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CF0C9FC-88D0-4B16-B318-74AA841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7336D-CA16-479C-88CD-99A6A9EC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전체 슬라이스 종합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F493F-0BAD-4DF6-8F22-BF1224E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8B3F-956C-4889-B51B-C5C9640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DF05-6B98-470C-B674-1AA0E1CF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전체 10개 슬라이스를 ID와 제목만으로 배치하고 세부 조건은 뒤의 표에서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444D-5D0A-4890-926B-4714E28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41C1-F94C-40A8-9B2E-FD77271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5A321-73F4-4A95-8B1D-A0923AE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E1CC3-F8CB-42AE-9F31-1D265D0A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38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접수부터 관계 경로 확보까지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E01E1-42D4-4F41-AAC5-3C44B0A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76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이탈 예측부터 사람의 확인까지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BF4AA-510F-4458-8D13-E45B504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4FB6-079E-468D-BD67-7B24911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F81A7-2F2F-4D27-A280-072B999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8A82C-F2F6-404F-A31D-1D6B119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EB028-A2F5-4453-AB8C-A09BDBE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BE757-EB14-4940-A101-13A5047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D67DD-DEC4-4708-BB55-A499E95A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178D7-DA0D-4845-8596-4E3107DC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ABEAD-B702-4CAC-9530-E4A42122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03C15-090C-40EB-B9E9-60B21CE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BB33E-C429-43F4-8FCD-8B90A63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BB9CB-2893-465F-8B86-AA07EB1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325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371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2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71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43BDE-5C9D-4BE7-91B1-5F277DD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D9219-AF88-403B-91D0-DA5B0FF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ABEAF-E011-4E13-B60A-486FDCB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5C3B0-3701-47FC-BB01-4025E83B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경로 결정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8A23C-45CA-493E-9269-DC22EBD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AE2EE-C9E5-4C4E-8A05-34BFF3F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944E5-F964-47DB-B736-04152EA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E5EBC-86AF-44DE-9F6C-AC2D3F0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553FE-0F64-408F-A293-EF9FFFD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6E587-8F75-4B2D-9857-2762100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7440AC-8D8F-43AF-8E89-6CB77F7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23A4BE-5B4E-4F0E-B346-2D3CD7F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cxnSp>
        <p:nvCxnSpPr>
          <p:cNvPr id="339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657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40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657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1AC39C-0557-4957-8F69-EE544B3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5F973-1B86-4DAB-ABFA-1484C9A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EDC0A-0FEC-4CD4-810E-CAEA362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513F70-6884-4CDE-81B6-7703C82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현황 확보 시작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9446B4-94A2-4D76-8E43-6C70220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E383BD-17BF-435B-9616-C03BD74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5024C8-2E31-405E-85AF-F5801A4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986453-E3BE-480B-8387-9E77864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91DE7B-98C8-4199-ABCB-4032F6C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8D335-7961-4B2C-B8AB-49E2EA1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41BCB3-4DB0-41D4-86CE-4B50430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4C935A-0BB1-442B-8EF5-F92D0441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cxnSp>
        <p:nvCxnSpPr>
          <p:cNvPr id="353" name=""/>
          <p:cNvCxnSpPr>
            <a:stCxn xmlns:a="http://schemas.openxmlformats.org/drawingml/2006/main" id="39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5943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54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5943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85E89-13A7-4CBB-B224-E63B255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E6BCE4-5953-4319-89EC-B01C9C22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3E333E-45F5-407B-AC0A-01DAB08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6F7553-E697-4371-817B-6CB41E6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시작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4115C5-9E0E-41DC-9FFD-0F8FF90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FD068C-13B8-4017-9C09-5C3597BE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02F0E9-FA61-4F06-800A-D1BEE5D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D6816E-53EE-4777-9717-4B92C20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A86603-BDF3-433D-A4D1-7304516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15AFB0-670A-4F98-8955-67FD296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F5C7F4-44CF-4696-8BA7-98F4D83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6A8A1F-3A75-4154-8695-0EA2237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cxnSp>
        <p:nvCxnSpPr>
          <p:cNvPr id="367" name=""/>
          <p:cNvCxnSpPr>
            <a:stCxn xmlns:a="http://schemas.openxmlformats.org/drawingml/2006/main" id="5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229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68" name=""/>
          <p:cNvCxnSpPr>
            <a:stCxn xmlns:a="http://schemas.openxmlformats.org/drawingml/2006/main" id="57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229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1E9DDE-4380-43D7-89AA-9EE956C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3756C8-0D5A-4BCF-9513-509D10E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8629C7-325C-4F63-AA34-3426D32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8CBEA9-C3A4-4034-9579-7B8DC6B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시작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8E2B0C-817E-4ADF-B298-F06C3B9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8D6CEF-276D-4878-9E15-ECD0C5E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5233EF-8ED9-4934-9CAE-B78DD8B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BC1179-151C-437E-BEA1-1A29902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0F2944-06B8-45D6-BB36-C2C3170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69DAC2-F115-4EA5-9CA7-B6F28B5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330C1A-40AF-4E10-A422-75CF39E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38889E-DB09-4DE9-9DBF-93107A23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cxnSp>
        <p:nvCxnSpPr>
          <p:cNvPr id="381" name=""/>
          <p:cNvCxnSpPr>
            <a:stCxn xmlns:a="http://schemas.openxmlformats.org/drawingml/2006/main" id="67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0515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82" name=""/>
          <p:cNvCxnSpPr>
            <a:stCxn xmlns:a="http://schemas.openxmlformats.org/drawingml/2006/main" id="71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0515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C0A8C8-68E3-4A26-B992-6FC1704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5A77C4-99AD-4496-9835-1E116CE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D20B94-A689-4812-A73F-DF63544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6DE41B-0A07-4401-B20F-8E54D56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위험 예측 시작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6F8B3B-723A-47EF-A66F-060A6F9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ADA676-6124-467B-823C-55ECC2D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1F8B72-CA03-4EDE-8F68-8FC952E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8A89E6-C542-4EA5-B9FF-8D7A62C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CFB7D8-C53C-48DD-91AD-5B7746FE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33ED32-F7C6-4B6E-9024-79DFC2A7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DD969D-839A-4DF4-8689-2DC143CD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0F0F81-B381-4E48-A075-D85FFAD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cxnSp>
        <p:nvCxnSpPr>
          <p:cNvPr id="395" name="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1371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96" name=""/>
          <p:cNvCxnSpPr>
            <a:stCxn xmlns:a="http://schemas.openxmlformats.org/drawingml/2006/main" id="8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1371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03C4F4-0559-4D6F-9174-4B3DFAA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3F785A-FF9E-4F76-A7AB-42B5F91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D7D7F1C-8CF7-4694-9C42-28EBFBA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AE99D2-3F18-4DF9-B311-4B07215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선정 시작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B3759F-5D5A-4304-BB34-2E499BA0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3C65DC-926C-4353-A560-6C94B43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093479-3925-408B-BE16-999E1C1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8C47DB-B919-4FC1-8E91-4BA3C3C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7C5BCF-78B9-48F5-AF48-60A6B10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04073F-F376-458C-91B6-6C5FB065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BE4520-9357-4890-A364-854F73A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E300C3-C64C-43D4-9C0E-E2BA79C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cxnSp>
        <p:nvCxnSpPr>
          <p:cNvPr id="409" name=""/>
          <p:cNvCxnSpPr>
            <a:stCxn xmlns:a="http://schemas.openxmlformats.org/drawingml/2006/main" id="95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3657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10" name=""/>
          <p:cNvCxnSpPr>
            <a:stCxn xmlns:a="http://schemas.openxmlformats.org/drawingml/2006/main" id="99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3657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BF35DE-402C-4F90-B120-E40A295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FEF605-A57C-4B66-B0F7-1764891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1B394A-0B65-4B93-86B6-AE097A3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AT-7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E7BCAB-7FF6-4441-A795-1140CF3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작성 시작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2AB4F6-79EB-436B-B311-390FD57E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B473EF-EF3C-439B-8778-10466FD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D21EDF4-F983-4DD8-BFC5-DC520FA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69DA9F-396D-4CDC-9383-A4B898E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03A0A26-2C20-4870-97A3-4F769BA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7D2EF4-76E5-4DA6-9667-8486B8A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0D8CC3-39EA-48A6-9ABE-F48732E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FBC9D8-AFAA-4A30-BDC3-60F9879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cxnSp>
        <p:nvCxnSpPr>
          <p:cNvPr id="423" name=""/>
          <p:cNvCxnSpPr>
            <a:stCxn xmlns:a="http://schemas.openxmlformats.org/drawingml/2006/main" id="109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5943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24" name=""/>
          <p:cNvCxnSpPr>
            <a:stCxn xmlns:a="http://schemas.openxmlformats.org/drawingml/2006/main" id="113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5943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291CBB3-ED0F-4298-A209-ACC407F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92D5ACB-F8E0-4739-B76B-CB7643C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8CF517-5ECD-4B15-99BF-23435BB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AT-8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F99C183-262F-4DC6-9BA8-B546749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반환 시작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A37E17-5B35-442D-A3B9-03A7B15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E2200E-2567-4F52-AE70-568080E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492F9C8-2CAD-4D62-87E7-5E985DE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18F36E5-A81D-4272-9692-E2FF30A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11BBBD1-2451-47A8-99A7-2F9D8F8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F14163-BBE4-4698-A06F-27A9579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7CD19C-E2D3-4C70-86FE-7F68061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11AD1B7-9DF2-41DB-AA4D-7E1AFC2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cxnSp>
        <p:nvCxnSpPr>
          <p:cNvPr id="437" name=""/>
          <p:cNvCxnSpPr>
            <a:stCxn xmlns:a="http://schemas.openxmlformats.org/drawingml/2006/main" id="123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229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38" name=""/>
          <p:cNvCxnSpPr>
            <a:stCxn xmlns:a="http://schemas.openxmlformats.org/drawingml/2006/main" id="127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8229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6D0240-F12D-46A4-9BC6-38F4E27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691E68D-DD8A-4955-B47C-575E43C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C96D6D6-7621-43AC-A5A5-F187A43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0D6240-4D20-4A7B-9DE2-8CF2948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선택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735054-F16F-4144-921C-C464CED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48EB32-17C9-457E-ABD9-D195C6C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0BE9A91-9284-4CCF-A14C-23DBA0A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9DDB09-717A-4E07-AE8A-B5BA714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9A002F-F2DA-4FED-AEAD-85161B7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0D9F32-3FB5-43A9-A097-2C302D0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E9C07C-0CDC-48C8-8BF2-23CC4E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193677-4BB8-4888-B062-C05585D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cxnSp>
        <p:nvCxnSpPr>
          <p:cNvPr id="451" name=""/>
          <p:cNvCxnSpPr>
            <a:stCxn xmlns:a="http://schemas.openxmlformats.org/drawingml/2006/main" id="137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10515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52" name=""/>
          <p:cNvCxnSpPr>
            <a:stCxn xmlns:a="http://schemas.openxmlformats.org/drawingml/2006/main" id="141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515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08FD533-60ED-426D-A81A-4C7CF6C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76950"/>
            <a:ext cx="7924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861F319-94B7-43E3-A500-37BA6D7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150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가로 배치는 슬라이스 전체를 훑어보기 위한 구성 · 병렬 실행과 선행 조건은 다음 장부터 표에서 확인</a:t>
            </a:r>
          </a:p>
        </p:txBody>
      </p:sp>
    </p:spTree>
    <p:extLst>
      <p:ext uri="{BB962C8B-B14F-4D97-AF65-F5344CB8AC3E}">
        <p14:creationId xmlns:p14="http://schemas.microsoft.com/office/powerpoint/2010/main" val="1101757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BE10A-1EB5-47CD-8EC0-F2D8B75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7D9D-CE30-4788-97D1-9502714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32C4-F5A2-45FC-8545-10AA6CB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D98D8-C3BC-4D44-B412-E2CD827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A46F3-F944-4B94-AE60-58355F8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95288-331B-4A97-A5C6-9A946FE8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75215-9C69-4E00-8598-432E6DF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B2B73-4DE6-4EAA-B7B2-30A846C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87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11AB-3B2C-4A89-A753-0E3EDA5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D000-1B63-4825-9196-D77A394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6778E-49AC-4370-9FB4-1587181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C089-30D2-4320-81A1-534AC25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DD0B4-BCAB-4C19-B588-9049D84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65B5-785B-4261-A4E5-88B9751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B07CE-BBCB-4DD6-85EF-9AC0A01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21B77-083E-4289-847A-F96AAA9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5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28FB-2E29-4797-BBAA-226F89D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F310B-7131-440E-82CC-E59487F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9BC8B-8B34-4BFF-872D-9F973BB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30E9-30BB-4ED9-AF39-F98C2E1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B8A8-0314-4CE5-B18E-B22EF86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1590-D119-4DC7-868A-C1739B11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9DBDF-0EE2-4061-A937-AD83B05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198C4-9666-449F-B0EE-3DC4497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061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D3A70-D9A2-4AAF-BA59-B42A9C3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A7C47-BEFA-4DF8-B0F7-A077BBB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5954-CD50-419D-BB66-FAC0935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034C-8368-44CC-AE1F-8E52EF4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5BCC-F8D8-4B4A-8C4F-EC7ED37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C3008-6241-4A9D-83FF-AC97DFEF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96EC0-1160-4CA2-9E64-CA7DE91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B2B58-A66D-4FCD-A8B4-FE51858F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066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526FC-FC6C-40EB-B7C3-35DE35B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4D7D4-1952-4BB4-815D-E2FC328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EDE4-EC4A-4C23-8BAC-E2D12852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65FE5-3A76-4D50-A09A-FF95331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54BE-DCD3-4601-94D8-4FC31716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FC75-44A8-4CE9-AC9A-B57C3DF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70E81-659C-4D4B-875F-B8FDB67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D6D30-364E-4078-B4DF-7B14369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7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AB14-BC55-4D94-8E8E-4AF007E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EA448-4CF9-46EB-BBC3-5163060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333057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breadcrumb">
            <a:extLst xmlns:a="http://schemas.openxmlformats.org/drawingml/2006/main">
              <a:ext uri="{FF2B5EF4-FFF2-40B4-BE49-F238E27FC236}">
                <a16:creationId xmlns:a16="http://schemas.microsoft.com/office/drawing/2014/main" id="{4A528EC8-DC42-4953-A88C-CA7225A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6단계 Swimlane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74B666-6E0F-47EC-8830-F6C67AA6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스윔레인 매트릭스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F0F14E-7EC2-4C0B-95EE-1A98B3E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rule-accent">
            <a:extLst xmlns:a="http://schemas.openxmlformats.org/drawingml/2006/main">
              <a:ext uri="{FF2B5EF4-FFF2-40B4-BE49-F238E27FC236}">
                <a16:creationId xmlns:a16="http://schemas.microsoft.com/office/drawing/2014/main" id="{3F8E4F80-B54A-4FC7-BD49-4618461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41D923C9-9952-488A-BEFC-2E67AC12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행은 업무 책임, 열은 워크플로우 단계이며 셀에는 Slice ID와 업무명을 배치함</a:t>
            </a:r>
          </a:p>
        </p:txBody>
      </p:sp>
      <p:sp>
        <p:nvSpPr>
          <p:cNvPr id="6" name="corner-header">
            <a:extLst xmlns:a="http://schemas.openxmlformats.org/drawingml/2006/main">
              <a:ext uri="{FF2B5EF4-FFF2-40B4-BE49-F238E27FC236}">
                <a16:creationId xmlns:a16="http://schemas.microsoft.com/office/drawing/2014/main" id="{B628FAEC-8946-468F-94EA-695F08E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049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Swimlane</a:t>
            </a:r>
          </a:p>
        </p:txBody>
      </p:sp>
      <p:sp>
        <p:nvSpPr>
          <p:cNvPr id="7" name="stage-1-bg">
            <a:extLst xmlns:a="http://schemas.openxmlformats.org/drawingml/2006/main">
              <a:ext uri="{FF2B5EF4-FFF2-40B4-BE49-F238E27FC236}">
                <a16:creationId xmlns:a16="http://schemas.microsoft.com/office/drawing/2014/main" id="{BCA65E10-853A-4BFF-8F98-84F8292B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tage-1-num">
            <a:extLst xmlns:a="http://schemas.openxmlformats.org/drawingml/2006/main">
              <a:ext uri="{FF2B5EF4-FFF2-40B4-BE49-F238E27FC236}">
                <a16:creationId xmlns:a16="http://schemas.microsoft.com/office/drawing/2014/main" id="{AA5B664E-72A1-4A53-9456-FD96830F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CE7A0238-1DE4-4E99-A9A9-33E6574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0" name="stage-2-bg">
            <a:extLst xmlns:a="http://schemas.openxmlformats.org/drawingml/2006/main">
              <a:ext uri="{FF2B5EF4-FFF2-40B4-BE49-F238E27FC236}">
                <a16:creationId xmlns:a16="http://schemas.microsoft.com/office/drawing/2014/main" id="{016F3AE5-76E0-4363-9872-921870E1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tage-2-num">
            <a:extLst xmlns:a="http://schemas.openxmlformats.org/drawingml/2006/main">
              <a:ext uri="{FF2B5EF4-FFF2-40B4-BE49-F238E27FC236}">
                <a16:creationId xmlns:a16="http://schemas.microsoft.com/office/drawing/2014/main" id="{DE3560F5-CBE3-4FDF-B6FB-07EEEB54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2AFFB0E6-6221-4830-87B9-867EF584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321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결정</a:t>
            </a:r>
          </a:p>
        </p:txBody>
      </p:sp>
      <p:sp>
        <p:nvSpPr>
          <p:cNvPr id="13" name="stage-3-bg">
            <a:extLst xmlns:a="http://schemas.openxmlformats.org/drawingml/2006/main">
              <a:ext uri="{FF2B5EF4-FFF2-40B4-BE49-F238E27FC236}">
                <a16:creationId xmlns:a16="http://schemas.microsoft.com/office/drawing/2014/main" id="{A378F38C-FE62-4697-AE33-E3E9CE1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tage-3-num">
            <a:extLst xmlns:a="http://schemas.openxmlformats.org/drawingml/2006/main">
              <a:ext uri="{FF2B5EF4-FFF2-40B4-BE49-F238E27FC236}">
                <a16:creationId xmlns:a16="http://schemas.microsoft.com/office/drawing/2014/main" id="{6969D83A-4508-4BD1-A564-7F484C23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418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29E44B6D-E269-41D3-AFF3-C5CACDE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43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확보</a:t>
            </a:r>
          </a:p>
        </p:txBody>
      </p:sp>
      <p:sp>
        <p:nvSpPr>
          <p:cNvPr id="16" name="stage-4-bg">
            <a:extLst xmlns:a="http://schemas.openxmlformats.org/drawingml/2006/main">
              <a:ext uri="{FF2B5EF4-FFF2-40B4-BE49-F238E27FC236}">
                <a16:creationId xmlns:a16="http://schemas.microsoft.com/office/drawing/2014/main" id="{E2C99E1B-7846-42A0-AF64-BEAA906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stage-4-num">
            <a:extLst xmlns:a="http://schemas.openxmlformats.org/drawingml/2006/main">
              <a:ext uri="{FF2B5EF4-FFF2-40B4-BE49-F238E27FC236}">
                <a16:creationId xmlns:a16="http://schemas.microsoft.com/office/drawing/2014/main" id="{564214B0-7E83-44D8-BC4A-6AB3317B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739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8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60092345-23EA-4935-BF3A-F2D16BE2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64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제안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9" name="stage-5-bg">
            <a:extLst xmlns:a="http://schemas.openxmlformats.org/drawingml/2006/main">
              <a:ext uri="{FF2B5EF4-FFF2-40B4-BE49-F238E27FC236}">
                <a16:creationId xmlns:a16="http://schemas.microsoft.com/office/drawing/2014/main" id="{62CD9FAC-5AF6-4A7A-BECC-2AC7E36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stage-5-num">
            <a:extLst xmlns:a="http://schemas.openxmlformats.org/drawingml/2006/main">
              <a:ext uri="{FF2B5EF4-FFF2-40B4-BE49-F238E27FC236}">
                <a16:creationId xmlns:a16="http://schemas.microsoft.com/office/drawing/2014/main" id="{ADBC183E-E6FB-4A3C-BE63-4D1EA23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61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1" name="stage-5-label">
            <a:extLst xmlns:a="http://schemas.openxmlformats.org/drawingml/2006/main">
              <a:ext uri="{FF2B5EF4-FFF2-40B4-BE49-F238E27FC236}">
                <a16:creationId xmlns:a16="http://schemas.microsoft.com/office/drawing/2014/main" id="{96882312-EBE4-4ED4-864E-D23B9E32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86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22" name="stage-6-bg">
            <a:extLst xmlns:a="http://schemas.openxmlformats.org/drawingml/2006/main">
              <a:ext uri="{FF2B5EF4-FFF2-40B4-BE49-F238E27FC236}">
                <a16:creationId xmlns:a16="http://schemas.microsoft.com/office/drawing/2014/main" id="{330412D4-13B5-437D-B85F-7BE9AE1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stage-6-num">
            <a:extLst xmlns:a="http://schemas.openxmlformats.org/drawingml/2006/main">
              <a:ext uri="{FF2B5EF4-FFF2-40B4-BE49-F238E27FC236}">
                <a16:creationId xmlns:a16="http://schemas.microsoft.com/office/drawing/2014/main" id="{B3EF25D1-BFD4-425B-8A27-B017080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382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4" name="stage-6-label">
            <a:extLst xmlns:a="http://schemas.openxmlformats.org/drawingml/2006/main">
              <a:ext uri="{FF2B5EF4-FFF2-40B4-BE49-F238E27FC236}">
                <a16:creationId xmlns:a16="http://schemas.microsoft.com/office/drawing/2014/main" id="{51389E5E-D855-42FA-A02A-05695E1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25" name="stage-7-bg">
            <a:extLst xmlns:a="http://schemas.openxmlformats.org/drawingml/2006/main">
              <a:ext uri="{FF2B5EF4-FFF2-40B4-BE49-F238E27FC236}">
                <a16:creationId xmlns:a16="http://schemas.microsoft.com/office/drawing/2014/main" id="{FD077805-2D83-4B08-A623-609E78C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stage-7-num">
            <a:extLst xmlns:a="http://schemas.openxmlformats.org/drawingml/2006/main">
              <a:ext uri="{FF2B5EF4-FFF2-40B4-BE49-F238E27FC236}">
                <a16:creationId xmlns:a16="http://schemas.microsoft.com/office/drawing/2014/main" id="{18C7F24E-BFE3-4D04-83C8-41A2BF9A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704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27" name="stage-7-label">
            <a:extLst xmlns:a="http://schemas.openxmlformats.org/drawingml/2006/main">
              <a:ext uri="{FF2B5EF4-FFF2-40B4-BE49-F238E27FC236}">
                <a16:creationId xmlns:a16="http://schemas.microsoft.com/office/drawing/2014/main" id="{BA97B4C8-2684-4256-9066-9F821E08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929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8" name="lane-1">
            <a:extLst xmlns:a="http://schemas.openxmlformats.org/drawingml/2006/main">
              <a:ext uri="{FF2B5EF4-FFF2-40B4-BE49-F238E27FC236}">
                <a16:creationId xmlns:a16="http://schemas.microsoft.com/office/drawing/2014/main" id="{36C42BD5-C8B7-45AC-8056-9138EC8D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진행 관리</a:t>
            </a:r>
          </a:p>
        </p:txBody>
      </p:sp>
      <p:sp>
        <p:nvSpPr>
          <p:cNvPr id="29" name="cell-1-1">
            <a:extLst xmlns:a="http://schemas.openxmlformats.org/drawingml/2006/main">
              <a:ext uri="{FF2B5EF4-FFF2-40B4-BE49-F238E27FC236}">
                <a16:creationId xmlns:a16="http://schemas.microsoft.com/office/drawing/2014/main" id="{8082F5D6-AF6D-4BAC-B529-3343AB73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0" name="cell-1-2">
            <a:extLst xmlns:a="http://schemas.openxmlformats.org/drawingml/2006/main">
              <a:ext uri="{FF2B5EF4-FFF2-40B4-BE49-F238E27FC236}">
                <a16:creationId xmlns:a16="http://schemas.microsoft.com/office/drawing/2014/main" id="{F3682C98-4058-40DF-B900-B2B1096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1" name="cell-1-3">
            <a:extLst xmlns:a="http://schemas.openxmlformats.org/drawingml/2006/main">
              <a:ext uri="{FF2B5EF4-FFF2-40B4-BE49-F238E27FC236}">
                <a16:creationId xmlns:a16="http://schemas.microsoft.com/office/drawing/2014/main" id="{82C3B7D5-2718-411E-A5A7-DBEB983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2" name="cell-1-4">
            <a:extLst xmlns:a="http://schemas.openxmlformats.org/drawingml/2006/main">
              <a:ext uri="{FF2B5EF4-FFF2-40B4-BE49-F238E27FC236}">
                <a16:creationId xmlns:a16="http://schemas.microsoft.com/office/drawing/2014/main" id="{D5B5A2B9-168B-4791-A246-9229B831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3" name="cell-1-5">
            <a:extLst xmlns:a="http://schemas.openxmlformats.org/drawingml/2006/main">
              <a:ext uri="{FF2B5EF4-FFF2-40B4-BE49-F238E27FC236}">
                <a16:creationId xmlns:a16="http://schemas.microsoft.com/office/drawing/2014/main" id="{43F4C8B2-46E4-4320-BBB4-DF52208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4" name="cell-1-6">
            <a:extLst xmlns:a="http://schemas.openxmlformats.org/drawingml/2006/main">
              <a:ext uri="{FF2B5EF4-FFF2-40B4-BE49-F238E27FC236}">
                <a16:creationId xmlns:a16="http://schemas.microsoft.com/office/drawing/2014/main" id="{B4D97438-14EF-4BBD-BD6F-1A78264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5" name="cell-1-7">
            <a:extLst xmlns:a="http://schemas.openxmlformats.org/drawingml/2006/main">
              <a:ext uri="{FF2B5EF4-FFF2-40B4-BE49-F238E27FC236}">
                <a16:creationId xmlns:a16="http://schemas.microsoft.com/office/drawing/2014/main" id="{9D724C87-326A-45DD-B376-4128DBFB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6" name="lane-2">
            <a:extLst xmlns:a="http://schemas.openxmlformats.org/drawingml/2006/main">
              <a:ext uri="{FF2B5EF4-FFF2-40B4-BE49-F238E27FC236}">
                <a16:creationId xmlns:a16="http://schemas.microsoft.com/office/drawing/2014/main" id="{EB611BDA-42A5-4760-BAFC-3890EF7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 관리</a:t>
            </a:r>
          </a:p>
        </p:txBody>
      </p:sp>
      <p:sp>
        <p:nvSpPr>
          <p:cNvPr id="37" name="cell-2-1">
            <a:extLst xmlns:a="http://schemas.openxmlformats.org/drawingml/2006/main">
              <a:ext uri="{FF2B5EF4-FFF2-40B4-BE49-F238E27FC236}">
                <a16:creationId xmlns:a16="http://schemas.microsoft.com/office/drawing/2014/main" id="{76AF6FF8-E3C8-4FE8-9892-B8F7234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8" name="cell-2-2">
            <a:extLst xmlns:a="http://schemas.openxmlformats.org/drawingml/2006/main">
              <a:ext uri="{FF2B5EF4-FFF2-40B4-BE49-F238E27FC236}">
                <a16:creationId xmlns:a16="http://schemas.microsoft.com/office/drawing/2014/main" id="{8E328634-BFE5-4EA5-BC97-57758677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9" name="cell-2-3">
            <a:extLst xmlns:a="http://schemas.openxmlformats.org/drawingml/2006/main">
              <a:ext uri="{FF2B5EF4-FFF2-40B4-BE49-F238E27FC236}">
                <a16:creationId xmlns:a16="http://schemas.microsoft.com/office/drawing/2014/main" id="{9604C562-18F9-44E3-8995-2B244524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0" name="cell-2-4">
            <a:extLst xmlns:a="http://schemas.openxmlformats.org/drawingml/2006/main">
              <a:ext uri="{FF2B5EF4-FFF2-40B4-BE49-F238E27FC236}">
                <a16:creationId xmlns:a16="http://schemas.microsoft.com/office/drawing/2014/main" id="{87598B8E-0985-4CF1-8EAD-8BADD8B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1" name="cell-2-5">
            <a:extLst xmlns:a="http://schemas.openxmlformats.org/drawingml/2006/main">
              <a:ext uri="{FF2B5EF4-FFF2-40B4-BE49-F238E27FC236}">
                <a16:creationId xmlns:a16="http://schemas.microsoft.com/office/drawing/2014/main" id="{F30AC2D2-50E1-498C-8B0E-D935114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2" name="cell-2-6">
            <a:extLst xmlns:a="http://schemas.openxmlformats.org/drawingml/2006/main">
              <a:ext uri="{FF2B5EF4-FFF2-40B4-BE49-F238E27FC236}">
                <a16:creationId xmlns:a16="http://schemas.microsoft.com/office/drawing/2014/main" id="{D65F1B42-34E6-4178-829C-B586CA28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3" name="cell-2-7">
            <a:extLst xmlns:a="http://schemas.openxmlformats.org/drawingml/2006/main">
              <a:ext uri="{FF2B5EF4-FFF2-40B4-BE49-F238E27FC236}">
                <a16:creationId xmlns:a16="http://schemas.microsoft.com/office/drawing/2014/main" id="{683F493A-881E-4552-8154-08B6843F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4" name="lane-3">
            <a:extLst xmlns:a="http://schemas.openxmlformats.org/drawingml/2006/main">
              <a:ext uri="{FF2B5EF4-FFF2-40B4-BE49-F238E27FC236}">
                <a16:creationId xmlns:a16="http://schemas.microsoft.com/office/drawing/2014/main" id="{1A8DBE48-7710-4181-9E9F-127CD97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95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 조회</a:t>
            </a:r>
          </a:p>
        </p:txBody>
      </p:sp>
      <p:sp>
        <p:nvSpPr>
          <p:cNvPr id="45" name="cell-3-1">
            <a:extLst xmlns:a="http://schemas.openxmlformats.org/drawingml/2006/main">
              <a:ext uri="{FF2B5EF4-FFF2-40B4-BE49-F238E27FC236}">
                <a16:creationId xmlns:a16="http://schemas.microsoft.com/office/drawing/2014/main" id="{B5002664-4733-4878-8AAE-FAFB4484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6" name="cell-3-2">
            <a:extLst xmlns:a="http://schemas.openxmlformats.org/drawingml/2006/main">
              <a:ext uri="{FF2B5EF4-FFF2-40B4-BE49-F238E27FC236}">
                <a16:creationId xmlns:a16="http://schemas.microsoft.com/office/drawing/2014/main" id="{190CF803-D94E-43B2-982D-33854AE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7" name="cell-3-3">
            <a:extLst xmlns:a="http://schemas.openxmlformats.org/drawingml/2006/main">
              <a:ext uri="{FF2B5EF4-FFF2-40B4-BE49-F238E27FC236}">
                <a16:creationId xmlns:a16="http://schemas.microsoft.com/office/drawing/2014/main" id="{DEC8A651-A16B-4107-8D56-7EC0D08E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8" name="cell-3-4">
            <a:extLst xmlns:a="http://schemas.openxmlformats.org/drawingml/2006/main">
              <a:ext uri="{FF2B5EF4-FFF2-40B4-BE49-F238E27FC236}">
                <a16:creationId xmlns:a16="http://schemas.microsoft.com/office/drawing/2014/main" id="{27972BBF-6EFC-4895-A058-E1625F3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9" name="cell-3-5">
            <a:extLst xmlns:a="http://schemas.openxmlformats.org/drawingml/2006/main">
              <a:ext uri="{FF2B5EF4-FFF2-40B4-BE49-F238E27FC236}">
                <a16:creationId xmlns:a16="http://schemas.microsoft.com/office/drawing/2014/main" id="{D9764F4B-4B8A-4192-9217-44FE419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0" name="cell-3-6">
            <a:extLst xmlns:a="http://schemas.openxmlformats.org/drawingml/2006/main">
              <a:ext uri="{FF2B5EF4-FFF2-40B4-BE49-F238E27FC236}">
                <a16:creationId xmlns:a16="http://schemas.microsoft.com/office/drawing/2014/main" id="{134CC0A4-E56F-4000-9732-D97F5D3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1" name="cell-3-7">
            <a:extLst xmlns:a="http://schemas.openxmlformats.org/drawingml/2006/main">
              <a:ext uri="{FF2B5EF4-FFF2-40B4-BE49-F238E27FC236}">
                <a16:creationId xmlns:a16="http://schemas.microsoft.com/office/drawing/2014/main" id="{970F252B-6E9A-4E9A-ADD1-784A669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2" name="lane-4">
            <a:extLst xmlns:a="http://schemas.openxmlformats.org/drawingml/2006/main">
              <a:ext uri="{FF2B5EF4-FFF2-40B4-BE49-F238E27FC236}">
                <a16:creationId xmlns:a16="http://schemas.microsoft.com/office/drawing/2014/main" id="{AFB71A86-05C4-44CE-8F72-0632AD3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052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지식 검색</a:t>
            </a:r>
          </a:p>
        </p:txBody>
      </p:sp>
      <p:sp>
        <p:nvSpPr>
          <p:cNvPr id="53" name="cell-4-1">
            <a:extLst xmlns:a="http://schemas.openxmlformats.org/drawingml/2006/main">
              <a:ext uri="{FF2B5EF4-FFF2-40B4-BE49-F238E27FC236}">
                <a16:creationId xmlns:a16="http://schemas.microsoft.com/office/drawing/2014/main" id="{25ACFEC4-43C6-4852-BCBE-5293C198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4" name="cell-4-2">
            <a:extLst xmlns:a="http://schemas.openxmlformats.org/drawingml/2006/main">
              <a:ext uri="{FF2B5EF4-FFF2-40B4-BE49-F238E27FC236}">
                <a16:creationId xmlns:a16="http://schemas.microsoft.com/office/drawing/2014/main" id="{41B6D227-90C3-4B6B-A630-9A95014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A6F5B875-9FFA-41FB-8024-C2FCA8BA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6" name="cell-4-4">
            <a:extLst xmlns:a="http://schemas.openxmlformats.org/drawingml/2006/main">
              <a:ext uri="{FF2B5EF4-FFF2-40B4-BE49-F238E27FC236}">
                <a16:creationId xmlns:a16="http://schemas.microsoft.com/office/drawing/2014/main" id="{B993B713-ACA9-4E57-A321-8FCF1454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7" name="cell-4-5">
            <a:extLst xmlns:a="http://schemas.openxmlformats.org/drawingml/2006/main">
              <a:ext uri="{FF2B5EF4-FFF2-40B4-BE49-F238E27FC236}">
                <a16:creationId xmlns:a16="http://schemas.microsoft.com/office/drawing/2014/main" id="{810F5929-E0E9-4707-B58E-319CB1C4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8" name="cell-4-6">
            <a:extLst xmlns:a="http://schemas.openxmlformats.org/drawingml/2006/main">
              <a:ext uri="{FF2B5EF4-FFF2-40B4-BE49-F238E27FC236}">
                <a16:creationId xmlns:a16="http://schemas.microsoft.com/office/drawing/2014/main" id="{CAE69361-A66B-4DAB-99F7-CDD7AFB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9" name="cell-4-7">
            <a:extLst xmlns:a="http://schemas.openxmlformats.org/drawingml/2006/main">
              <a:ext uri="{FF2B5EF4-FFF2-40B4-BE49-F238E27FC236}">
                <a16:creationId xmlns:a16="http://schemas.microsoft.com/office/drawing/2014/main" id="{ED759F43-8D75-4BEE-852E-05B08A4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0" name="lane-5">
            <a:extLst xmlns:a="http://schemas.openxmlformats.org/drawingml/2006/main">
              <a:ext uri="{FF2B5EF4-FFF2-40B4-BE49-F238E27FC236}">
                <a16:creationId xmlns:a16="http://schemas.microsoft.com/office/drawing/2014/main" id="{10CD3E5B-F3F8-4D21-88C7-B46C132B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19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00012559-2474-4B81-A0CF-DD7FFAE3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2" name="cell-5-2">
            <a:extLst xmlns:a="http://schemas.openxmlformats.org/drawingml/2006/main">
              <a:ext uri="{FF2B5EF4-FFF2-40B4-BE49-F238E27FC236}">
                <a16:creationId xmlns:a16="http://schemas.microsoft.com/office/drawing/2014/main" id="{26568762-0252-46CA-97DD-BFDD70D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82AF787B-5E71-4CF8-932F-5A7FE36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4" name="cell-5-4">
            <a:extLst xmlns:a="http://schemas.openxmlformats.org/drawingml/2006/main">
              <a:ext uri="{FF2B5EF4-FFF2-40B4-BE49-F238E27FC236}">
                <a16:creationId xmlns:a16="http://schemas.microsoft.com/office/drawing/2014/main" id="{D3D93132-662F-456B-9973-49B77B8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5" name="cell-5-5">
            <a:extLst xmlns:a="http://schemas.openxmlformats.org/drawingml/2006/main">
              <a:ext uri="{FF2B5EF4-FFF2-40B4-BE49-F238E27FC236}">
                <a16:creationId xmlns:a16="http://schemas.microsoft.com/office/drawing/2014/main" id="{7330EC82-6CE8-4DD4-8576-F25E472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6" name="cell-5-6">
            <a:extLst xmlns:a="http://schemas.openxmlformats.org/drawingml/2006/main">
              <a:ext uri="{FF2B5EF4-FFF2-40B4-BE49-F238E27FC236}">
                <a16:creationId xmlns:a16="http://schemas.microsoft.com/office/drawing/2014/main" id="{07076C6A-9191-4011-988E-7507CCB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7" name="cell-5-7">
            <a:extLst xmlns:a="http://schemas.openxmlformats.org/drawingml/2006/main">
              <a:ext uri="{FF2B5EF4-FFF2-40B4-BE49-F238E27FC236}">
                <a16:creationId xmlns:a16="http://schemas.microsoft.com/office/drawing/2014/main" id="{0F520EC8-8779-403B-B810-3992FD6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8" name="lane-6">
            <a:extLst xmlns:a="http://schemas.openxmlformats.org/drawingml/2006/main">
              <a:ext uri="{FF2B5EF4-FFF2-40B4-BE49-F238E27FC236}">
                <a16:creationId xmlns:a16="http://schemas.microsoft.com/office/drawing/2014/main" id="{4799D557-8FF9-45CF-B2BB-246DBF0C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BF3903E3-BD2B-46C7-A484-CC16F3A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0" name="cell-6-2">
            <a:extLst xmlns:a="http://schemas.openxmlformats.org/drawingml/2006/main">
              <a:ext uri="{FF2B5EF4-FFF2-40B4-BE49-F238E27FC236}">
                <a16:creationId xmlns:a16="http://schemas.microsoft.com/office/drawing/2014/main" id="{B4B10DFC-891F-48EF-976B-5B2E210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1" name="cell-6-3">
            <a:extLst xmlns:a="http://schemas.openxmlformats.org/drawingml/2006/main">
              <a:ext uri="{FF2B5EF4-FFF2-40B4-BE49-F238E27FC236}">
                <a16:creationId xmlns:a16="http://schemas.microsoft.com/office/drawing/2014/main" id="{4F274233-48DF-4067-B12E-9B4F620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2" name="cell-6-4">
            <a:extLst xmlns:a="http://schemas.openxmlformats.org/drawingml/2006/main">
              <a:ext uri="{FF2B5EF4-FFF2-40B4-BE49-F238E27FC236}">
                <a16:creationId xmlns:a16="http://schemas.microsoft.com/office/drawing/2014/main" id="{FFF27CA9-7A5A-4874-ACF4-08D2BA5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3" name="cell-6-5">
            <a:extLst xmlns:a="http://schemas.openxmlformats.org/drawingml/2006/main">
              <a:ext uri="{FF2B5EF4-FFF2-40B4-BE49-F238E27FC236}">
                <a16:creationId xmlns:a16="http://schemas.microsoft.com/office/drawing/2014/main" id="{70BAD6A4-43B2-46AC-A08F-036D2B0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4" name="cell-6-6">
            <a:extLst xmlns:a="http://schemas.openxmlformats.org/drawingml/2006/main">
              <a:ext uri="{FF2B5EF4-FFF2-40B4-BE49-F238E27FC236}">
                <a16:creationId xmlns:a16="http://schemas.microsoft.com/office/drawing/2014/main" id="{086ADF61-A7F6-4761-87A8-9E06EBB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5" name="cell-6-7">
            <a:extLst xmlns:a="http://schemas.openxmlformats.org/drawingml/2006/main">
              <a:ext uri="{FF2B5EF4-FFF2-40B4-BE49-F238E27FC236}">
                <a16:creationId xmlns:a16="http://schemas.microsoft.com/office/drawing/2014/main" id="{EA6AECFA-8594-421B-9272-12DB55C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6" name="S-01-badge">
            <a:extLst xmlns:a="http://schemas.openxmlformats.org/drawingml/2006/main">
              <a:ext uri="{FF2B5EF4-FFF2-40B4-BE49-F238E27FC236}">
                <a16:creationId xmlns:a16="http://schemas.microsoft.com/office/drawing/2014/main" id="{DED5D2E9-7C00-475D-B7CB-52CD4751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S-01</a:t>
            </a:r>
          </a:p>
        </p:txBody>
      </p:sp>
      <p:sp>
        <p:nvSpPr>
          <p:cNvPr id="77" name="S-01-title">
            <a:extLst xmlns:a="http://schemas.openxmlformats.org/drawingml/2006/main">
              <a:ext uri="{FF2B5EF4-FFF2-40B4-BE49-F238E27FC236}">
                <a16:creationId xmlns:a16="http://schemas.microsoft.com/office/drawing/2014/main" id="{E372A732-F526-40E5-9DAF-B913E1F4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78" name="S-01-links">
            <a:extLst xmlns:a="http://schemas.openxmlformats.org/drawingml/2006/main">
              <a:ext uri="{FF2B5EF4-FFF2-40B4-BE49-F238E27FC236}">
                <a16:creationId xmlns:a16="http://schemas.microsoft.com/office/drawing/2014/main" id="{40B8A98F-178B-4560-BA64-A65B6FA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C-1 · E-1</a:t>
            </a:r>
          </a:p>
        </p:txBody>
      </p:sp>
      <p:sp>
        <p:nvSpPr>
          <p:cNvPr id="79" name="S-09-badge">
            <a:extLst xmlns:a="http://schemas.openxmlformats.org/drawingml/2006/main">
              <a:ext uri="{FF2B5EF4-FFF2-40B4-BE49-F238E27FC236}">
                <a16:creationId xmlns:a16="http://schemas.microsoft.com/office/drawing/2014/main" id="{0F031467-B981-48C5-BD74-6CB3457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332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S-09</a:t>
            </a:r>
          </a:p>
        </p:txBody>
      </p:sp>
      <p:sp>
        <p:nvSpPr>
          <p:cNvPr id="80" name="S-09-title">
            <a:extLst xmlns:a="http://schemas.openxmlformats.org/drawingml/2006/main">
              <a:ext uri="{FF2B5EF4-FFF2-40B4-BE49-F238E27FC236}">
                <a16:creationId xmlns:a16="http://schemas.microsoft.com/office/drawing/2014/main" id="{D476B0CA-758D-4B63-A839-6D5EBAB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482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제공</a:t>
            </a:r>
          </a:p>
        </p:txBody>
      </p:sp>
      <p:sp>
        <p:nvSpPr>
          <p:cNvPr id="81" name="S-09-links">
            <a:extLst xmlns:a="http://schemas.openxmlformats.org/drawingml/2006/main">
              <a:ext uri="{FF2B5EF4-FFF2-40B4-BE49-F238E27FC236}">
                <a16:creationId xmlns:a16="http://schemas.microsoft.com/office/drawing/2014/main" id="{D41148FF-B01B-4C6C-B9AD-0E141B3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332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C-9 · E-9</a:t>
            </a:r>
          </a:p>
        </p:txBody>
      </p:sp>
      <p:sp>
        <p:nvSpPr>
          <p:cNvPr id="82" name="S-10-badge">
            <a:extLst xmlns:a="http://schemas.openxmlformats.org/drawingml/2006/main">
              <a:ext uri="{FF2B5EF4-FFF2-40B4-BE49-F238E27FC236}">
                <a16:creationId xmlns:a16="http://schemas.microsoft.com/office/drawing/2014/main" id="{8A6399DC-298A-45A1-8E77-53CDCCE6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54" y="20859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S-10</a:t>
            </a:r>
          </a:p>
        </p:txBody>
      </p:sp>
      <p:sp>
        <p:nvSpPr>
          <p:cNvPr id="83" name="S-10-title">
            <a:extLst xmlns:a="http://schemas.openxmlformats.org/drawingml/2006/main">
              <a:ext uri="{FF2B5EF4-FFF2-40B4-BE49-F238E27FC236}">
                <a16:creationId xmlns:a16="http://schemas.microsoft.com/office/drawing/2014/main" id="{EC39685F-8700-41E9-9CE5-C238884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804" y="20859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확인</a:t>
            </a:r>
          </a:p>
        </p:txBody>
      </p:sp>
      <p:sp>
        <p:nvSpPr>
          <p:cNvPr id="84" name="S-10-links">
            <a:extLst xmlns:a="http://schemas.openxmlformats.org/drawingml/2006/main">
              <a:ext uri="{FF2B5EF4-FFF2-40B4-BE49-F238E27FC236}">
                <a16:creationId xmlns:a16="http://schemas.microsoft.com/office/drawing/2014/main" id="{9DB99AFE-BF75-4ECF-AD5F-F26433E8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54" y="24003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C-10 · E-10</a:t>
            </a:r>
          </a:p>
        </p:txBody>
      </p:sp>
      <p:sp>
        <p:nvSpPr>
          <p:cNvPr id="85" name="S-02-badge">
            <a:extLst xmlns:a="http://schemas.openxmlformats.org/drawingml/2006/main">
              <a:ext uri="{FF2B5EF4-FFF2-40B4-BE49-F238E27FC236}">
                <a16:creationId xmlns:a16="http://schemas.microsoft.com/office/drawing/2014/main" id="{577A948B-1554-4352-BF54-0196ED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46" y="27336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S-02</a:t>
            </a:r>
          </a:p>
        </p:txBody>
      </p:sp>
      <p:sp>
        <p:nvSpPr>
          <p:cNvPr id="86" name="S-02-title">
            <a:extLst xmlns:a="http://schemas.openxmlformats.org/drawingml/2006/main">
              <a:ext uri="{FF2B5EF4-FFF2-40B4-BE49-F238E27FC236}">
                <a16:creationId xmlns:a16="http://schemas.microsoft.com/office/drawing/2014/main" id="{E6B86D8E-35A6-4C68-88F1-5975ED29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96" y="27336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87" name="S-02-links">
            <a:extLst xmlns:a="http://schemas.openxmlformats.org/drawingml/2006/main">
              <a:ext uri="{FF2B5EF4-FFF2-40B4-BE49-F238E27FC236}">
                <a16:creationId xmlns:a16="http://schemas.microsoft.com/office/drawing/2014/main" id="{7578DAC8-4510-48A7-82F1-0CC664AC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46" y="30480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C-2 · E-2</a:t>
            </a:r>
          </a:p>
        </p:txBody>
      </p:sp>
      <p:sp>
        <p:nvSpPr>
          <p:cNvPr id="88" name="S-03-badge">
            <a:extLst xmlns:a="http://schemas.openxmlformats.org/drawingml/2006/main">
              <a:ext uri="{FF2B5EF4-FFF2-40B4-BE49-F238E27FC236}">
                <a16:creationId xmlns:a16="http://schemas.microsoft.com/office/drawing/2014/main" id="{79AAB80B-E95B-46C6-A2B2-198987A5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3432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S-03</a:t>
            </a:r>
          </a:p>
        </p:txBody>
      </p:sp>
      <p:sp>
        <p:nvSpPr>
          <p:cNvPr id="89" name="S-03-title">
            <a:extLst xmlns:a="http://schemas.openxmlformats.org/drawingml/2006/main">
              <a:ext uri="{FF2B5EF4-FFF2-40B4-BE49-F238E27FC236}">
                <a16:creationId xmlns:a16="http://schemas.microsoft.com/office/drawing/2014/main" id="{A7B50D1F-9721-4AB4-8DD3-ABE1DC9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33432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90" name="S-03-links">
            <a:extLst xmlns:a="http://schemas.openxmlformats.org/drawingml/2006/main">
              <a:ext uri="{FF2B5EF4-FFF2-40B4-BE49-F238E27FC236}">
                <a16:creationId xmlns:a16="http://schemas.microsoft.com/office/drawing/2014/main" id="{3E2F26C5-B457-4959-BCF5-00A8B8C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6576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C-3 · E-3</a:t>
            </a:r>
          </a:p>
        </p:txBody>
      </p:sp>
      <p:sp>
        <p:nvSpPr>
          <p:cNvPr id="91" name="S-04-badge">
            <a:extLst xmlns:a="http://schemas.openxmlformats.org/drawingml/2006/main">
              <a:ext uri="{FF2B5EF4-FFF2-40B4-BE49-F238E27FC236}">
                <a16:creationId xmlns:a16="http://schemas.microsoft.com/office/drawing/2014/main" id="{4CEAB8E7-452C-4AEB-94A0-249C265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3952875"/>
            <a:ext cx="371475" cy="219075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S-04</a:t>
            </a:r>
          </a:p>
        </p:txBody>
      </p:sp>
      <p:sp>
        <p:nvSpPr>
          <p:cNvPr id="92" name="S-04-title">
            <a:extLst xmlns:a="http://schemas.openxmlformats.org/drawingml/2006/main">
              <a:ext uri="{FF2B5EF4-FFF2-40B4-BE49-F238E27FC236}">
                <a16:creationId xmlns:a16="http://schemas.microsoft.com/office/drawing/2014/main" id="{6A936884-C0B1-4327-960F-9AC9754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418" y="3952875"/>
            <a:ext cx="879021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239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질문 관련 문단 검색</a:t>
            </a:r>
          </a:p>
        </p:txBody>
      </p:sp>
      <p:sp>
        <p:nvSpPr>
          <p:cNvPr id="93" name="S-04-links">
            <a:extLst xmlns:a="http://schemas.openxmlformats.org/drawingml/2006/main">
              <a:ext uri="{FF2B5EF4-FFF2-40B4-BE49-F238E27FC236}">
                <a16:creationId xmlns:a16="http://schemas.microsoft.com/office/drawing/2014/main" id="{4A833595-433E-453F-8B86-EC10860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191000"/>
            <a:ext cx="1279071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483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C-4 · E-4</a:t>
            </a:r>
          </a:p>
        </p:txBody>
      </p:sp>
      <p:sp>
        <p:nvSpPr>
          <p:cNvPr id="94" name="S-05-badge">
            <a:extLst xmlns:a="http://schemas.openxmlformats.org/drawingml/2006/main">
              <a:ext uri="{FF2B5EF4-FFF2-40B4-BE49-F238E27FC236}">
                <a16:creationId xmlns:a16="http://schemas.microsoft.com/office/drawing/2014/main" id="{CD014826-0753-4E50-9F5F-019E92D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391025"/>
            <a:ext cx="371475" cy="219075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S-05</a:t>
            </a:r>
          </a:p>
        </p:txBody>
      </p:sp>
      <p:sp>
        <p:nvSpPr>
          <p:cNvPr id="95" name="S-05-title">
            <a:extLst xmlns:a="http://schemas.openxmlformats.org/drawingml/2006/main">
              <a:ext uri="{FF2B5EF4-FFF2-40B4-BE49-F238E27FC236}">
                <a16:creationId xmlns:a16="http://schemas.microsoft.com/office/drawing/2014/main" id="{4D220E44-4D31-4C66-A70C-BDD83503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418" y="4391025"/>
            <a:ext cx="879021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7315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보유 카드 관련 근거 조회</a:t>
            </a:r>
          </a:p>
        </p:txBody>
      </p:sp>
      <p:sp>
        <p:nvSpPr>
          <p:cNvPr id="96" name="S-05-links">
            <a:extLst xmlns:a="http://schemas.openxmlformats.org/drawingml/2006/main">
              <a:ext uri="{FF2B5EF4-FFF2-40B4-BE49-F238E27FC236}">
                <a16:creationId xmlns:a16="http://schemas.microsoft.com/office/drawing/2014/main" id="{526AE2A6-0BBA-4F41-83D2-0E3BFCF1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629150"/>
            <a:ext cx="1279071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483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 · E-5</a:t>
            </a:r>
          </a:p>
        </p:txBody>
      </p:sp>
      <p:sp>
        <p:nvSpPr>
          <p:cNvPr id="97" name="S-06-badge">
            <a:extLst xmlns:a="http://schemas.openxmlformats.org/drawingml/2006/main">
              <a:ext uri="{FF2B5EF4-FFF2-40B4-BE49-F238E27FC236}">
                <a16:creationId xmlns:a16="http://schemas.microsoft.com/office/drawing/2014/main" id="{8DA65062-7CEF-450A-B410-03FB93A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486727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S-06</a:t>
            </a:r>
          </a:p>
        </p:txBody>
      </p:sp>
      <p:sp>
        <p:nvSpPr>
          <p:cNvPr id="98" name="S-06-title">
            <a:extLst xmlns:a="http://schemas.openxmlformats.org/drawingml/2006/main">
              <a:ext uri="{FF2B5EF4-FFF2-40B4-BE49-F238E27FC236}">
                <a16:creationId xmlns:a16="http://schemas.microsoft.com/office/drawing/2014/main" id="{E53950E8-492B-4BCD-B1B4-BCC3DCE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18" y="486727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99" name="S-06-links">
            <a:extLst xmlns:a="http://schemas.openxmlformats.org/drawingml/2006/main">
              <a:ext uri="{FF2B5EF4-FFF2-40B4-BE49-F238E27FC236}">
                <a16:creationId xmlns:a16="http://schemas.microsoft.com/office/drawing/2014/main" id="{DA2C58CC-47B1-48E7-B918-6334968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518160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C-6 · E-6</a:t>
            </a:r>
          </a:p>
        </p:txBody>
      </p:sp>
      <p:sp>
        <p:nvSpPr>
          <p:cNvPr id="100" name="S-07-badge">
            <a:extLst xmlns:a="http://schemas.openxmlformats.org/drawingml/2006/main">
              <a:ext uri="{FF2B5EF4-FFF2-40B4-BE49-F238E27FC236}">
                <a16:creationId xmlns:a16="http://schemas.microsoft.com/office/drawing/2014/main" id="{BCB78741-8341-42F5-8C51-C3CB851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89" y="553402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S-07</a:t>
            </a:r>
          </a:p>
        </p:txBody>
      </p:sp>
      <p:sp>
        <p:nvSpPr>
          <p:cNvPr id="101" name="S-07-title">
            <a:extLst xmlns:a="http://schemas.openxmlformats.org/drawingml/2006/main">
              <a:ext uri="{FF2B5EF4-FFF2-40B4-BE49-F238E27FC236}">
                <a16:creationId xmlns:a16="http://schemas.microsoft.com/office/drawing/2014/main" id="{19AF9D4F-4900-48B7-BE48-5ADE7E1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39" y="553402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8528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제안용 정보 구성</a:t>
            </a:r>
          </a:p>
        </p:txBody>
      </p:sp>
      <p:sp>
        <p:nvSpPr>
          <p:cNvPr id="102" name="S-07-links">
            <a:extLst xmlns:a="http://schemas.openxmlformats.org/drawingml/2006/main">
              <a:ext uri="{FF2B5EF4-FFF2-40B4-BE49-F238E27FC236}">
                <a16:creationId xmlns:a16="http://schemas.microsoft.com/office/drawing/2014/main" id="{4F648073-1E8A-4A8B-B732-2B428DC2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89" y="584835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C-7 · E-7</a:t>
            </a:r>
          </a:p>
        </p:txBody>
      </p:sp>
      <p:sp>
        <p:nvSpPr>
          <p:cNvPr id="103" name="S-08-badge">
            <a:extLst xmlns:a="http://schemas.openxmlformats.org/drawingml/2006/main">
              <a:ext uri="{FF2B5EF4-FFF2-40B4-BE49-F238E27FC236}">
                <a16:creationId xmlns:a16="http://schemas.microsoft.com/office/drawing/2014/main" id="{5EFB1954-26BD-4A13-9D24-ADDBC05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11" y="5534025"/>
            <a:ext cx="4095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S-08</a:t>
            </a:r>
          </a:p>
        </p:txBody>
      </p:sp>
      <p:sp>
        <p:nvSpPr>
          <p:cNvPr id="104" name="S-08-title">
            <a:extLst xmlns:a="http://schemas.openxmlformats.org/drawingml/2006/main">
              <a:ext uri="{FF2B5EF4-FFF2-40B4-BE49-F238E27FC236}">
                <a16:creationId xmlns:a16="http://schemas.microsoft.com/office/drawing/2014/main" id="{4DE725F5-A851-4C5B-9549-EDEC14F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161" y="5534025"/>
            <a:ext cx="840921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 작성</a:t>
            </a:r>
          </a:p>
        </p:txBody>
      </p:sp>
      <p:sp>
        <p:nvSpPr>
          <p:cNvPr id="105" name="S-08-links">
            <a:extLst xmlns:a="http://schemas.openxmlformats.org/drawingml/2006/main">
              <a:ext uri="{FF2B5EF4-FFF2-40B4-BE49-F238E27FC236}">
                <a16:creationId xmlns:a16="http://schemas.microsoft.com/office/drawing/2014/main" id="{7F538359-E470-470C-92A7-4848EE9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11" y="5848350"/>
            <a:ext cx="12790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C-8 · E-8</a:t>
            </a:r>
          </a:p>
        </p:txBody>
      </p:sp>
      <p:sp>
        <p:nvSpPr>
          <p:cNvPr id="106" name="parallel-marker">
            <a:extLst xmlns:a="http://schemas.openxmlformats.org/drawingml/2006/main">
              <a:ext uri="{FF2B5EF4-FFF2-40B4-BE49-F238E27FC236}">
                <a16:creationId xmlns:a16="http://schemas.microsoft.com/office/drawing/2014/main" id="{3903F0B8-740A-4E79-A6DF-D7CEE2C6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043" y="1952625"/>
            <a:ext cx="114572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8534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5E9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55E9F"/>
                </a:solidFill>
                <a:latin typeface="Pretendard"/>
                <a:ea typeface="Pretendard"/>
                <a:cs typeface="Pretendard"/>
              </a:rPr>
              <a:t>조건에 따라 병렬</a:t>
            </a:r>
          </a:p>
        </p:txBody>
      </p:sp>
      <p:sp>
        <p:nvSpPr>
          <p:cNvPr id="107" name="legend-command">
            <a:extLst xmlns:a="http://schemas.openxmlformats.org/drawingml/2006/main">
              <a:ext uri="{FF2B5EF4-FFF2-40B4-BE49-F238E27FC236}">
                <a16:creationId xmlns:a16="http://schemas.microsoft.com/office/drawing/2014/main" id="{EB60876D-8553-44BB-BB5A-186AEC3A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10300"/>
            <a:ext cx="104775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 · Slice</a:t>
            </a:r>
          </a:p>
        </p:txBody>
      </p:sp>
      <p:sp>
        <p:nvSpPr>
          <p:cNvPr id="108" name="legend-event">
            <a:extLst xmlns:a="http://schemas.openxmlformats.org/drawingml/2006/main">
              <a:ext uri="{FF2B5EF4-FFF2-40B4-BE49-F238E27FC236}">
                <a16:creationId xmlns:a16="http://schemas.microsoft.com/office/drawing/2014/main" id="{B04A24E8-2D1B-4FB0-8BEE-1BA8A217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10300"/>
            <a:ext cx="12858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C/E · 연결 ID</a:t>
            </a:r>
          </a:p>
        </p:txBody>
      </p:sp>
      <p:sp>
        <p:nvSpPr>
          <p:cNvPr id="109" name="legend-note">
            <a:extLst xmlns:a="http://schemas.openxmlformats.org/drawingml/2006/main">
              <a:ext uri="{FF2B5EF4-FFF2-40B4-BE49-F238E27FC236}">
                <a16:creationId xmlns:a16="http://schemas.microsoft.com/office/drawing/2014/main" id="{09E64D0B-603A-4108-82B4-773A31A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10300"/>
            <a:ext cx="4429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7620">
            <a:solidFill>
              <a:srgbClr val="258A72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화면·Trigger·Read Model은 Slice 상세표에서 확인</a:t>
            </a:r>
          </a:p>
        </p:txBody>
      </p:sp>
      <p:sp>
        <p:nvSpPr>
          <p:cNvPr id="1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A4FD78E-CDCC-403D-BABC-D1B1E935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1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0A171DC-4B9B-4655-99BA-207D056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1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1F942F-632D-475C-AFF1-73CF004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908614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2026-09-23T13:14:26.5380000Z</dcterms:created>
  <dcterms:modified xsi:type="dcterms:W3CDTF">2026-09-23T13:14:26.5380000Z</dcterms:modified>
</coreProperties>
</file>