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67c32697724331" /><Relationship Type="http://schemas.openxmlformats.org/officeDocument/2006/relationships/extended-properties" Target="/docProps/app.xml" Id="R3b6250df69d547de" /><Relationship Type="http://schemas.openxmlformats.org/officeDocument/2006/relationships/officeDocument" Target="/ppt/presentation.xml" Id="R324e062414b548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e8ebebac6845fa"/>
  </p:sldMasterIdLst>
  <p:notesMasterIdLst>
    <p:notesMasterId xmlns:r="http://schemas.openxmlformats.org/officeDocument/2006/relationships" r:id="Rb72fcddb1e3f4c11"/>
  </p:notesMasterIdLst>
  <p:sldIdLst>
    <p:sldId xmlns:r="http://schemas.openxmlformats.org/officeDocument/2006/relationships" id="256" r:id="Re9c8b6af256045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50369461664753" /><Relationship Type="http://schemas.openxmlformats.org/officeDocument/2006/relationships/slideMaster" Target="/ppt/slideMasters/slideMaster1.xml" Id="R3ee8ebebac6845fa" /><Relationship Type="http://schemas.openxmlformats.org/officeDocument/2006/relationships/notesMaster" Target="/ppt/notesMasters/notesMaster1.xml" Id="Rb72fcddb1e3f4c11" /><Relationship Type="http://schemas.openxmlformats.org/officeDocument/2006/relationships/presProps" Target="/ppt/presProps.xml" Id="R07cc9710884346f5" /><Relationship Type="http://schemas.openxmlformats.org/officeDocument/2006/relationships/tableStyles" Target="/ppt/tableStyles.xml" Id="R1f2cb1c738d54c00" /><Relationship Type="http://schemas.openxmlformats.org/officeDocument/2006/relationships/slide" Target="/ppt/slides/slide1.xml" Id="Re9c8b6af2560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0a56baa10144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f847621e24715" /><Relationship Type="http://schemas.openxmlformats.org/officeDocument/2006/relationships/notesMaster" Target="/ppt/notesMasters/notesMaster1.xml" Id="Rd0a71fc72e4a41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Event 목록과 Slice 정의를 바탕으로 구성함. C-7/E-7은 첨부 표의 중복 ID를 전체 흐름에 맞게 바로잡아 표기함.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9254b27da4f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d2f9d28228432f" /><Relationship Type="http://schemas.openxmlformats.org/officeDocument/2006/relationships/slideLayout" Target="/ppt/slideLayouts/slideLayout1.xml" Id="Rc00f557354414a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0f557354414a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65cd3d240461c" /><Relationship Type="http://schemas.openxmlformats.org/officeDocument/2006/relationships/notesSlide" Target="/ppt/notesSlides/notesSlide1.xml" Id="R2c217a19649046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breadcrumb">
            <a:extLst xmlns:a="http://schemas.openxmlformats.org/drawingml/2006/main">
              <a:ext uri="{FF2B5EF4-FFF2-40B4-BE49-F238E27FC236}">
                <a16:creationId xmlns:a16="http://schemas.microsoft.com/office/drawing/2014/main" id="{A25B04C8-8D15-432A-B8DA-407A35E8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6단계 Swimlane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EE4D10-CE32-4728-B3AA-A4BC2C7C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스윔레인 매트릭스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A6DE14-925D-4084-A2CD-3EE0D2F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rule-accent">
            <a:extLst xmlns:a="http://schemas.openxmlformats.org/drawingml/2006/main">
              <a:ext uri="{FF2B5EF4-FFF2-40B4-BE49-F238E27FC236}">
                <a16:creationId xmlns:a16="http://schemas.microsoft.com/office/drawing/2014/main" id="{242F1C2D-8EEA-45EE-9C40-09E50A01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0A9829DA-55CB-4305-9D44-D323742E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행은 업무 책임, 열은 워크플로우 단계이며 셀에는 Slice ID와 업무명을 배치함</a:t>
            </a:r>
          </a:p>
        </p:txBody>
      </p:sp>
      <p:sp>
        <p:nvSpPr>
          <p:cNvPr id="6" name="corner-header">
            <a:extLst xmlns:a="http://schemas.openxmlformats.org/drawingml/2006/main">
              <a:ext uri="{FF2B5EF4-FFF2-40B4-BE49-F238E27FC236}">
                <a16:creationId xmlns:a16="http://schemas.microsoft.com/office/drawing/2014/main" id="{AB0157FD-8602-43CE-832A-DF46C0DA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049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Swimlane</a:t>
            </a:r>
          </a:p>
        </p:txBody>
      </p:sp>
      <p:sp>
        <p:nvSpPr>
          <p:cNvPr id="7" name="stage-1-bg">
            <a:extLst xmlns:a="http://schemas.openxmlformats.org/drawingml/2006/main">
              <a:ext uri="{FF2B5EF4-FFF2-40B4-BE49-F238E27FC236}">
                <a16:creationId xmlns:a16="http://schemas.microsoft.com/office/drawing/2014/main" id="{A38169FF-27DC-4EBF-B2D2-2DEBC8DD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tage-1-num">
            <a:extLst xmlns:a="http://schemas.openxmlformats.org/drawingml/2006/main">
              <a:ext uri="{FF2B5EF4-FFF2-40B4-BE49-F238E27FC236}">
                <a16:creationId xmlns:a16="http://schemas.microsoft.com/office/drawing/2014/main" id="{8A52ECD4-C1B8-4E87-A8F7-E0C1A9DF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AB3EC06A-CF11-47FE-BF39-D26FA3A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10" name="stage-2-bg">
            <a:extLst xmlns:a="http://schemas.openxmlformats.org/drawingml/2006/main">
              <a:ext uri="{FF2B5EF4-FFF2-40B4-BE49-F238E27FC236}">
                <a16:creationId xmlns:a16="http://schemas.microsoft.com/office/drawing/2014/main" id="{11DE17E2-FDA9-466A-8273-2725F5F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tage-2-num">
            <a:extLst xmlns:a="http://schemas.openxmlformats.org/drawingml/2006/main">
              <a:ext uri="{FF2B5EF4-FFF2-40B4-BE49-F238E27FC236}">
                <a16:creationId xmlns:a16="http://schemas.microsoft.com/office/drawing/2014/main" id="{8CBB2AF9-5727-4736-8E5B-44A5062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4C6B9407-CF5F-4160-97BA-651916C0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321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결정</a:t>
            </a:r>
          </a:p>
        </p:txBody>
      </p:sp>
      <p:sp>
        <p:nvSpPr>
          <p:cNvPr id="13" name="stage-3-bg">
            <a:extLst xmlns:a="http://schemas.openxmlformats.org/drawingml/2006/main">
              <a:ext uri="{FF2B5EF4-FFF2-40B4-BE49-F238E27FC236}">
                <a16:creationId xmlns:a16="http://schemas.microsoft.com/office/drawing/2014/main" id="{A5345F0A-C318-4CE8-AAB8-E6B395CE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stage-3-num">
            <a:extLst xmlns:a="http://schemas.openxmlformats.org/drawingml/2006/main">
              <a:ext uri="{FF2B5EF4-FFF2-40B4-BE49-F238E27FC236}">
                <a16:creationId xmlns:a16="http://schemas.microsoft.com/office/drawing/2014/main" id="{DBBBD89E-A7D4-4804-888F-7145E151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418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9853F589-90BA-4B3F-B6AF-7F85E17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643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정보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확보</a:t>
            </a:r>
          </a:p>
        </p:txBody>
      </p:sp>
      <p:sp>
        <p:nvSpPr>
          <p:cNvPr id="16" name="stage-4-bg">
            <a:extLst xmlns:a="http://schemas.openxmlformats.org/drawingml/2006/main">
              <a:ext uri="{FF2B5EF4-FFF2-40B4-BE49-F238E27FC236}">
                <a16:creationId xmlns:a16="http://schemas.microsoft.com/office/drawing/2014/main" id="{203F941A-8BA6-40E1-8BD9-C19B451A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stage-4-num">
            <a:extLst xmlns:a="http://schemas.openxmlformats.org/drawingml/2006/main">
              <a:ext uri="{FF2B5EF4-FFF2-40B4-BE49-F238E27FC236}">
                <a16:creationId xmlns:a16="http://schemas.microsoft.com/office/drawing/2014/main" id="{B4E8A912-1B17-4147-A1AE-9E8EB7E8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739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8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FD693BB0-0BA8-4E16-BEA8-6A1FF634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964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제안 정보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19" name="stage-5-bg">
            <a:extLst xmlns:a="http://schemas.openxmlformats.org/drawingml/2006/main">
              <a:ext uri="{FF2B5EF4-FFF2-40B4-BE49-F238E27FC236}">
                <a16:creationId xmlns:a16="http://schemas.microsoft.com/office/drawing/2014/main" id="{9979CFC5-34DE-41A3-B43C-5F055737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stage-5-num">
            <a:extLst xmlns:a="http://schemas.openxmlformats.org/drawingml/2006/main">
              <a:ext uri="{FF2B5EF4-FFF2-40B4-BE49-F238E27FC236}">
                <a16:creationId xmlns:a16="http://schemas.microsoft.com/office/drawing/2014/main" id="{869DD937-3B69-4ABE-84D8-07B485A5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61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1" name="stage-5-label">
            <a:extLst xmlns:a="http://schemas.openxmlformats.org/drawingml/2006/main">
              <a:ext uri="{FF2B5EF4-FFF2-40B4-BE49-F238E27FC236}">
                <a16:creationId xmlns:a16="http://schemas.microsoft.com/office/drawing/2014/main" id="{5135CBE9-C8B9-40F6-8553-9AA3862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286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작성</a:t>
            </a:r>
          </a:p>
        </p:txBody>
      </p:sp>
      <p:sp>
        <p:nvSpPr>
          <p:cNvPr id="22" name="stage-6-bg">
            <a:extLst xmlns:a="http://schemas.openxmlformats.org/drawingml/2006/main">
              <a:ext uri="{FF2B5EF4-FFF2-40B4-BE49-F238E27FC236}">
                <a16:creationId xmlns:a16="http://schemas.microsoft.com/office/drawing/2014/main" id="{EABAFABA-1905-444D-8571-2D4ADA1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stage-6-num">
            <a:extLst xmlns:a="http://schemas.openxmlformats.org/drawingml/2006/main">
              <a:ext uri="{FF2B5EF4-FFF2-40B4-BE49-F238E27FC236}">
                <a16:creationId xmlns:a16="http://schemas.microsoft.com/office/drawing/2014/main" id="{C1894BFC-A7F1-4ACD-8107-D4E95241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382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4" name="stage-6-label">
            <a:extLst xmlns:a="http://schemas.openxmlformats.org/drawingml/2006/main">
              <a:ext uri="{FF2B5EF4-FFF2-40B4-BE49-F238E27FC236}">
                <a16:creationId xmlns:a16="http://schemas.microsoft.com/office/drawing/2014/main" id="{64D30B1C-67D8-4EC4-967F-A59CC32E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sp>
        <p:nvSpPr>
          <p:cNvPr id="25" name="stage-7-bg">
            <a:extLst xmlns:a="http://schemas.openxmlformats.org/drawingml/2006/main">
              <a:ext uri="{FF2B5EF4-FFF2-40B4-BE49-F238E27FC236}">
                <a16:creationId xmlns:a16="http://schemas.microsoft.com/office/drawing/2014/main" id="{17D7F641-6C4E-4B9F-B16F-90ED3A3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stage-7-num">
            <a:extLst xmlns:a="http://schemas.openxmlformats.org/drawingml/2006/main">
              <a:ext uri="{FF2B5EF4-FFF2-40B4-BE49-F238E27FC236}">
                <a16:creationId xmlns:a16="http://schemas.microsoft.com/office/drawing/2014/main" id="{0B97A4CE-77E7-41D3-8701-5C202584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704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27" name="stage-7-label">
            <a:extLst xmlns:a="http://schemas.openxmlformats.org/drawingml/2006/main">
              <a:ext uri="{FF2B5EF4-FFF2-40B4-BE49-F238E27FC236}">
                <a16:creationId xmlns:a16="http://schemas.microsoft.com/office/drawing/2014/main" id="{5C8D3364-DD7E-4699-8438-10C48C63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1929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8" name="lane-1">
            <a:extLst xmlns:a="http://schemas.openxmlformats.org/drawingml/2006/main">
              <a:ext uri="{FF2B5EF4-FFF2-40B4-BE49-F238E27FC236}">
                <a16:creationId xmlns:a16="http://schemas.microsoft.com/office/drawing/2014/main" id="{45BA467C-2684-4887-A426-71394D2F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0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진행 관리</a:t>
            </a:r>
          </a:p>
        </p:txBody>
      </p:sp>
      <p:sp>
        <p:nvSpPr>
          <p:cNvPr id="29" name="cell-1-1">
            <a:extLst xmlns:a="http://schemas.openxmlformats.org/drawingml/2006/main">
              <a:ext uri="{FF2B5EF4-FFF2-40B4-BE49-F238E27FC236}">
                <a16:creationId xmlns:a16="http://schemas.microsoft.com/office/drawing/2014/main" id="{140B6319-8D31-4308-8CBD-A55FA9FA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0" name="cell-1-2">
            <a:extLst xmlns:a="http://schemas.openxmlformats.org/drawingml/2006/main">
              <a:ext uri="{FF2B5EF4-FFF2-40B4-BE49-F238E27FC236}">
                <a16:creationId xmlns:a16="http://schemas.microsoft.com/office/drawing/2014/main" id="{FF135B1F-832D-4FDA-893A-F734C217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1" name="cell-1-3">
            <a:extLst xmlns:a="http://schemas.openxmlformats.org/drawingml/2006/main">
              <a:ext uri="{FF2B5EF4-FFF2-40B4-BE49-F238E27FC236}">
                <a16:creationId xmlns:a16="http://schemas.microsoft.com/office/drawing/2014/main" id="{0E62C4DF-2EB3-41A4-9F98-7AA4643F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2" name="cell-1-4">
            <a:extLst xmlns:a="http://schemas.openxmlformats.org/drawingml/2006/main">
              <a:ext uri="{FF2B5EF4-FFF2-40B4-BE49-F238E27FC236}">
                <a16:creationId xmlns:a16="http://schemas.microsoft.com/office/drawing/2014/main" id="{22A77B5C-34F4-4E6A-9F08-48E31ECA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3" name="cell-1-5">
            <a:extLst xmlns:a="http://schemas.openxmlformats.org/drawingml/2006/main">
              <a:ext uri="{FF2B5EF4-FFF2-40B4-BE49-F238E27FC236}">
                <a16:creationId xmlns:a16="http://schemas.microsoft.com/office/drawing/2014/main" id="{41570119-D3CF-4082-81A7-11CA924D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4" name="cell-1-6">
            <a:extLst xmlns:a="http://schemas.openxmlformats.org/drawingml/2006/main">
              <a:ext uri="{FF2B5EF4-FFF2-40B4-BE49-F238E27FC236}">
                <a16:creationId xmlns:a16="http://schemas.microsoft.com/office/drawing/2014/main" id="{AECAAD27-ECC0-4BFE-8BBC-7187CE57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5" name="cell-1-7">
            <a:extLst xmlns:a="http://schemas.openxmlformats.org/drawingml/2006/main">
              <a:ext uri="{FF2B5EF4-FFF2-40B4-BE49-F238E27FC236}">
                <a16:creationId xmlns:a16="http://schemas.microsoft.com/office/drawing/2014/main" id="{6E59DF5A-0249-4FB3-95AB-C7387DD8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6" name="lane-2">
            <a:extLst xmlns:a="http://schemas.openxmlformats.org/drawingml/2006/main">
              <a:ext uri="{FF2B5EF4-FFF2-40B4-BE49-F238E27FC236}">
                <a16:creationId xmlns:a16="http://schemas.microsoft.com/office/drawing/2014/main" id="{42146CFA-08A2-4B5F-B173-F36EF467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860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 관리</a:t>
            </a:r>
          </a:p>
        </p:txBody>
      </p:sp>
      <p:sp>
        <p:nvSpPr>
          <p:cNvPr id="37" name="cell-2-1">
            <a:extLst xmlns:a="http://schemas.openxmlformats.org/drawingml/2006/main">
              <a:ext uri="{FF2B5EF4-FFF2-40B4-BE49-F238E27FC236}">
                <a16:creationId xmlns:a16="http://schemas.microsoft.com/office/drawing/2014/main" id="{881928FF-E950-48A2-A7FD-2B4787E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8" name="cell-2-2">
            <a:extLst xmlns:a="http://schemas.openxmlformats.org/drawingml/2006/main">
              <a:ext uri="{FF2B5EF4-FFF2-40B4-BE49-F238E27FC236}">
                <a16:creationId xmlns:a16="http://schemas.microsoft.com/office/drawing/2014/main" id="{B1B2E6E4-145A-47E9-BE4D-C3987A3F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9" name="cell-2-3">
            <a:extLst xmlns:a="http://schemas.openxmlformats.org/drawingml/2006/main">
              <a:ext uri="{FF2B5EF4-FFF2-40B4-BE49-F238E27FC236}">
                <a16:creationId xmlns:a16="http://schemas.microsoft.com/office/drawing/2014/main" id="{02701A94-CF76-4E76-84DC-3DCC0E6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0" name="cell-2-4">
            <a:extLst xmlns:a="http://schemas.openxmlformats.org/drawingml/2006/main">
              <a:ext uri="{FF2B5EF4-FFF2-40B4-BE49-F238E27FC236}">
                <a16:creationId xmlns:a16="http://schemas.microsoft.com/office/drawing/2014/main" id="{4529620D-6397-4248-AE4B-F97606A2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1" name="cell-2-5">
            <a:extLst xmlns:a="http://schemas.openxmlformats.org/drawingml/2006/main">
              <a:ext uri="{FF2B5EF4-FFF2-40B4-BE49-F238E27FC236}">
                <a16:creationId xmlns:a16="http://schemas.microsoft.com/office/drawing/2014/main" id="{B6606AB9-2C11-4206-85D0-D4C9C0A1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2" name="cell-2-6">
            <a:extLst xmlns:a="http://schemas.openxmlformats.org/drawingml/2006/main">
              <a:ext uri="{FF2B5EF4-FFF2-40B4-BE49-F238E27FC236}">
                <a16:creationId xmlns:a16="http://schemas.microsoft.com/office/drawing/2014/main" id="{A2DB4649-E424-42EB-8707-A1C1F86B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3" name="cell-2-7">
            <a:extLst xmlns:a="http://schemas.openxmlformats.org/drawingml/2006/main">
              <a:ext uri="{FF2B5EF4-FFF2-40B4-BE49-F238E27FC236}">
                <a16:creationId xmlns:a16="http://schemas.microsoft.com/office/drawing/2014/main" id="{36577C50-BEA0-4E3C-8BB9-0793F4E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4" name="lane-3">
            <a:extLst xmlns:a="http://schemas.openxmlformats.org/drawingml/2006/main">
              <a:ext uri="{FF2B5EF4-FFF2-40B4-BE49-F238E27FC236}">
                <a16:creationId xmlns:a16="http://schemas.microsoft.com/office/drawing/2014/main" id="{B9BE3C01-8D0B-4225-9AB4-B9DF2D5B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956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 조회</a:t>
            </a:r>
          </a:p>
        </p:txBody>
      </p:sp>
      <p:sp>
        <p:nvSpPr>
          <p:cNvPr id="45" name="cell-3-1">
            <a:extLst xmlns:a="http://schemas.openxmlformats.org/drawingml/2006/main">
              <a:ext uri="{FF2B5EF4-FFF2-40B4-BE49-F238E27FC236}">
                <a16:creationId xmlns:a16="http://schemas.microsoft.com/office/drawing/2014/main" id="{F124F6FA-0AEF-4EAD-AD1B-CC0ADE8E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6" name="cell-3-2">
            <a:extLst xmlns:a="http://schemas.openxmlformats.org/drawingml/2006/main">
              <a:ext uri="{FF2B5EF4-FFF2-40B4-BE49-F238E27FC236}">
                <a16:creationId xmlns:a16="http://schemas.microsoft.com/office/drawing/2014/main" id="{F079D3FB-2079-44B4-9A39-F634699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7" name="cell-3-3">
            <a:extLst xmlns:a="http://schemas.openxmlformats.org/drawingml/2006/main">
              <a:ext uri="{FF2B5EF4-FFF2-40B4-BE49-F238E27FC236}">
                <a16:creationId xmlns:a16="http://schemas.microsoft.com/office/drawing/2014/main" id="{2E70FE46-7857-4F0A-A0BE-29BB8BE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8" name="cell-3-4">
            <a:extLst xmlns:a="http://schemas.openxmlformats.org/drawingml/2006/main">
              <a:ext uri="{FF2B5EF4-FFF2-40B4-BE49-F238E27FC236}">
                <a16:creationId xmlns:a16="http://schemas.microsoft.com/office/drawing/2014/main" id="{4F5645D4-E63A-4FFC-8BC7-B0F77E74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9" name="cell-3-5">
            <a:extLst xmlns:a="http://schemas.openxmlformats.org/drawingml/2006/main">
              <a:ext uri="{FF2B5EF4-FFF2-40B4-BE49-F238E27FC236}">
                <a16:creationId xmlns:a16="http://schemas.microsoft.com/office/drawing/2014/main" id="{3637A779-6F77-4DBB-A797-B9873D1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0" name="cell-3-6">
            <a:extLst xmlns:a="http://schemas.openxmlformats.org/drawingml/2006/main">
              <a:ext uri="{FF2B5EF4-FFF2-40B4-BE49-F238E27FC236}">
                <a16:creationId xmlns:a16="http://schemas.microsoft.com/office/drawing/2014/main" id="{B7DDAF1D-05E3-4056-AFBD-4913E53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1" name="cell-3-7">
            <a:extLst xmlns:a="http://schemas.openxmlformats.org/drawingml/2006/main">
              <a:ext uri="{FF2B5EF4-FFF2-40B4-BE49-F238E27FC236}">
                <a16:creationId xmlns:a16="http://schemas.microsoft.com/office/drawing/2014/main" id="{0F882777-632C-4921-996C-7273C72A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2" name="lane-4">
            <a:extLst xmlns:a="http://schemas.openxmlformats.org/drawingml/2006/main">
              <a:ext uri="{FF2B5EF4-FFF2-40B4-BE49-F238E27FC236}">
                <a16:creationId xmlns:a16="http://schemas.microsoft.com/office/drawing/2014/main" id="{1F11FC54-8713-4FFC-838D-E865DB3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052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지식 검색</a:t>
            </a:r>
          </a:p>
        </p:txBody>
      </p:sp>
      <p:sp>
        <p:nvSpPr>
          <p:cNvPr id="53" name="cell-4-1">
            <a:extLst xmlns:a="http://schemas.openxmlformats.org/drawingml/2006/main">
              <a:ext uri="{FF2B5EF4-FFF2-40B4-BE49-F238E27FC236}">
                <a16:creationId xmlns:a16="http://schemas.microsoft.com/office/drawing/2014/main" id="{4421DA8A-CB74-496A-84F9-8C9F6854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05250"/>
            <a:ext cx="137432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4" name="cell-4-2">
            <a:extLst xmlns:a="http://schemas.openxmlformats.org/drawingml/2006/main">
              <a:ext uri="{FF2B5EF4-FFF2-40B4-BE49-F238E27FC236}">
                <a16:creationId xmlns:a16="http://schemas.microsoft.com/office/drawing/2014/main" id="{2CFD4AD3-477E-4E6F-A1C2-B47ABDE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3905250"/>
            <a:ext cx="137432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5" name="cell-4-3">
            <a:extLst xmlns:a="http://schemas.openxmlformats.org/drawingml/2006/main">
              <a:ext uri="{FF2B5EF4-FFF2-40B4-BE49-F238E27FC236}">
                <a16:creationId xmlns:a16="http://schemas.microsoft.com/office/drawing/2014/main" id="{74E9D585-4D95-404F-8C48-DCA087E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3905250"/>
            <a:ext cx="137432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6" name="cell-4-4">
            <a:extLst xmlns:a="http://schemas.openxmlformats.org/drawingml/2006/main">
              <a:ext uri="{FF2B5EF4-FFF2-40B4-BE49-F238E27FC236}">
                <a16:creationId xmlns:a16="http://schemas.microsoft.com/office/drawing/2014/main" id="{123C2102-0044-4770-BCFC-3AECAAA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3905250"/>
            <a:ext cx="137432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7" name="cell-4-5">
            <a:extLst xmlns:a="http://schemas.openxmlformats.org/drawingml/2006/main">
              <a:ext uri="{FF2B5EF4-FFF2-40B4-BE49-F238E27FC236}">
                <a16:creationId xmlns:a16="http://schemas.microsoft.com/office/drawing/2014/main" id="{EC5DFA19-F16A-423B-AD6D-CC5ABF48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3905250"/>
            <a:ext cx="137432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8" name="cell-4-6">
            <a:extLst xmlns:a="http://schemas.openxmlformats.org/drawingml/2006/main">
              <a:ext uri="{FF2B5EF4-FFF2-40B4-BE49-F238E27FC236}">
                <a16:creationId xmlns:a16="http://schemas.microsoft.com/office/drawing/2014/main" id="{EE5AB9CD-D536-4210-A692-68E12F0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3905250"/>
            <a:ext cx="137432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9" name="cell-4-7">
            <a:extLst xmlns:a="http://schemas.openxmlformats.org/drawingml/2006/main">
              <a:ext uri="{FF2B5EF4-FFF2-40B4-BE49-F238E27FC236}">
                <a16:creationId xmlns:a16="http://schemas.microsoft.com/office/drawing/2014/main" id="{D4033360-F917-46C0-82DE-DF99C02C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905250"/>
            <a:ext cx="1374321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0" name="lane-5">
            <a:extLst xmlns:a="http://schemas.openxmlformats.org/drawingml/2006/main">
              <a:ext uri="{FF2B5EF4-FFF2-40B4-BE49-F238E27FC236}">
                <a16:creationId xmlns:a16="http://schemas.microsoft.com/office/drawing/2014/main" id="{3E9FEAA2-59E2-4117-B86F-627B0B86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958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61" name="cell-5-1">
            <a:extLst xmlns:a="http://schemas.openxmlformats.org/drawingml/2006/main">
              <a:ext uri="{FF2B5EF4-FFF2-40B4-BE49-F238E27FC236}">
                <a16:creationId xmlns:a16="http://schemas.microsoft.com/office/drawing/2014/main" id="{A7C9D6DE-B4BC-48CF-B55E-A8995B82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958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2" name="cell-5-2">
            <a:extLst xmlns:a="http://schemas.openxmlformats.org/drawingml/2006/main">
              <a:ext uri="{FF2B5EF4-FFF2-40B4-BE49-F238E27FC236}">
                <a16:creationId xmlns:a16="http://schemas.microsoft.com/office/drawing/2014/main" id="{475705F9-0094-4516-83C4-2130DDA8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48958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3" name="cell-5-3">
            <a:extLst xmlns:a="http://schemas.openxmlformats.org/drawingml/2006/main">
              <a:ext uri="{FF2B5EF4-FFF2-40B4-BE49-F238E27FC236}">
                <a16:creationId xmlns:a16="http://schemas.microsoft.com/office/drawing/2014/main" id="{31AC993E-1F29-459A-80D9-00DB335A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48958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4" name="cell-5-4">
            <a:extLst xmlns:a="http://schemas.openxmlformats.org/drawingml/2006/main">
              <a:ext uri="{FF2B5EF4-FFF2-40B4-BE49-F238E27FC236}">
                <a16:creationId xmlns:a16="http://schemas.microsoft.com/office/drawing/2014/main" id="{4A6B9584-055B-44B5-BF94-75BF5077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48958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5" name="cell-5-5">
            <a:extLst xmlns:a="http://schemas.openxmlformats.org/drawingml/2006/main">
              <a:ext uri="{FF2B5EF4-FFF2-40B4-BE49-F238E27FC236}">
                <a16:creationId xmlns:a16="http://schemas.microsoft.com/office/drawing/2014/main" id="{A7C78C84-9A3F-4497-8FD6-858A2B7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48958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6" name="cell-5-6">
            <a:extLst xmlns:a="http://schemas.openxmlformats.org/drawingml/2006/main">
              <a:ext uri="{FF2B5EF4-FFF2-40B4-BE49-F238E27FC236}">
                <a16:creationId xmlns:a16="http://schemas.microsoft.com/office/drawing/2014/main" id="{C3130709-7EB0-41C4-BE0F-5D3EDAF9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48958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7" name="cell-5-7">
            <a:extLst xmlns:a="http://schemas.openxmlformats.org/drawingml/2006/main">
              <a:ext uri="{FF2B5EF4-FFF2-40B4-BE49-F238E27FC236}">
                <a16:creationId xmlns:a16="http://schemas.microsoft.com/office/drawing/2014/main" id="{48665138-50F4-4C71-95C9-FD7B6934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48958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8" name="lane-6">
            <a:extLst xmlns:a="http://schemas.openxmlformats.org/drawingml/2006/main">
              <a:ext uri="{FF2B5EF4-FFF2-40B4-BE49-F238E27FC236}">
                <a16:creationId xmlns:a16="http://schemas.microsoft.com/office/drawing/2014/main" id="{AED331C8-6FED-4653-A5B1-17DAEB2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054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</p:txBody>
      </p:sp>
      <p:sp>
        <p:nvSpPr>
          <p:cNvPr id="69" name="cell-6-1">
            <a:extLst xmlns:a="http://schemas.openxmlformats.org/drawingml/2006/main">
              <a:ext uri="{FF2B5EF4-FFF2-40B4-BE49-F238E27FC236}">
                <a16:creationId xmlns:a16="http://schemas.microsoft.com/office/drawing/2014/main" id="{E29DE0DD-75EA-4390-9161-6EC8EB1C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054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0" name="cell-6-2">
            <a:extLst xmlns:a="http://schemas.openxmlformats.org/drawingml/2006/main">
              <a:ext uri="{FF2B5EF4-FFF2-40B4-BE49-F238E27FC236}">
                <a16:creationId xmlns:a16="http://schemas.microsoft.com/office/drawing/2014/main" id="{6F8BF90E-C30D-429E-BB84-F2BB0F56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55054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1" name="cell-6-3">
            <a:extLst xmlns:a="http://schemas.openxmlformats.org/drawingml/2006/main">
              <a:ext uri="{FF2B5EF4-FFF2-40B4-BE49-F238E27FC236}">
                <a16:creationId xmlns:a16="http://schemas.microsoft.com/office/drawing/2014/main" id="{F03A9088-8BB6-426C-B40F-D08D756B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55054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2" name="cell-6-4">
            <a:extLst xmlns:a="http://schemas.openxmlformats.org/drawingml/2006/main">
              <a:ext uri="{FF2B5EF4-FFF2-40B4-BE49-F238E27FC236}">
                <a16:creationId xmlns:a16="http://schemas.microsoft.com/office/drawing/2014/main" id="{04489E2C-F251-4948-8404-D6E2AE8F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55054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3" name="cell-6-5">
            <a:extLst xmlns:a="http://schemas.openxmlformats.org/drawingml/2006/main">
              <a:ext uri="{FF2B5EF4-FFF2-40B4-BE49-F238E27FC236}">
                <a16:creationId xmlns:a16="http://schemas.microsoft.com/office/drawing/2014/main" id="{74AF373A-08A2-4D88-AD2B-A7BDEC0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55054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4" name="cell-6-6">
            <a:extLst xmlns:a="http://schemas.openxmlformats.org/drawingml/2006/main">
              <a:ext uri="{FF2B5EF4-FFF2-40B4-BE49-F238E27FC236}">
                <a16:creationId xmlns:a16="http://schemas.microsoft.com/office/drawing/2014/main" id="{3CBE5CEE-3468-4733-8FFA-AE45ECDA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55054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5" name="cell-6-7">
            <a:extLst xmlns:a="http://schemas.openxmlformats.org/drawingml/2006/main">
              <a:ext uri="{FF2B5EF4-FFF2-40B4-BE49-F238E27FC236}">
                <a16:creationId xmlns:a16="http://schemas.microsoft.com/office/drawing/2014/main" id="{C7A3B907-717C-4C26-A124-82C2942C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55054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6" name="S-01-badge">
            <a:extLst xmlns:a="http://schemas.openxmlformats.org/drawingml/2006/main">
              <a:ext uri="{FF2B5EF4-FFF2-40B4-BE49-F238E27FC236}">
                <a16:creationId xmlns:a16="http://schemas.microsoft.com/office/drawing/2014/main" id="{3115E0ED-0F24-4E9F-9685-79DA4120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0859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S-01</a:t>
            </a:r>
          </a:p>
        </p:txBody>
      </p:sp>
      <p:sp>
        <p:nvSpPr>
          <p:cNvPr id="77" name="S-01-title">
            <a:extLst xmlns:a="http://schemas.openxmlformats.org/drawingml/2006/main">
              <a:ext uri="{FF2B5EF4-FFF2-40B4-BE49-F238E27FC236}">
                <a16:creationId xmlns:a16="http://schemas.microsoft.com/office/drawing/2014/main" id="{5C352891-B60D-486C-855C-F8B26292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859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78" name="S-01-links">
            <a:extLst xmlns:a="http://schemas.openxmlformats.org/drawingml/2006/main">
              <a:ext uri="{FF2B5EF4-FFF2-40B4-BE49-F238E27FC236}">
                <a16:creationId xmlns:a16="http://schemas.microsoft.com/office/drawing/2014/main" id="{90766972-A126-4B28-A4B3-7831443A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003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C-1 · E-1</a:t>
            </a:r>
          </a:p>
        </p:txBody>
      </p:sp>
      <p:sp>
        <p:nvSpPr>
          <p:cNvPr id="79" name="S-09-badge">
            <a:extLst xmlns:a="http://schemas.openxmlformats.org/drawingml/2006/main">
              <a:ext uri="{FF2B5EF4-FFF2-40B4-BE49-F238E27FC236}">
                <a16:creationId xmlns:a16="http://schemas.microsoft.com/office/drawing/2014/main" id="{B957C7C0-5F5F-4373-A569-464DF0EC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332" y="20859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S-09</a:t>
            </a:r>
          </a:p>
        </p:txBody>
      </p:sp>
      <p:sp>
        <p:nvSpPr>
          <p:cNvPr id="80" name="S-09-title">
            <a:extLst xmlns:a="http://schemas.openxmlformats.org/drawingml/2006/main">
              <a:ext uri="{FF2B5EF4-FFF2-40B4-BE49-F238E27FC236}">
                <a16:creationId xmlns:a16="http://schemas.microsoft.com/office/drawing/2014/main" id="{E85BFDF1-E44F-4D3E-BACF-EBDB4E6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482" y="20859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 제공</a:t>
            </a:r>
          </a:p>
        </p:txBody>
      </p:sp>
      <p:sp>
        <p:nvSpPr>
          <p:cNvPr id="81" name="S-09-links">
            <a:extLst xmlns:a="http://schemas.openxmlformats.org/drawingml/2006/main">
              <a:ext uri="{FF2B5EF4-FFF2-40B4-BE49-F238E27FC236}">
                <a16:creationId xmlns:a16="http://schemas.microsoft.com/office/drawing/2014/main" id="{B5A8ED0F-5FD8-4931-B9A2-B22F5331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332" y="24003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C-9 · E-9</a:t>
            </a:r>
          </a:p>
        </p:txBody>
      </p:sp>
      <p:sp>
        <p:nvSpPr>
          <p:cNvPr id="82" name="S-10-badge">
            <a:extLst xmlns:a="http://schemas.openxmlformats.org/drawingml/2006/main">
              <a:ext uri="{FF2B5EF4-FFF2-40B4-BE49-F238E27FC236}">
                <a16:creationId xmlns:a16="http://schemas.microsoft.com/office/drawing/2014/main" id="{82E8219A-BDE1-46C8-A529-8BAFB436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54" y="20859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S-10</a:t>
            </a:r>
          </a:p>
        </p:txBody>
      </p:sp>
      <p:sp>
        <p:nvSpPr>
          <p:cNvPr id="83" name="S-10-title">
            <a:extLst xmlns:a="http://schemas.openxmlformats.org/drawingml/2006/main">
              <a:ext uri="{FF2B5EF4-FFF2-40B4-BE49-F238E27FC236}">
                <a16:creationId xmlns:a16="http://schemas.microsoft.com/office/drawing/2014/main" id="{2BFC548A-F7B2-4E33-B9C7-7D5C2B2E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804" y="20859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 확인</a:t>
            </a:r>
          </a:p>
        </p:txBody>
      </p:sp>
      <p:sp>
        <p:nvSpPr>
          <p:cNvPr id="84" name="S-10-links">
            <a:extLst xmlns:a="http://schemas.openxmlformats.org/drawingml/2006/main">
              <a:ext uri="{FF2B5EF4-FFF2-40B4-BE49-F238E27FC236}">
                <a16:creationId xmlns:a16="http://schemas.microsoft.com/office/drawing/2014/main" id="{EF86CC51-ED70-4C30-ABE0-765648B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54" y="24003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C-10 · E-10</a:t>
            </a:r>
          </a:p>
        </p:txBody>
      </p:sp>
      <p:sp>
        <p:nvSpPr>
          <p:cNvPr id="85" name="S-02-badge">
            <a:extLst xmlns:a="http://schemas.openxmlformats.org/drawingml/2006/main">
              <a:ext uri="{FF2B5EF4-FFF2-40B4-BE49-F238E27FC236}">
                <a16:creationId xmlns:a16="http://schemas.microsoft.com/office/drawing/2014/main" id="{62B76DF6-CA88-4D4B-A013-9BA7B54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46" y="27336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S-02</a:t>
            </a:r>
          </a:p>
        </p:txBody>
      </p:sp>
      <p:sp>
        <p:nvSpPr>
          <p:cNvPr id="86" name="S-02-title">
            <a:extLst xmlns:a="http://schemas.openxmlformats.org/drawingml/2006/main">
              <a:ext uri="{FF2B5EF4-FFF2-40B4-BE49-F238E27FC236}">
                <a16:creationId xmlns:a16="http://schemas.microsoft.com/office/drawing/2014/main" id="{11494EFF-779F-4808-A08E-D3FA5745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96" y="27336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sp>
        <p:nvSpPr>
          <p:cNvPr id="87" name="S-02-links">
            <a:extLst xmlns:a="http://schemas.openxmlformats.org/drawingml/2006/main">
              <a:ext uri="{FF2B5EF4-FFF2-40B4-BE49-F238E27FC236}">
                <a16:creationId xmlns:a16="http://schemas.microsoft.com/office/drawing/2014/main" id="{46BA307E-FD76-448A-A9C8-9C4CA640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46" y="30480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C-2 · E-2</a:t>
            </a:r>
          </a:p>
        </p:txBody>
      </p:sp>
      <p:sp>
        <p:nvSpPr>
          <p:cNvPr id="88" name="S-03-badge">
            <a:extLst xmlns:a="http://schemas.openxmlformats.org/drawingml/2006/main">
              <a:ext uri="{FF2B5EF4-FFF2-40B4-BE49-F238E27FC236}">
                <a16:creationId xmlns:a16="http://schemas.microsoft.com/office/drawing/2014/main" id="{6C6BA0CB-9DB1-4C9A-9492-FF578BF6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33432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S-03</a:t>
            </a:r>
          </a:p>
        </p:txBody>
      </p:sp>
      <p:sp>
        <p:nvSpPr>
          <p:cNvPr id="89" name="S-03-title">
            <a:extLst xmlns:a="http://schemas.openxmlformats.org/drawingml/2006/main">
              <a:ext uri="{FF2B5EF4-FFF2-40B4-BE49-F238E27FC236}">
                <a16:creationId xmlns:a16="http://schemas.microsoft.com/office/drawing/2014/main" id="{98529C9E-7E03-4696-A543-8F57805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518" y="33432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sp>
        <p:nvSpPr>
          <p:cNvPr id="90" name="S-03-links">
            <a:extLst xmlns:a="http://schemas.openxmlformats.org/drawingml/2006/main">
              <a:ext uri="{FF2B5EF4-FFF2-40B4-BE49-F238E27FC236}">
                <a16:creationId xmlns:a16="http://schemas.microsoft.com/office/drawing/2014/main" id="{7A661F98-5EF2-4013-AB2A-480500F3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36576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C-3 · E-3</a:t>
            </a:r>
          </a:p>
        </p:txBody>
      </p:sp>
      <p:sp>
        <p:nvSpPr>
          <p:cNvPr id="91" name="S-04-badge">
            <a:extLst xmlns:a="http://schemas.openxmlformats.org/drawingml/2006/main">
              <a:ext uri="{FF2B5EF4-FFF2-40B4-BE49-F238E27FC236}">
                <a16:creationId xmlns:a16="http://schemas.microsoft.com/office/drawing/2014/main" id="{A44FA4A6-A8DB-4A25-813A-1C06693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3924300"/>
            <a:ext cx="4095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S-04</a:t>
            </a:r>
          </a:p>
        </p:txBody>
      </p:sp>
      <p:sp>
        <p:nvSpPr>
          <p:cNvPr id="92" name="S-04-title">
            <a:extLst xmlns:a="http://schemas.openxmlformats.org/drawingml/2006/main">
              <a:ext uri="{FF2B5EF4-FFF2-40B4-BE49-F238E27FC236}">
                <a16:creationId xmlns:a16="http://schemas.microsoft.com/office/drawing/2014/main" id="{56FA37A5-8AC5-4308-95E2-B013E5F4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518" y="3924300"/>
            <a:ext cx="840921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8231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질문 관련 문단 검색</a:t>
            </a:r>
          </a:p>
        </p:txBody>
      </p:sp>
      <p:sp>
        <p:nvSpPr>
          <p:cNvPr id="93" name="S-04-links">
            <a:extLst xmlns:a="http://schemas.openxmlformats.org/drawingml/2006/main">
              <a:ext uri="{FF2B5EF4-FFF2-40B4-BE49-F238E27FC236}">
                <a16:creationId xmlns:a16="http://schemas.microsoft.com/office/drawing/2014/main" id="{5693EA78-848F-4892-9FDF-4AEA6911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229100"/>
            <a:ext cx="1279071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19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C-4 · E-4</a:t>
            </a:r>
          </a:p>
        </p:txBody>
      </p:sp>
      <p:sp>
        <p:nvSpPr>
          <p:cNvPr id="94" name="S-05-badge">
            <a:extLst xmlns:a="http://schemas.openxmlformats.org/drawingml/2006/main">
              <a:ext uri="{FF2B5EF4-FFF2-40B4-BE49-F238E27FC236}">
                <a16:creationId xmlns:a16="http://schemas.microsoft.com/office/drawing/2014/main" id="{AF6BBD81-77BC-4B8A-A17E-0538190E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400550"/>
            <a:ext cx="4095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S-05</a:t>
            </a:r>
          </a:p>
        </p:txBody>
      </p:sp>
      <p:sp>
        <p:nvSpPr>
          <p:cNvPr id="95" name="S-05-title">
            <a:extLst xmlns:a="http://schemas.openxmlformats.org/drawingml/2006/main">
              <a:ext uri="{FF2B5EF4-FFF2-40B4-BE49-F238E27FC236}">
                <a16:creationId xmlns:a16="http://schemas.microsoft.com/office/drawing/2014/main" id="{EB623B37-0E32-4FBF-8426-0914C7EC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518" y="4400550"/>
            <a:ext cx="840921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8231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보유 카드 관련 근거 조회</a:t>
            </a:r>
          </a:p>
        </p:txBody>
      </p:sp>
      <p:sp>
        <p:nvSpPr>
          <p:cNvPr id="96" name="S-05-links">
            <a:extLst xmlns:a="http://schemas.openxmlformats.org/drawingml/2006/main">
              <a:ext uri="{FF2B5EF4-FFF2-40B4-BE49-F238E27FC236}">
                <a16:creationId xmlns:a16="http://schemas.microsoft.com/office/drawing/2014/main" id="{92C8789A-FA15-4AC9-BED9-0B5025B1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705350"/>
            <a:ext cx="1279071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19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 · E-5</a:t>
            </a:r>
          </a:p>
        </p:txBody>
      </p:sp>
      <p:sp>
        <p:nvSpPr>
          <p:cNvPr id="97" name="S-06-badge">
            <a:extLst xmlns:a="http://schemas.openxmlformats.org/drawingml/2006/main">
              <a:ext uri="{FF2B5EF4-FFF2-40B4-BE49-F238E27FC236}">
                <a16:creationId xmlns:a16="http://schemas.microsoft.com/office/drawing/2014/main" id="{A7CE7CDB-81FF-4FC2-8411-0CA3676C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9434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S-06</a:t>
            </a:r>
          </a:p>
        </p:txBody>
      </p:sp>
      <p:sp>
        <p:nvSpPr>
          <p:cNvPr id="98" name="S-06-title">
            <a:extLst xmlns:a="http://schemas.openxmlformats.org/drawingml/2006/main">
              <a:ext uri="{FF2B5EF4-FFF2-40B4-BE49-F238E27FC236}">
                <a16:creationId xmlns:a16="http://schemas.microsoft.com/office/drawing/2014/main" id="{2D6EE587-CE27-427C-B764-4E186F04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518" y="49434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99" name="S-06-links">
            <a:extLst xmlns:a="http://schemas.openxmlformats.org/drawingml/2006/main">
              <a:ext uri="{FF2B5EF4-FFF2-40B4-BE49-F238E27FC236}">
                <a16:creationId xmlns:a16="http://schemas.microsoft.com/office/drawing/2014/main" id="{550307B3-3D65-46D9-9151-9B5D3215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52578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C-6 · E-6</a:t>
            </a:r>
          </a:p>
        </p:txBody>
      </p:sp>
      <p:sp>
        <p:nvSpPr>
          <p:cNvPr id="100" name="S-07-badge">
            <a:extLst xmlns:a="http://schemas.openxmlformats.org/drawingml/2006/main">
              <a:ext uri="{FF2B5EF4-FFF2-40B4-BE49-F238E27FC236}">
                <a16:creationId xmlns:a16="http://schemas.microsoft.com/office/drawing/2014/main" id="{402724B6-8D41-4D95-97C8-FFE8E234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89" y="561022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S-07</a:t>
            </a:r>
          </a:p>
        </p:txBody>
      </p:sp>
      <p:sp>
        <p:nvSpPr>
          <p:cNvPr id="101" name="S-07-title">
            <a:extLst xmlns:a="http://schemas.openxmlformats.org/drawingml/2006/main">
              <a:ext uri="{FF2B5EF4-FFF2-40B4-BE49-F238E27FC236}">
                <a16:creationId xmlns:a16="http://schemas.microsoft.com/office/drawing/2014/main" id="{C4B0FF12-272B-45CC-8C66-BD5F2E30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39" y="561022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8528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제안용 정보 구성</a:t>
            </a:r>
          </a:p>
        </p:txBody>
      </p:sp>
      <p:sp>
        <p:nvSpPr>
          <p:cNvPr id="102" name="S-07-links">
            <a:extLst xmlns:a="http://schemas.openxmlformats.org/drawingml/2006/main">
              <a:ext uri="{FF2B5EF4-FFF2-40B4-BE49-F238E27FC236}">
                <a16:creationId xmlns:a16="http://schemas.microsoft.com/office/drawing/2014/main" id="{175037C4-A80C-4475-8D14-B952729B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89" y="592455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C-7 · E-7</a:t>
            </a:r>
          </a:p>
        </p:txBody>
      </p:sp>
      <p:sp>
        <p:nvSpPr>
          <p:cNvPr id="103" name="S-08-badge">
            <a:extLst xmlns:a="http://schemas.openxmlformats.org/drawingml/2006/main">
              <a:ext uri="{FF2B5EF4-FFF2-40B4-BE49-F238E27FC236}">
                <a16:creationId xmlns:a16="http://schemas.microsoft.com/office/drawing/2014/main" id="{99D1F7E9-EBD2-4770-A3DF-53CED8FB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011" y="561022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S-08</a:t>
            </a:r>
          </a:p>
        </p:txBody>
      </p:sp>
      <p:sp>
        <p:nvSpPr>
          <p:cNvPr id="104" name="S-08-title">
            <a:extLst xmlns:a="http://schemas.openxmlformats.org/drawingml/2006/main">
              <a:ext uri="{FF2B5EF4-FFF2-40B4-BE49-F238E27FC236}">
                <a16:creationId xmlns:a16="http://schemas.microsoft.com/office/drawing/2014/main" id="{685F12FF-CB63-4F49-A34F-97C08E50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161" y="561022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 작성</a:t>
            </a:r>
          </a:p>
        </p:txBody>
      </p:sp>
      <p:sp>
        <p:nvSpPr>
          <p:cNvPr id="105" name="S-08-links">
            <a:extLst xmlns:a="http://schemas.openxmlformats.org/drawingml/2006/main">
              <a:ext uri="{FF2B5EF4-FFF2-40B4-BE49-F238E27FC236}">
                <a16:creationId xmlns:a16="http://schemas.microsoft.com/office/drawing/2014/main" id="{97D2E38D-6192-4EF9-AFDB-344B77ED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011" y="592455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C-8 · E-8</a:t>
            </a:r>
          </a:p>
        </p:txBody>
      </p:sp>
      <p:sp>
        <p:nvSpPr>
          <p:cNvPr id="106" name="parallel-marker">
            <a:extLst xmlns:a="http://schemas.openxmlformats.org/drawingml/2006/main">
              <a:ext uri="{FF2B5EF4-FFF2-40B4-BE49-F238E27FC236}">
                <a16:creationId xmlns:a16="http://schemas.microsoft.com/office/drawing/2014/main" id="{AD32C1E4-DEC5-456B-9FBE-26F33DE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043" y="1952625"/>
            <a:ext cx="1145721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115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5E9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55E9F"/>
                </a:solidFill>
                <a:latin typeface="Pretendard"/>
                <a:ea typeface="Pretendard"/>
                <a:cs typeface="Pretendard"/>
              </a:rPr>
              <a:t>조건에 따라 병렬</a:t>
            </a:r>
          </a:p>
        </p:txBody>
      </p:sp>
      <p:sp>
        <p:nvSpPr>
          <p:cNvPr id="107" name="legend-command">
            <a:extLst xmlns:a="http://schemas.openxmlformats.org/drawingml/2006/main">
              <a:ext uri="{FF2B5EF4-FFF2-40B4-BE49-F238E27FC236}">
                <a16:creationId xmlns:a16="http://schemas.microsoft.com/office/drawing/2014/main" id="{FC7429E3-8ACD-434F-8944-45789C9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67450"/>
            <a:ext cx="104775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 · Slice</a:t>
            </a:r>
          </a:p>
        </p:txBody>
      </p:sp>
      <p:sp>
        <p:nvSpPr>
          <p:cNvPr id="108" name="legend-event">
            <a:extLst xmlns:a="http://schemas.openxmlformats.org/drawingml/2006/main">
              <a:ext uri="{FF2B5EF4-FFF2-40B4-BE49-F238E27FC236}">
                <a16:creationId xmlns:a16="http://schemas.microsoft.com/office/drawing/2014/main" id="{34D5FD4F-286C-4573-911A-4439667D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67450"/>
            <a:ext cx="128587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C/E · 연결 ID</a:t>
            </a:r>
          </a:p>
        </p:txBody>
      </p:sp>
      <p:sp>
        <p:nvSpPr>
          <p:cNvPr id="109" name="legend-note">
            <a:extLst xmlns:a="http://schemas.openxmlformats.org/drawingml/2006/main">
              <a:ext uri="{FF2B5EF4-FFF2-40B4-BE49-F238E27FC236}">
                <a16:creationId xmlns:a16="http://schemas.microsoft.com/office/drawing/2014/main" id="{53D1D936-BA6F-4451-82C3-D6F68779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67450"/>
            <a:ext cx="442912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7620">
            <a:solidFill>
              <a:srgbClr val="258A72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화면·Trigger·Read Model은 Slice 상세표에서 확인</a:t>
            </a:r>
          </a:p>
        </p:txBody>
      </p:sp>
      <p:sp>
        <p:nvSpPr>
          <p:cNvPr id="1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E4B3E1-1CE7-4C16-8979-729A595F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1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D6CCF9-367F-41A2-976D-BD0271C0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1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CDFE3F-0B36-4F03-8F82-7CFEB4FE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1</a:t>
            </a:r>
          </a:p>
        </p:txBody>
      </p:sp>
    </p:spTree>
    <p:extLst>
      <p:ext uri="{BB962C8B-B14F-4D97-AF65-F5344CB8AC3E}">
        <p14:creationId xmlns:p14="http://schemas.microsoft.com/office/powerpoint/2010/main" val="104834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2026-09-23T13:18:23.5610000Z</dcterms:created>
  <dcterms:modified xsi:type="dcterms:W3CDTF">2026-09-23T13:18:23.5610000Z</dcterms:modified>
</coreProperties>
</file>