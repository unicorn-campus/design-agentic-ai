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/ MAS     설계 방법론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271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Event Modeling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3441680" cy="41148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89888"/>
            <a:ext cx="1993392" cy="41148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36776"/>
            <a:ext cx="13441680" cy="987552"/>
          </a:xfrm>
          <a:prstGeom prst="roundRect">
            <a:avLst>
              <a:gd name="adj" fmla="val 6481"/>
            </a:avLst>
          </a:prstGeom>
          <a:solidFill>
            <a:srgbClr val="1E2A5C"/>
          </a:solidFill>
          <a:ln w="12700">
            <a:solidFill>
              <a:srgbClr val="1E2A5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1901952"/>
            <a:ext cx="1536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문장으로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40864" y="1792224"/>
            <a:ext cx="11329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업무에서 일어난 사실을 시간순으로 놓고, 요청과 화면에 필요한 정보를 연결하는 설계 방법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2770632"/>
            <a:ext cx="1344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 카드 해지 상담에서 ‘초안 작성’과 ‘초안 반환’을 서로 다른 사실로 기록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절차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94360" y="3794760"/>
            <a:ext cx="1828800" cy="243230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39959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" y="459028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후보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" y="5093208"/>
            <a:ext cx="1280160" cy="0"/>
          </a:xfrm>
          <a:prstGeom prst="line">
            <a:avLst/>
          </a:prstGeom>
          <a:noFill/>
          <a:ln w="13970">
            <a:solidFill>
              <a:srgbClr val="D9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5266944"/>
            <a:ext cx="1517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추적할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사실을 찾음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32888" y="3794760"/>
            <a:ext cx="1828800" cy="243230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8688" y="39959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642616" y="459028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시간표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2807208" y="5093208"/>
            <a:ext cx="1280160" cy="0"/>
          </a:xfrm>
          <a:prstGeom prst="line">
            <a:avLst/>
          </a:prstGeom>
          <a:noFill/>
          <a:ln w="13970">
            <a:solidFill>
              <a:srgbClr val="D9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88336" y="5266944"/>
            <a:ext cx="1517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이벤트와 선행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작업을 순서대로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71416" y="3794760"/>
            <a:ext cx="1828800" cy="243230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57216" y="39959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57216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581144" y="459028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745736" y="5093208"/>
            <a:ext cx="1280160" cy="0"/>
          </a:xfrm>
          <a:prstGeom prst="line">
            <a:avLst/>
          </a:prstGeom>
          <a:noFill/>
          <a:ln w="13970">
            <a:solidFill>
              <a:srgbClr val="D9E0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5266944"/>
            <a:ext cx="1517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입력과 표시 항목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9944" y="3794760"/>
            <a:ext cx="1828800" cy="243230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95744" y="39959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95744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6519672" y="459028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커맨드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684264" y="5093208"/>
            <a:ext cx="1280160" cy="0"/>
          </a:xfrm>
          <a:prstGeom prst="line">
            <a:avLst/>
          </a:prstGeom>
          <a:noFill/>
          <a:ln w="13970">
            <a:solidFill>
              <a:srgbClr val="D9E0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5266944"/>
            <a:ext cx="1517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행동·자동화를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요청에 연결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48472" y="3794760"/>
            <a:ext cx="1828800" cy="243230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34272" y="39959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34272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458200" y="459028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모델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622792" y="5093208"/>
            <a:ext cx="1280160" cy="0"/>
          </a:xfrm>
          <a:prstGeom prst="line">
            <a:avLst/>
          </a:prstGeom>
          <a:noFill/>
          <a:ln w="13970">
            <a:solidFill>
              <a:srgbClr val="D9E0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5266944"/>
            <a:ext cx="1517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값의 출처와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조합 방법 정의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287000" y="3794760"/>
            <a:ext cx="1828800" cy="243230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72800" y="39959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0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10396728" y="459028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스웜레인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10561320" y="5093208"/>
            <a:ext cx="1280160" cy="0"/>
          </a:xfrm>
          <a:prstGeom prst="line">
            <a:avLst/>
          </a:prstGeom>
          <a:noFill/>
          <a:ln w="13970">
            <a:solidFill>
              <a:srgbClr val="D9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42448" y="5266944"/>
            <a:ext cx="1517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레이어별 카드를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업무영역으로 묶음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225528" y="3794760"/>
            <a:ext cx="1828800" cy="2432304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3970">
            <a:solidFill>
              <a:srgbClr val="D9E0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911328" y="39959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911328" y="39867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12335256" y="4590288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사양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12499848" y="5093208"/>
            <a:ext cx="1280160" cy="0"/>
          </a:xfrm>
          <a:prstGeom prst="line">
            <a:avLst/>
          </a:prstGeom>
          <a:noFill/>
          <a:ln w="13970">
            <a:solidFill>
              <a:srgbClr val="D9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80976" y="5266944"/>
            <a:ext cx="1517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성공·재시도·예외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기준을 사례로 기록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94360" y="6556248"/>
            <a:ext cx="6355080" cy="932688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1430">
            <a:solidFill>
              <a:srgbClr val="D9E0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8096" y="679399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전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984248" y="6757416"/>
            <a:ext cx="4773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다룰 업무 범위와 별도 배치 작업을 구분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7168896" y="6556248"/>
            <a:ext cx="6867144" cy="932688"/>
          </a:xfrm>
          <a:prstGeom prst="roundRect">
            <a:avLst>
              <a:gd name="adj" fmla="val 5882"/>
            </a:avLst>
          </a:prstGeom>
          <a:solidFill>
            <a:srgbClr val="EEF3FA"/>
          </a:solidFill>
          <a:ln w="11430">
            <a:solidFill>
              <a:srgbClr val="D9E0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42632" y="679399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558784" y="6757416"/>
            <a:ext cx="5285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값을 원천 이벤트까지 거슬러 확인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594360" y="7708392"/>
            <a:ext cx="1344168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7808976"/>
            <a:ext cx="1216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 Event Modeling 공식 7단계 / happycloud-lee.tistory.com/300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3258800" y="7808976"/>
            <a:ext cx="768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Modeling</dc:title>
  <dc:subject>Event Modeling 소개와 수행 절차</dc:subject>
  <dc:creator>design-agentic-ai</dc:creator>
  <cp:lastModifiedBy>design-agentic-ai</cp:lastModifiedBy>
  <cp:revision>1</cp:revision>
  <dcterms:created xsi:type="dcterms:W3CDTF">2026-09-22T07:37:51Z</dcterms:created>
  <dcterms:modified xsi:type="dcterms:W3CDTF">2026-09-22T07:37:51Z</dcterms:modified>
</cp:coreProperties>
</file>