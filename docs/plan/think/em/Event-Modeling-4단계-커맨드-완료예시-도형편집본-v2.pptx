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작성가이드 4단계. C-2에서 생성형 AI는 질문 해석을 돕고 규칙 기반 코드가 경로와 조건을 확정함.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작성가이드 4단계의 병렬 실행 설명. C-4는 상품이 확정되기 전 관련 문서 후보를 찾음.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작성가이드 4단계. 예측 특징은 기준시점 이전 자료로 구성하며 검색 상위 결과 수를 상담 횟수로 쓰지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작성가이드 5단계. 필수 경로 실패 시 근거 선정과 초안 작성을 진행하지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작성가이드 4 ~ 5단계. 데이터 반환 E-9와 상담사 확인 E-10을 별도 사실로 유지함.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1030E94A-9E37-47F9-A589-CB0FA8AAB2FE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35" lnSpcReduction="10000"/>
          </a:bodyPr>
          <a:lstStyle/>
          <a:p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4F9E46-AC2C-4E6B-A94B-632E5C2A2F74}"/>
              </a:ext>
            </a:extLst>
          </p:cNvPr>
          <p:cNvSpPr>
            <a:spLocks noGrp="1"/>
          </p:cNvSpPr>
          <p:nvPr/>
        </p:nvSpPr>
        <p:spPr>
          <a:xfrm>
            <a:off x="323850" y="40957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4단계 완료 예시를 읽는 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5D9678-EE28-4E45-A106-4583CA257DE2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1239500" cy="28575"/>
          </a:xfrm>
          <a:prstGeom prst="rect">
            <a:avLst/>
          </a:prstGeom>
          <a:solidFill>
            <a:srgbClr val="D9E0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A4E8F9-D260-4E38-8899-6163D4AC478C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619250" cy="38100"/>
          </a:xfrm>
          <a:prstGeom prst="rect">
            <a:avLst/>
          </a:prstGeom>
          <a:solidFill>
            <a:srgbClr val="2E74C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B5A5FE-45C8-42C5-9B63-15A7C06D7ACB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3단계에서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찾은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시작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Trigger를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요청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Command와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Event에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5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연결함</a:t>
            </a:r>
            <a:endParaRPr sz="135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F38CE05-69C2-4062-85B0-A2498C863C54}"/>
              </a:ext>
            </a:extLst>
          </p:cNvPr>
          <p:cNvSpPr>
            <a:spLocks noGrp="1"/>
          </p:cNvSpPr>
          <p:nvPr/>
        </p:nvSpPr>
        <p:spPr>
          <a:xfrm>
            <a:off x="323850" y="6534150"/>
            <a:ext cx="11239500" cy="9525"/>
          </a:xfrm>
          <a:prstGeom prst="rect">
            <a:avLst/>
          </a:prstGeom>
          <a:solidFill>
            <a:srgbClr val="EDF0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8FAB0D-2E5F-4625-8D8D-A835449E42AF}"/>
              </a:ext>
            </a:extLst>
          </p:cNvPr>
          <p:cNvSpPr>
            <a:spLocks noGrp="1"/>
          </p:cNvSpPr>
          <p:nvPr/>
        </p:nvSpPr>
        <p:spPr>
          <a:xfrm>
            <a:off x="342900" y="65817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5278" lnSpcReduction="20000"/>
          </a:bodyPr>
          <a:lstStyle/>
          <a:p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B3E3A8-5A77-4C71-B07F-966C309C8188}"/>
              </a:ext>
            </a:extLst>
          </p:cNvPr>
          <p:cNvSpPr>
            <a:spLocks noGrp="1"/>
          </p:cNvSpPr>
          <p:nvPr/>
        </p:nvSpPr>
        <p:spPr>
          <a:xfrm>
            <a:off x="10715625" y="6581775"/>
            <a:ext cx="819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5278" lnSpcReduction="20000"/>
          </a:bodyPr>
          <a:lstStyle/>
          <a:p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6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7DC88E0-BA72-403E-801B-F857DA22D13B}"/>
              </a:ext>
            </a:extLst>
          </p:cNvPr>
          <p:cNvSpPr>
            <a:spLocks noGrp="1"/>
          </p:cNvSpPr>
          <p:nvPr/>
        </p:nvSpPr>
        <p:spPr>
          <a:xfrm>
            <a:off x="323850" y="1581150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7F487A8-CEAC-4494-9668-949FD8B82822}"/>
              </a:ext>
            </a:extLst>
          </p:cNvPr>
          <p:cNvSpPr>
            <a:spLocks noGrp="1"/>
          </p:cNvSpPr>
          <p:nvPr/>
        </p:nvSpPr>
        <p:spPr>
          <a:xfrm>
            <a:off x="438150" y="1676400"/>
            <a:ext cx="1085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  <a:endParaRPr sz="1425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340DD0-3D31-4B64-86FC-02ECC62FB12C}"/>
              </a:ext>
            </a:extLst>
          </p:cNvPr>
          <p:cNvSpPr>
            <a:spLocks noGrp="1"/>
          </p:cNvSpPr>
          <p:nvPr/>
        </p:nvSpPr>
        <p:spPr>
          <a:xfrm>
            <a:off x="1752600" y="1581150"/>
            <a:ext cx="9810750" cy="1143000"/>
          </a:xfrm>
          <a:prstGeom prst="roundRect">
            <a:avLst>
              <a:gd name="adj" fmla="val 10000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B0D3C79-6DA3-4CC9-A851-00BADE0E738B}"/>
              </a:ext>
            </a:extLst>
          </p:cNvPr>
          <p:cNvSpPr>
            <a:spLocks noGrp="1"/>
          </p:cNvSpPr>
          <p:nvPr/>
        </p:nvSpPr>
        <p:spPr>
          <a:xfrm>
            <a:off x="323850" y="3009900"/>
            <a:ext cx="1314450" cy="1481892"/>
          </a:xfrm>
          <a:prstGeom prst="roundRect">
            <a:avLst>
              <a:gd name="adj" fmla="val 8696"/>
            </a:avLst>
          </a:prstGeom>
          <a:solidFill>
            <a:srgbClr val="1E2A5C"/>
          </a:solidFill>
          <a:ln w="95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E3CCEB-1B52-4458-9230-56780862853C}"/>
              </a:ext>
            </a:extLst>
          </p:cNvPr>
          <p:cNvSpPr>
            <a:spLocks noGrp="1"/>
          </p:cNvSpPr>
          <p:nvPr/>
        </p:nvSpPr>
        <p:spPr>
          <a:xfrm>
            <a:off x="438150" y="3105150"/>
            <a:ext cx="10858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C54AB3-4D3D-4299-A4D9-2F4535C9D7AC}"/>
              </a:ext>
            </a:extLst>
          </p:cNvPr>
          <p:cNvSpPr>
            <a:spLocks noGrp="1"/>
          </p:cNvSpPr>
          <p:nvPr/>
        </p:nvSpPr>
        <p:spPr>
          <a:xfrm>
            <a:off x="1752600" y="3009900"/>
            <a:ext cx="9810750" cy="1481892"/>
          </a:xfrm>
          <a:prstGeom prst="roundRect">
            <a:avLst>
              <a:gd name="adj" fmla="val 8571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A6257A7-C11E-4ECB-ACD2-B70C7ECFC13A}"/>
              </a:ext>
            </a:extLst>
          </p:cNvPr>
          <p:cNvSpPr>
            <a:spLocks noGrp="1"/>
          </p:cNvSpPr>
          <p:nvPr/>
        </p:nvSpPr>
        <p:spPr>
          <a:xfrm>
            <a:off x="323850" y="4748967"/>
            <a:ext cx="1314450" cy="1143000"/>
          </a:xfrm>
          <a:prstGeom prst="roundRect">
            <a:avLst>
              <a:gd name="adj" fmla="val 10000"/>
            </a:avLst>
          </a:prstGeom>
          <a:solidFill>
            <a:srgbClr val="404155"/>
          </a:solidFill>
          <a:ln w="952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FA1282-238A-47FF-AD43-42B0FF4E00E4}"/>
              </a:ext>
            </a:extLst>
          </p:cNvPr>
          <p:cNvSpPr>
            <a:spLocks noGrp="1"/>
          </p:cNvSpPr>
          <p:nvPr/>
        </p:nvSpPr>
        <p:spPr>
          <a:xfrm>
            <a:off x="438150" y="4844217"/>
            <a:ext cx="1085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F9981C7-5AAF-4021-BC68-68E9B47E0150}"/>
              </a:ext>
            </a:extLst>
          </p:cNvPr>
          <p:cNvSpPr>
            <a:spLocks noGrp="1"/>
          </p:cNvSpPr>
          <p:nvPr/>
        </p:nvSpPr>
        <p:spPr>
          <a:xfrm>
            <a:off x="1752600" y="4748967"/>
            <a:ext cx="9810750" cy="1143000"/>
          </a:xfrm>
          <a:prstGeom prst="roundRect">
            <a:avLst>
              <a:gd name="adj" fmla="val 10000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85F9B39-B177-46B9-BE0F-0B72E116A4F6}"/>
              </a:ext>
            </a:extLst>
          </p:cNvPr>
          <p:cNvSpPr>
            <a:spLocks noGrp="1"/>
          </p:cNvSpPr>
          <p:nvPr/>
        </p:nvSpPr>
        <p:spPr>
          <a:xfrm>
            <a:off x="1981201" y="1685925"/>
            <a:ext cx="5257140" cy="933450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85F9FB9-5BCE-42BE-B018-72C594BE6FAF}"/>
              </a:ext>
            </a:extLst>
          </p:cNvPr>
          <p:cNvSpPr>
            <a:spLocks noGrp="1"/>
          </p:cNvSpPr>
          <p:nvPr/>
        </p:nvSpPr>
        <p:spPr>
          <a:xfrm>
            <a:off x="2114550" y="1800225"/>
            <a:ext cx="2703392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7F0FBE-CDC0-4E0D-8BC6-FD016FBA5DAA}"/>
              </a:ext>
            </a:extLst>
          </p:cNvPr>
          <p:cNvSpPr>
            <a:spLocks noGrp="1"/>
          </p:cNvSpPr>
          <p:nvPr/>
        </p:nvSpPr>
        <p:spPr>
          <a:xfrm>
            <a:off x="2162175" y="181927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U-1. 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문의접수 시작</a:t>
            </a:r>
            <a:endParaRPr sz="12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B607A2-BF60-4EB9-B84C-30FA969E60AF}"/>
              </a:ext>
            </a:extLst>
          </p:cNvPr>
          <p:cNvSpPr>
            <a:spLocks noGrp="1"/>
          </p:cNvSpPr>
          <p:nvPr/>
        </p:nvSpPr>
        <p:spPr>
          <a:xfrm>
            <a:off x="2152650" y="2095500"/>
            <a:ext cx="500489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상담사가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접수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화면에서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시작을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선택하면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접수가</a:t>
            </a:r>
            <a:r>
              <a:rPr sz="14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시작됨</a:t>
            </a:r>
            <a:endParaRPr sz="1400" b="1" dirty="0">
              <a:solidFill>
                <a:srgbClr val="1E2A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A9CB84A-EC52-4F3A-A8F7-9915B94CDF6A}"/>
              </a:ext>
            </a:extLst>
          </p:cNvPr>
          <p:cNvSpPr>
            <a:spLocks noGrp="1"/>
          </p:cNvSpPr>
          <p:nvPr/>
        </p:nvSpPr>
        <p:spPr>
          <a:xfrm>
            <a:off x="1981200" y="3114675"/>
            <a:ext cx="5257141" cy="123424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C760B3C-A536-45F8-B4DE-6E559311D97F}"/>
              </a:ext>
            </a:extLst>
          </p:cNvPr>
          <p:cNvSpPr>
            <a:spLocks noGrp="1"/>
          </p:cNvSpPr>
          <p:nvPr/>
        </p:nvSpPr>
        <p:spPr>
          <a:xfrm>
            <a:off x="2114549" y="3228975"/>
            <a:ext cx="2703393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D987FC-B1C4-4741-83B8-3D1269737F1C}"/>
              </a:ext>
            </a:extLst>
          </p:cNvPr>
          <p:cNvSpPr>
            <a:spLocks noGrp="1"/>
          </p:cNvSpPr>
          <p:nvPr/>
        </p:nvSpPr>
        <p:spPr>
          <a:xfrm>
            <a:off x="2162175" y="3248025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  <a:r>
              <a:rPr 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문의 접수</a:t>
            </a:r>
            <a:endParaRPr sz="12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A25D30-C7E3-4901-BF6C-C18CE3B65ADB}"/>
              </a:ext>
            </a:extLst>
          </p:cNvPr>
          <p:cNvSpPr>
            <a:spLocks noGrp="1"/>
          </p:cNvSpPr>
          <p:nvPr/>
        </p:nvSpPr>
        <p:spPr>
          <a:xfrm>
            <a:off x="2152650" y="3524250"/>
            <a:ext cx="5705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문의를</a:t>
            </a:r>
            <a:r>
              <a:rPr sz="1575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b="1" dirty="0" err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접수하라</a:t>
            </a:r>
            <a:endParaRPr sz="1575" b="1" dirty="0">
              <a:solidFill>
                <a:srgbClr val="1E2A5C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BAA284E-8418-4401-A766-07FF91B16F4B}"/>
              </a:ext>
            </a:extLst>
          </p:cNvPr>
          <p:cNvSpPr>
            <a:spLocks noGrp="1"/>
          </p:cNvSpPr>
          <p:nvPr/>
        </p:nvSpPr>
        <p:spPr>
          <a:xfrm>
            <a:off x="2152650" y="3829050"/>
            <a:ext cx="57054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회원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ID, 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상담 질문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상담사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ID</a:t>
            </a:r>
            <a:endParaRPr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유형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규칙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코드</a:t>
            </a:r>
            <a:endParaRPr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95FE3A8-7D78-47BC-9A3C-40A71EE2FC79}"/>
              </a:ext>
            </a:extLst>
          </p:cNvPr>
          <p:cNvSpPr>
            <a:spLocks noGrp="1"/>
          </p:cNvSpPr>
          <p:nvPr/>
        </p:nvSpPr>
        <p:spPr>
          <a:xfrm>
            <a:off x="1981200" y="4853742"/>
            <a:ext cx="5257141" cy="93345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D76B7DB-4F8F-4853-AB5E-038010118E3F}"/>
              </a:ext>
            </a:extLst>
          </p:cNvPr>
          <p:cNvSpPr>
            <a:spLocks noGrp="1"/>
          </p:cNvSpPr>
          <p:nvPr/>
        </p:nvSpPr>
        <p:spPr>
          <a:xfrm>
            <a:off x="2114550" y="4968042"/>
            <a:ext cx="2703392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0DFC750-0B3B-4278-B144-43ED3F62C7B8}"/>
              </a:ext>
            </a:extLst>
          </p:cNvPr>
          <p:cNvSpPr>
            <a:spLocks noGrp="1"/>
          </p:cNvSpPr>
          <p:nvPr/>
        </p:nvSpPr>
        <p:spPr>
          <a:xfrm>
            <a:off x="2162175" y="4987092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  <a:r>
              <a:rPr 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문의 접수</a:t>
            </a:r>
            <a:endParaRPr sz="12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356DE95-088C-4463-815C-2CAECE308319}"/>
              </a:ext>
            </a:extLst>
          </p:cNvPr>
          <p:cNvSpPr>
            <a:spLocks noGrp="1"/>
          </p:cNvSpPr>
          <p:nvPr/>
        </p:nvSpPr>
        <p:spPr>
          <a:xfrm>
            <a:off x="2152650" y="5263317"/>
            <a:ext cx="57054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 dirty="0" err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문의가</a:t>
            </a:r>
            <a:r>
              <a:rPr sz="1575" b="1" dirty="0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75" b="1" dirty="0" err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접수되었음</a:t>
            </a:r>
            <a:endParaRPr sz="1575" b="1" dirty="0">
              <a:solidFill>
                <a:srgbClr val="2B324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56485D5-5CB6-4A90-A3C5-12B1EB0D05A2}"/>
              </a:ext>
            </a:extLst>
          </p:cNvPr>
          <p:cNvSpPr>
            <a:spLocks noGrp="1"/>
          </p:cNvSpPr>
          <p:nvPr/>
        </p:nvSpPr>
        <p:spPr>
          <a:xfrm>
            <a:off x="2152650" y="5568117"/>
            <a:ext cx="57054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4444" lnSpcReduction="20000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lang="en-US" altLang="ko-KR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</a:t>
            </a:r>
            <a:r>
              <a:rPr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상담</a:t>
            </a:r>
            <a:r>
              <a:rPr lang="en-US" altLang="ko-KR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ID, </a:t>
            </a:r>
            <a:r>
              <a:rPr lang="ko-KR" altLang="en-US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접수시각</a:t>
            </a:r>
            <a:r>
              <a:rPr lang="en-US" altLang="ko-KR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권한 </a:t>
            </a:r>
            <a:r>
              <a:rPr lang="ko-KR" altLang="en-US" sz="135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유형</a:t>
            </a:r>
            <a:r>
              <a:rPr lang="en-US" altLang="ko-KR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(agent </a:t>
            </a:r>
            <a:r>
              <a:rPr lang="ko-KR" altLang="en-US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또는 </a:t>
            </a:r>
            <a:r>
              <a:rPr lang="en-US" altLang="ko-KR" sz="135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auditor)</a:t>
            </a:r>
            <a:endParaRPr sz="135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80" name="직선 화살표 연결선 79"/>
          <p:cNvCxnSpPr>
            <a:cxnSpLocks/>
          </p:cNvCxnSpPr>
          <p:nvPr/>
        </p:nvCxnSpPr>
        <p:spPr>
          <a:xfrm>
            <a:off x="5005388" y="2681846"/>
            <a:ext cx="0" cy="328054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1" name="직선 화살표 연결선 80"/>
          <p:cNvCxnSpPr>
            <a:cxnSpLocks/>
          </p:cNvCxnSpPr>
          <p:nvPr/>
        </p:nvCxnSpPr>
        <p:spPr>
          <a:xfrm>
            <a:off x="5005388" y="4491792"/>
            <a:ext cx="0" cy="2571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995F706-C304-4EDE-B186-6DBF424FCD2A}"/>
              </a:ext>
            </a:extLst>
          </p:cNvPr>
          <p:cNvSpPr>
            <a:spLocks noGrp="1"/>
          </p:cNvSpPr>
          <p:nvPr/>
        </p:nvSpPr>
        <p:spPr>
          <a:xfrm>
            <a:off x="7413668" y="1752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72B2515-F404-45C8-A341-99D23A3F91B2}"/>
              </a:ext>
            </a:extLst>
          </p:cNvPr>
          <p:cNvSpPr>
            <a:spLocks noGrp="1"/>
          </p:cNvSpPr>
          <p:nvPr/>
        </p:nvSpPr>
        <p:spPr>
          <a:xfrm>
            <a:off x="7413668" y="1762125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2F94A7C-785A-443A-8C4C-6A2926387D0C}"/>
              </a:ext>
            </a:extLst>
          </p:cNvPr>
          <p:cNvSpPr>
            <a:spLocks noGrp="1"/>
          </p:cNvSpPr>
          <p:nvPr/>
        </p:nvSpPr>
        <p:spPr>
          <a:xfrm>
            <a:off x="7858125" y="180022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1667" lnSpcReduction="10000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80806A1-7CEE-4E2A-A953-994CDE122B1B}"/>
              </a:ext>
            </a:extLst>
          </p:cNvPr>
          <p:cNvSpPr>
            <a:spLocks noGrp="1"/>
          </p:cNvSpPr>
          <p:nvPr/>
        </p:nvSpPr>
        <p:spPr>
          <a:xfrm>
            <a:off x="7870868" y="2009775"/>
            <a:ext cx="3625807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Autofit/>
          </a:bodyPr>
          <a:lstStyle/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제목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ID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와 제목</a:t>
            </a:r>
            <a:b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</a:b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트리거는 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U-{N},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자동화 트리거는 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A-{N}</a:t>
            </a:r>
            <a:endParaRPr lang="en-US" altLang="ko-KR" sz="120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문장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단계에서 정의한 트리거 문장</a:t>
            </a:r>
            <a:endParaRPr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E4031BD-31A3-4AC8-ACCC-B7FCA7F32542}"/>
              </a:ext>
            </a:extLst>
          </p:cNvPr>
          <p:cNvSpPr>
            <a:spLocks noGrp="1"/>
          </p:cNvSpPr>
          <p:nvPr/>
        </p:nvSpPr>
        <p:spPr>
          <a:xfrm>
            <a:off x="7413668" y="314462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7EFA1A2-6D6D-4424-9EFF-646ADF3A7927}"/>
              </a:ext>
            </a:extLst>
          </p:cNvPr>
          <p:cNvSpPr>
            <a:spLocks noGrp="1"/>
          </p:cNvSpPr>
          <p:nvPr/>
        </p:nvSpPr>
        <p:spPr>
          <a:xfrm>
            <a:off x="7413668" y="3154154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EC3D660-8C93-44C7-970A-CC239C785FC6}"/>
              </a:ext>
            </a:extLst>
          </p:cNvPr>
          <p:cNvSpPr>
            <a:spLocks noGrp="1"/>
          </p:cNvSpPr>
          <p:nvPr/>
        </p:nvSpPr>
        <p:spPr>
          <a:xfrm>
            <a:off x="7858125" y="3191858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1667" lnSpcReduction="10000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84C0407-CFA5-4B88-8CA2-723D5BF6F77B}"/>
              </a:ext>
            </a:extLst>
          </p:cNvPr>
          <p:cNvSpPr>
            <a:spLocks noGrp="1"/>
          </p:cNvSpPr>
          <p:nvPr/>
        </p:nvSpPr>
        <p:spPr>
          <a:xfrm>
            <a:off x="7858125" y="3433334"/>
            <a:ext cx="3638550" cy="9822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Autofit/>
          </a:bodyPr>
          <a:lstStyle/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제목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C-{N}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형식 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ID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와 제목</a:t>
            </a:r>
            <a:endParaRPr lang="en-US" altLang="ko-KR" sz="120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문장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현재형으로 작성</a:t>
            </a:r>
            <a:endParaRPr lang="en-US"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정보</a:t>
            </a:r>
            <a:endParaRPr lang="en-US" altLang="ko-KR" sz="120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유형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b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</a:b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규칙기반코드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생성형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AI,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예측형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AI, Human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중 하나</a:t>
            </a:r>
            <a:endParaRPr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53033BF-83C7-41F9-BF2D-36DE46DED0FC}"/>
              </a:ext>
            </a:extLst>
          </p:cNvPr>
          <p:cNvSpPr>
            <a:spLocks noGrp="1"/>
          </p:cNvSpPr>
          <p:nvPr/>
        </p:nvSpPr>
        <p:spPr>
          <a:xfrm>
            <a:off x="7413668" y="4959173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BBAD674-6064-41AD-A4BC-E86DE9FB747C}"/>
              </a:ext>
            </a:extLst>
          </p:cNvPr>
          <p:cNvSpPr>
            <a:spLocks noGrp="1"/>
          </p:cNvSpPr>
          <p:nvPr/>
        </p:nvSpPr>
        <p:spPr>
          <a:xfrm>
            <a:off x="7413668" y="4968698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737E995-5F8D-4823-BB56-D02250D0139F}"/>
              </a:ext>
            </a:extLst>
          </p:cNvPr>
          <p:cNvSpPr>
            <a:spLocks noGrp="1"/>
          </p:cNvSpPr>
          <p:nvPr/>
        </p:nvSpPr>
        <p:spPr>
          <a:xfrm>
            <a:off x="7858125" y="4987092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1667" lnSpcReduction="10000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 dirty="0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A70F63A-FD67-42D9-A09A-976C4BB1172E}"/>
              </a:ext>
            </a:extLst>
          </p:cNvPr>
          <p:cNvSpPr>
            <a:spLocks noGrp="1"/>
          </p:cNvSpPr>
          <p:nvPr/>
        </p:nvSpPr>
        <p:spPr>
          <a:xfrm>
            <a:off x="7858125" y="5216347"/>
            <a:ext cx="3638550" cy="5803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Autofit/>
          </a:bodyPr>
          <a:lstStyle/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제목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E-{N} 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형식 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ID</a:t>
            </a: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와 제목</a:t>
            </a:r>
            <a:endParaRPr lang="en-US" altLang="ko-KR" sz="120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문장</a:t>
            </a:r>
            <a:r>
              <a:rPr lang="en-US" altLang="ko-KR" sz="120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과거형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으로 작성</a:t>
            </a:r>
            <a:endParaRPr lang="en-US" altLang="ko-KR"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  <a:p>
            <a:pPr marL="176213" indent="-176213" algn="l">
              <a:buFont typeface="Arial" panose="020B0604020202020204" pitchFamily="34" charset="0"/>
              <a:buChar char="•"/>
              <a:defRPr sz="1275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lang="en-US" altLang="ko-KR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lang="ko-KR" alt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기록할 정보</a:t>
            </a:r>
            <a:endParaRPr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13F65DC-502A-406F-AEE6-57E2BB56A2ED}"/>
              </a:ext>
            </a:extLst>
          </p:cNvPr>
          <p:cNvSpPr>
            <a:spLocks noGrp="1"/>
          </p:cNvSpPr>
          <p:nvPr/>
        </p:nvSpPr>
        <p:spPr>
          <a:xfrm>
            <a:off x="343490" y="5998252"/>
            <a:ext cx="11219859" cy="431123"/>
          </a:xfrm>
          <a:prstGeom prst="roundRect">
            <a:avLst>
              <a:gd name="adj" fmla="val 13187"/>
            </a:avLst>
          </a:prstGeom>
          <a:solidFill>
            <a:srgbClr val="EAF5F1"/>
          </a:solidFill>
          <a:ln w="9525">
            <a:solidFill>
              <a:srgbClr val="2E7D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D81A007-D0A1-4E74-AEE6-27D00C624509}"/>
              </a:ext>
            </a:extLst>
          </p:cNvPr>
          <p:cNvSpPr>
            <a:spLocks noGrp="1"/>
          </p:cNvSpPr>
          <p:nvPr/>
        </p:nvSpPr>
        <p:spPr>
          <a:xfrm>
            <a:off x="514941" y="6131602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2593" lnSpcReduction="10000"/>
          </a:bodyPr>
          <a:lstStyle/>
          <a:p>
            <a:pPr algn="l">
              <a:defRPr sz="135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완료 확인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308278E-FF09-4477-9BA3-602A38F897D0}"/>
              </a:ext>
            </a:extLst>
          </p:cNvPr>
          <p:cNvSpPr>
            <a:spLocks noGrp="1"/>
          </p:cNvSpPr>
          <p:nvPr/>
        </p:nvSpPr>
        <p:spPr>
          <a:xfrm>
            <a:off x="1410422" y="6121946"/>
            <a:ext cx="762637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3750"/>
          </a:bodyPr>
          <a:lstStyle/>
          <a:p>
            <a:pPr algn="l">
              <a:defRPr sz="120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모든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Command에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시작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Trigger가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있고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en-US"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주요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Event마다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Command가</a:t>
            </a:r>
            <a:r>
              <a:rPr sz="1200" b="0" dirty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 dirty="0" err="1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있음</a:t>
            </a:r>
            <a:endParaRPr sz="1200" b="0" dirty="0">
              <a:solidFill>
                <a:srgbClr val="4A5364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89712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9EBC8A9A-3A5D-4029-8572-C4B2EE32B320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35" lnSpcReduction="10000"/>
          </a:bodyPr>
          <a:lstStyle/>
          <a:p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CA08EC-B567-4E45-87C1-F73E4147B1C0}"/>
              </a:ext>
            </a:extLst>
          </p:cNvPr>
          <p:cNvSpPr>
            <a:spLocks noGrp="1"/>
          </p:cNvSpPr>
          <p:nvPr/>
        </p:nvSpPr>
        <p:spPr>
          <a:xfrm>
            <a:off x="323850" y="40957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 뒤 실행 경로를 정함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706CD9-E3DA-4730-86E4-470E43A9B345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1239500" cy="28575"/>
          </a:xfrm>
          <a:prstGeom prst="rect">
            <a:avLst/>
          </a:prstGeom>
          <a:solidFill>
            <a:srgbClr val="D9E0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928A96-DAEB-4982-A5E3-C3EEDCB51AC3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619250" cy="38100"/>
          </a:xfrm>
          <a:prstGeom prst="rect">
            <a:avLst/>
          </a:prstGeom>
          <a:solidFill>
            <a:srgbClr val="2E74C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696178-11B4-438D-B3CA-4DC5AEC3FF67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20B778-01C4-4105-9113-48541957C0A3}"/>
              </a:ext>
            </a:extLst>
          </p:cNvPr>
          <p:cNvSpPr>
            <a:spLocks noGrp="1"/>
          </p:cNvSpPr>
          <p:nvPr/>
        </p:nvSpPr>
        <p:spPr>
          <a:xfrm>
            <a:off x="323850" y="6534150"/>
            <a:ext cx="11239500" cy="9525"/>
          </a:xfrm>
          <a:prstGeom prst="rect">
            <a:avLst/>
          </a:prstGeom>
          <a:solidFill>
            <a:srgbClr val="EDF0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4D8F8-37B5-4950-8CBD-2087E5457DF8}"/>
              </a:ext>
            </a:extLst>
          </p:cNvPr>
          <p:cNvSpPr>
            <a:spLocks noGrp="1"/>
          </p:cNvSpPr>
          <p:nvPr/>
        </p:nvSpPr>
        <p:spPr>
          <a:xfrm>
            <a:off x="342900" y="65817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5278" lnSpcReduction="20000"/>
          </a:bodyPr>
          <a:lstStyle/>
          <a:p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BECE8E-8651-4A4A-8103-B2A4EE2FA808}"/>
              </a:ext>
            </a:extLst>
          </p:cNvPr>
          <p:cNvSpPr>
            <a:spLocks noGrp="1"/>
          </p:cNvSpPr>
          <p:nvPr/>
        </p:nvSpPr>
        <p:spPr>
          <a:xfrm>
            <a:off x="10715625" y="6581775"/>
            <a:ext cx="819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5278" lnSpcReduction="20000"/>
          </a:bodyPr>
          <a:lstStyle/>
          <a:p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6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A571A01-B801-4B14-81B8-121B9EA074AA}"/>
              </a:ext>
            </a:extLst>
          </p:cNvPr>
          <p:cNvSpPr>
            <a:spLocks noGrp="1"/>
          </p:cNvSpPr>
          <p:nvPr/>
        </p:nvSpPr>
        <p:spPr>
          <a:xfrm>
            <a:off x="323850" y="1581150"/>
            <a:ext cx="1314450" cy="1123950"/>
          </a:xfrm>
          <a:prstGeom prst="roundRect">
            <a:avLst>
              <a:gd name="adj" fmla="val 10169"/>
            </a:avLst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3A6E13-6F61-497A-800C-4171FF34E341}"/>
              </a:ext>
            </a:extLst>
          </p:cNvPr>
          <p:cNvSpPr>
            <a:spLocks noGrp="1"/>
          </p:cNvSpPr>
          <p:nvPr/>
        </p:nvSpPr>
        <p:spPr>
          <a:xfrm>
            <a:off x="438150" y="1676400"/>
            <a:ext cx="108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8231141-3A74-4FF0-878B-AE8D795C7B5F}"/>
              </a:ext>
            </a:extLst>
          </p:cNvPr>
          <p:cNvSpPr>
            <a:spLocks noGrp="1"/>
          </p:cNvSpPr>
          <p:nvPr/>
        </p:nvSpPr>
        <p:spPr>
          <a:xfrm>
            <a:off x="1752600" y="1581150"/>
            <a:ext cx="9810750" cy="1123950"/>
          </a:xfrm>
          <a:prstGeom prst="roundRect">
            <a:avLst>
              <a:gd name="adj" fmla="val 10169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194F718-FF17-49B1-A324-FDECB3A65915}"/>
              </a:ext>
            </a:extLst>
          </p:cNvPr>
          <p:cNvSpPr>
            <a:spLocks noGrp="1"/>
          </p:cNvSpPr>
          <p:nvPr/>
        </p:nvSpPr>
        <p:spPr>
          <a:xfrm>
            <a:off x="323850" y="3009900"/>
            <a:ext cx="1314450" cy="1381125"/>
          </a:xfrm>
          <a:prstGeom prst="roundRect">
            <a:avLst>
              <a:gd name="adj" fmla="val 8696"/>
            </a:avLst>
          </a:prstGeom>
          <a:solidFill>
            <a:srgbClr val="1E2A5C"/>
          </a:solidFill>
          <a:ln w="95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57DD3D-C964-4356-9951-E57A8CCF0B2E}"/>
              </a:ext>
            </a:extLst>
          </p:cNvPr>
          <p:cNvSpPr>
            <a:spLocks noGrp="1"/>
          </p:cNvSpPr>
          <p:nvPr/>
        </p:nvSpPr>
        <p:spPr>
          <a:xfrm>
            <a:off x="438150" y="3105150"/>
            <a:ext cx="10858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B475D8E-841D-4B74-8708-946CC3A09556}"/>
              </a:ext>
            </a:extLst>
          </p:cNvPr>
          <p:cNvSpPr>
            <a:spLocks noGrp="1"/>
          </p:cNvSpPr>
          <p:nvPr/>
        </p:nvSpPr>
        <p:spPr>
          <a:xfrm>
            <a:off x="1752600" y="3009900"/>
            <a:ext cx="9810750" cy="1381125"/>
          </a:xfrm>
          <a:prstGeom prst="roundRect">
            <a:avLst>
              <a:gd name="adj" fmla="val 8276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835A28E-C54A-4DF9-B923-F63B07341A7D}"/>
              </a:ext>
            </a:extLst>
          </p:cNvPr>
          <p:cNvSpPr>
            <a:spLocks noGrp="1"/>
          </p:cNvSpPr>
          <p:nvPr/>
        </p:nvSpPr>
        <p:spPr>
          <a:xfrm>
            <a:off x="323850" y="4762500"/>
            <a:ext cx="1314450" cy="1200150"/>
          </a:xfrm>
          <a:prstGeom prst="roundRect">
            <a:avLst>
              <a:gd name="adj" fmla="val 9524"/>
            </a:avLst>
          </a:prstGeom>
          <a:solidFill>
            <a:srgbClr val="404155"/>
          </a:solidFill>
          <a:ln w="952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541AF3-8060-49C8-AA0D-E6574A13DE34}"/>
              </a:ext>
            </a:extLst>
          </p:cNvPr>
          <p:cNvSpPr>
            <a:spLocks noGrp="1"/>
          </p:cNvSpPr>
          <p:nvPr/>
        </p:nvSpPr>
        <p:spPr>
          <a:xfrm>
            <a:off x="438150" y="4857750"/>
            <a:ext cx="1085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B05B8A9-9E97-41F3-B214-0B8E0A9AE95A}"/>
              </a:ext>
            </a:extLst>
          </p:cNvPr>
          <p:cNvSpPr>
            <a:spLocks noGrp="1"/>
          </p:cNvSpPr>
          <p:nvPr/>
        </p:nvSpPr>
        <p:spPr>
          <a:xfrm>
            <a:off x="1752600" y="4762500"/>
            <a:ext cx="9810750" cy="1200150"/>
          </a:xfrm>
          <a:prstGeom prst="roundRect">
            <a:avLst>
              <a:gd name="adj" fmla="val 9524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3DD5E0A-C840-4C37-95C0-83FAB2D90280}"/>
              </a:ext>
            </a:extLst>
          </p:cNvPr>
          <p:cNvSpPr>
            <a:spLocks noGrp="1"/>
          </p:cNvSpPr>
          <p:nvPr/>
        </p:nvSpPr>
        <p:spPr>
          <a:xfrm>
            <a:off x="1924050" y="1657350"/>
            <a:ext cx="4629150" cy="971550"/>
          </a:xfrm>
          <a:prstGeom prst="roundRect">
            <a:avLst>
              <a:gd name="adj" fmla="val 13725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4D6FD8-5A62-4EFD-924A-7299C406207C}"/>
              </a:ext>
            </a:extLst>
          </p:cNvPr>
          <p:cNvSpPr>
            <a:spLocks noGrp="1"/>
          </p:cNvSpPr>
          <p:nvPr/>
        </p:nvSpPr>
        <p:spPr>
          <a:xfrm>
            <a:off x="2057400" y="17716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CC83CD4-A994-42C2-8317-98531D02265D}"/>
              </a:ext>
            </a:extLst>
          </p:cNvPr>
          <p:cNvSpPr>
            <a:spLocks noGrp="1"/>
          </p:cNvSpPr>
          <p:nvPr/>
        </p:nvSpPr>
        <p:spPr>
          <a:xfrm>
            <a:off x="2105025" y="1790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Trigger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797296-1E48-4005-BFC9-3CCCCDD9AAFE}"/>
              </a:ext>
            </a:extLst>
          </p:cNvPr>
          <p:cNvSpPr>
            <a:spLocks noGrp="1"/>
          </p:cNvSpPr>
          <p:nvPr/>
        </p:nvSpPr>
        <p:spPr>
          <a:xfrm>
            <a:off x="2095500" y="2066925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967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상담사가 U-1에서 상담 시작을 선택하면 문의 접수가 시작됨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4C0231-C415-4492-82CC-A7751146BBCE}"/>
              </a:ext>
            </a:extLst>
          </p:cNvPr>
          <p:cNvSpPr>
            <a:spLocks noGrp="1"/>
          </p:cNvSpPr>
          <p:nvPr/>
        </p:nvSpPr>
        <p:spPr>
          <a:xfrm>
            <a:off x="1924050" y="3105150"/>
            <a:ext cx="462915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C985DD1-6ED2-4847-B747-B64AFC7239B2}"/>
              </a:ext>
            </a:extLst>
          </p:cNvPr>
          <p:cNvSpPr>
            <a:spLocks noGrp="1"/>
          </p:cNvSpPr>
          <p:nvPr/>
        </p:nvSpPr>
        <p:spPr>
          <a:xfrm>
            <a:off x="2057400" y="32194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020818-EC62-474D-84A1-E2E37347C5B3}"/>
              </a:ext>
            </a:extLst>
          </p:cNvPr>
          <p:cNvSpPr>
            <a:spLocks noGrp="1"/>
          </p:cNvSpPr>
          <p:nvPr/>
        </p:nvSpPr>
        <p:spPr>
          <a:xfrm>
            <a:off x="2105025" y="32385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  Command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30FA146-EDE4-4D1E-A18B-96C68E3A8B1E}"/>
              </a:ext>
            </a:extLst>
          </p:cNvPr>
          <p:cNvSpPr>
            <a:spLocks noGrp="1"/>
          </p:cNvSpPr>
          <p:nvPr/>
        </p:nvSpPr>
        <p:spPr>
          <a:xfrm>
            <a:off x="2095500" y="35147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문의를 접수하라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E8B936-F49B-4FD3-AD7F-1DD8B5AB07C6}"/>
              </a:ext>
            </a:extLst>
          </p:cNvPr>
          <p:cNvSpPr>
            <a:spLocks noGrp="1"/>
          </p:cNvSpPr>
          <p:nvPr/>
        </p:nvSpPr>
        <p:spPr>
          <a:xfrm>
            <a:off x="2095500" y="381952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222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question · counselorId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435BEE3-61A7-488A-A245-4D91E946B051}"/>
              </a:ext>
            </a:extLst>
          </p:cNvPr>
          <p:cNvSpPr>
            <a:spLocks noGrp="1"/>
          </p:cNvSpPr>
          <p:nvPr/>
        </p:nvSpPr>
        <p:spPr>
          <a:xfrm>
            <a:off x="1924050" y="4857750"/>
            <a:ext cx="4629150" cy="1009650"/>
          </a:xfrm>
          <a:prstGeom prst="roundRect">
            <a:avLst>
              <a:gd name="adj" fmla="val 13208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E5B1EA2-802F-433E-AB3B-5F3EB65D5B0E}"/>
              </a:ext>
            </a:extLst>
          </p:cNvPr>
          <p:cNvSpPr>
            <a:spLocks noGrp="1"/>
          </p:cNvSpPr>
          <p:nvPr/>
        </p:nvSpPr>
        <p:spPr>
          <a:xfrm>
            <a:off x="2057400" y="49720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F057D14-A81F-45EF-A4D0-9DE482CEDFD2}"/>
              </a:ext>
            </a:extLst>
          </p:cNvPr>
          <p:cNvSpPr>
            <a:spLocks noGrp="1"/>
          </p:cNvSpPr>
          <p:nvPr/>
        </p:nvSpPr>
        <p:spPr>
          <a:xfrm>
            <a:off x="2105025" y="49911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  Event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6E1CD1D-0375-4A2F-B422-7BBB0C25709C}"/>
              </a:ext>
            </a:extLst>
          </p:cNvPr>
          <p:cNvSpPr>
            <a:spLocks noGrp="1"/>
          </p:cNvSpPr>
          <p:nvPr/>
        </p:nvSpPr>
        <p:spPr>
          <a:xfrm>
            <a:off x="2095500" y="52673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문의가 접수되었음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E57554-CCFD-417B-90B6-BF7D2187F52D}"/>
              </a:ext>
            </a:extLst>
          </p:cNvPr>
          <p:cNvSpPr>
            <a:spLocks noGrp="1"/>
          </p:cNvSpPr>
          <p:nvPr/>
        </p:nvSpPr>
        <p:spPr>
          <a:xfrm>
            <a:off x="2095500" y="5572125"/>
            <a:ext cx="428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consultationId · receivedAt · permissionState</a:t>
            </a:r>
          </a:p>
        </p:txBody>
      </p:sp>
      <p:cxnSp>
        <p:nvCxnSpPr>
          <p:cNvPr id="83" name="직선 화살표 연결선 82"/>
          <p:cNvCxnSpPr>
            <a:stCxn id="18" idx="2"/>
            <a:endCxn id="22" idx="0"/>
          </p:cNvCxnSpPr>
          <p:nvPr/>
        </p:nvCxnSpPr>
        <p:spPr>
          <a:xfrm>
            <a:off x="4238625" y="2628900"/>
            <a:ext cx="0" cy="4762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4" name="직선 화살표 연결선 83"/>
          <p:cNvCxnSpPr>
            <a:stCxn id="22" idx="2"/>
            <a:endCxn id="27" idx="0"/>
          </p:cNvCxnSpPr>
          <p:nvPr/>
        </p:nvCxnSpPr>
        <p:spPr>
          <a:xfrm>
            <a:off x="4238625" y="4295775"/>
            <a:ext cx="0" cy="5619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5920301-907C-4849-B4E9-9D4C4D950D88}"/>
              </a:ext>
            </a:extLst>
          </p:cNvPr>
          <p:cNvSpPr>
            <a:spLocks noGrp="1"/>
          </p:cNvSpPr>
          <p:nvPr/>
        </p:nvSpPr>
        <p:spPr>
          <a:xfrm>
            <a:off x="6858000" y="1657350"/>
            <a:ext cx="4495800" cy="971550"/>
          </a:xfrm>
          <a:prstGeom prst="roundRect">
            <a:avLst>
              <a:gd name="adj" fmla="val 13725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A172BC2-DD1F-4AB7-B44C-A14B715786B3}"/>
              </a:ext>
            </a:extLst>
          </p:cNvPr>
          <p:cNvSpPr>
            <a:spLocks noGrp="1"/>
          </p:cNvSpPr>
          <p:nvPr/>
        </p:nvSpPr>
        <p:spPr>
          <a:xfrm>
            <a:off x="6991350" y="17716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CC02147-996C-4D5C-B1DF-A2632CD22C38}"/>
              </a:ext>
            </a:extLst>
          </p:cNvPr>
          <p:cNvSpPr>
            <a:spLocks noGrp="1"/>
          </p:cNvSpPr>
          <p:nvPr/>
        </p:nvSpPr>
        <p:spPr>
          <a:xfrm>
            <a:off x="7038975" y="1790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E3F591E-43E6-4A0F-909A-6262829DDF25}"/>
              </a:ext>
            </a:extLst>
          </p:cNvPr>
          <p:cNvSpPr>
            <a:spLocks noGrp="1"/>
          </p:cNvSpPr>
          <p:nvPr/>
        </p:nvSpPr>
        <p:spPr>
          <a:xfrm>
            <a:off x="7029450" y="2066925"/>
            <a:ext cx="4152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833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‘문의가 접수되었음’ Event가 발생하면 실행 경로 결정이 시작됨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77AB6D2-6AF4-4A09-AD79-7D344D16AC2B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44958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72DC96E-8F65-4DAE-9CAF-8E2903B9D630}"/>
              </a:ext>
            </a:extLst>
          </p:cNvPr>
          <p:cNvSpPr>
            <a:spLocks noGrp="1"/>
          </p:cNvSpPr>
          <p:nvPr/>
        </p:nvSpPr>
        <p:spPr>
          <a:xfrm>
            <a:off x="6991350" y="32194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0220A69-ACDF-4074-8E9A-8042DE49B30F}"/>
              </a:ext>
            </a:extLst>
          </p:cNvPr>
          <p:cNvSpPr>
            <a:spLocks noGrp="1"/>
          </p:cNvSpPr>
          <p:nvPr/>
        </p:nvSpPr>
        <p:spPr>
          <a:xfrm>
            <a:off x="7038975" y="32385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C-2  Command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A6BEA4A-B58D-40F9-90F9-C0879B699B1D}"/>
              </a:ext>
            </a:extLst>
          </p:cNvPr>
          <p:cNvSpPr>
            <a:spLocks noGrp="1"/>
          </p:cNvSpPr>
          <p:nvPr/>
        </p:nvSpPr>
        <p:spPr>
          <a:xfrm>
            <a:off x="7029450" y="351472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실행 경로를 결정하라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4EB24A5-5EC7-425E-B014-765B82C89811}"/>
              </a:ext>
            </a:extLst>
          </p:cNvPr>
          <p:cNvSpPr>
            <a:spLocks noGrp="1"/>
          </p:cNvSpPr>
          <p:nvPr/>
        </p:nvSpPr>
        <p:spPr>
          <a:xfrm>
            <a:off x="7029450" y="381952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222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question · permissionState · 상담 제약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생성형 AI 지원 · 규칙 기반 코드 확정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076EF12-2F5D-45ED-9B3A-3121BBE83788}"/>
              </a:ext>
            </a:extLst>
          </p:cNvPr>
          <p:cNvSpPr>
            <a:spLocks noGrp="1"/>
          </p:cNvSpPr>
          <p:nvPr/>
        </p:nvSpPr>
        <p:spPr>
          <a:xfrm>
            <a:off x="6858000" y="4857750"/>
            <a:ext cx="4495800" cy="1009650"/>
          </a:xfrm>
          <a:prstGeom prst="roundRect">
            <a:avLst>
              <a:gd name="adj" fmla="val 13208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3B27DD1-9476-42AE-BF22-4FF9A65F9CD8}"/>
              </a:ext>
            </a:extLst>
          </p:cNvPr>
          <p:cNvSpPr>
            <a:spLocks noGrp="1"/>
          </p:cNvSpPr>
          <p:nvPr/>
        </p:nvSpPr>
        <p:spPr>
          <a:xfrm>
            <a:off x="6991350" y="49720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16C9D4E-FC6C-4C53-8831-E6604D118C7F}"/>
              </a:ext>
            </a:extLst>
          </p:cNvPr>
          <p:cNvSpPr>
            <a:spLocks noGrp="1"/>
          </p:cNvSpPr>
          <p:nvPr/>
        </p:nvSpPr>
        <p:spPr>
          <a:xfrm>
            <a:off x="7038975" y="49911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E-2  Event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B7AA03E-DA5F-4576-8DEB-305C8037BBA8}"/>
              </a:ext>
            </a:extLst>
          </p:cNvPr>
          <p:cNvSpPr>
            <a:spLocks noGrp="1"/>
          </p:cNvSpPr>
          <p:nvPr/>
        </p:nvSpPr>
        <p:spPr>
          <a:xfrm>
            <a:off x="7029450" y="526732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경로가 정해졌음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11CCF4F-D128-48D3-954C-371D6D55E915}"/>
              </a:ext>
            </a:extLst>
          </p:cNvPr>
          <p:cNvSpPr>
            <a:spLocks noGrp="1"/>
          </p:cNvSpPr>
          <p:nvPr/>
        </p:nvSpPr>
        <p:spPr>
          <a:xfrm>
            <a:off x="7029450" y="5572125"/>
            <a:ext cx="4152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4569" lnSpcReduction="10000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selectedRoutes · requiredFlags · timeout · selectionReason</a:t>
            </a:r>
          </a:p>
        </p:txBody>
      </p:sp>
      <p:cxnSp>
        <p:nvCxnSpPr>
          <p:cNvPr id="99" name="직선 화살표 연결선 98"/>
          <p:cNvCxnSpPr>
            <a:stCxn id="34" idx="2"/>
            <a:endCxn id="38" idx="0"/>
          </p:cNvCxnSpPr>
          <p:nvPr/>
        </p:nvCxnSpPr>
        <p:spPr>
          <a:xfrm>
            <a:off x="9105900" y="2628900"/>
            <a:ext cx="0" cy="4762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00" name="직선 화살표 연결선 99"/>
          <p:cNvCxnSpPr>
            <a:stCxn id="38" idx="2"/>
            <a:endCxn id="43" idx="0"/>
          </p:cNvCxnSpPr>
          <p:nvPr/>
        </p:nvCxnSpPr>
        <p:spPr>
          <a:xfrm>
            <a:off x="9105900" y="4295775"/>
            <a:ext cx="0" cy="5619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01" name="연결선: 꺾임 100"/>
          <p:cNvCxnSpPr>
            <a:stCxn id="27" idx="3"/>
            <a:endCxn id="34" idx="1"/>
          </p:cNvCxnSpPr>
          <p:nvPr/>
        </p:nvCxnSpPr>
        <p:spPr>
          <a:xfrm flipV="1">
            <a:off x="6553200" y="2143125"/>
            <a:ext cx="304800" cy="3219450"/>
          </a:xfrm>
          <a:prstGeom prst="bentConnector3">
            <a:avLst>
              <a:gd name="adj1" fmla="val 50000"/>
            </a:avLst>
          </a:prstGeom>
          <a:ln w="19050">
            <a:solidFill>
              <a:srgbClr val="2E74C6"/>
            </a:solidFill>
            <a:prstDash val="dash"/>
            <a:tailEnd type="triangle" w="sm" len="sm"/>
          </a:ln>
        </p:spPr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8BF5CB-6ED2-4AF3-A420-61BCE1E8A00B}"/>
              </a:ext>
            </a:extLst>
          </p:cNvPr>
          <p:cNvSpPr>
            <a:spLocks noGrp="1"/>
          </p:cNvSpPr>
          <p:nvPr/>
        </p:nvSpPr>
        <p:spPr>
          <a:xfrm>
            <a:off x="6229350" y="27241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E-1 발생</a:t>
            </a:r>
          </a:p>
        </p:txBody>
      </p:sp>
    </p:spTree>
    <p:extLst>
      <p:ext uri="{BB962C8B-B14F-4D97-AF65-F5344CB8AC3E}">
        <p14:creationId xmlns:p14="http://schemas.microsoft.com/office/powerpoint/2010/main" val="73828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CE3E933B-B1C9-48F8-8DEE-EDB597A12CDE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35" lnSpcReduction="10000"/>
          </a:bodyPr>
          <a:lstStyle/>
          <a:p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D0F7878-AA46-4D00-93B9-0E0DAF590DCA}"/>
              </a:ext>
            </a:extLst>
          </p:cNvPr>
          <p:cNvSpPr>
            <a:spLocks noGrp="1"/>
          </p:cNvSpPr>
          <p:nvPr/>
        </p:nvSpPr>
        <p:spPr>
          <a:xfrm>
            <a:off x="323850" y="40957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6FF061-5218-4630-950F-36300D944301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1239500" cy="28575"/>
          </a:xfrm>
          <a:prstGeom prst="rect">
            <a:avLst/>
          </a:prstGeom>
          <a:solidFill>
            <a:srgbClr val="D9E0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F90137-7B83-425D-8A54-D0EC8F00445C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619250" cy="38100"/>
          </a:xfrm>
          <a:prstGeom prst="rect">
            <a:avLst/>
          </a:prstGeom>
          <a:solidFill>
            <a:srgbClr val="2E74C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254D67-964D-45A5-A37B-EBF481482A13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두 작업은 서로의 결과를 기다리지 않음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55A5F9-A981-4638-8C2B-22A1ED72132A}"/>
              </a:ext>
            </a:extLst>
          </p:cNvPr>
          <p:cNvSpPr>
            <a:spLocks noGrp="1"/>
          </p:cNvSpPr>
          <p:nvPr/>
        </p:nvSpPr>
        <p:spPr>
          <a:xfrm>
            <a:off x="323850" y="6534150"/>
            <a:ext cx="11239500" cy="9525"/>
          </a:xfrm>
          <a:prstGeom prst="rect">
            <a:avLst/>
          </a:prstGeom>
          <a:solidFill>
            <a:srgbClr val="EDF0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6F31E1-AE13-42C3-A68E-33C36AD2106A}"/>
              </a:ext>
            </a:extLst>
          </p:cNvPr>
          <p:cNvSpPr>
            <a:spLocks noGrp="1"/>
          </p:cNvSpPr>
          <p:nvPr/>
        </p:nvSpPr>
        <p:spPr>
          <a:xfrm>
            <a:off x="342900" y="65817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0BAB6D-16F6-4B3B-BDEC-E7EE14CA52AA}"/>
              </a:ext>
            </a:extLst>
          </p:cNvPr>
          <p:cNvSpPr>
            <a:spLocks noGrp="1"/>
          </p:cNvSpPr>
          <p:nvPr/>
        </p:nvSpPr>
        <p:spPr>
          <a:xfrm>
            <a:off x="10715625" y="6581775"/>
            <a:ext cx="819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6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E63203F-B997-4965-A104-02903B3BB27F}"/>
              </a:ext>
            </a:extLst>
          </p:cNvPr>
          <p:cNvSpPr>
            <a:spLocks noGrp="1"/>
          </p:cNvSpPr>
          <p:nvPr/>
        </p:nvSpPr>
        <p:spPr>
          <a:xfrm>
            <a:off x="323850" y="1676400"/>
            <a:ext cx="1314450" cy="1123950"/>
          </a:xfrm>
          <a:prstGeom prst="roundRect">
            <a:avLst>
              <a:gd name="adj" fmla="val 10169"/>
            </a:avLst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C497D33-F1BF-4AAA-9E94-FFA811B3DACA}"/>
              </a:ext>
            </a:extLst>
          </p:cNvPr>
          <p:cNvSpPr>
            <a:spLocks noGrp="1"/>
          </p:cNvSpPr>
          <p:nvPr/>
        </p:nvSpPr>
        <p:spPr>
          <a:xfrm>
            <a:off x="438150" y="1771650"/>
            <a:ext cx="108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37D4346-3D07-4793-8C1B-B8736470F95E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9810750" cy="1123950"/>
          </a:xfrm>
          <a:prstGeom prst="roundRect">
            <a:avLst>
              <a:gd name="adj" fmla="val 10169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09297C7-9A78-4478-BE5A-DE5561901AEA}"/>
              </a:ext>
            </a:extLst>
          </p:cNvPr>
          <p:cNvSpPr>
            <a:spLocks noGrp="1"/>
          </p:cNvSpPr>
          <p:nvPr/>
        </p:nvSpPr>
        <p:spPr>
          <a:xfrm>
            <a:off x="323850" y="3105150"/>
            <a:ext cx="1314450" cy="1381125"/>
          </a:xfrm>
          <a:prstGeom prst="roundRect">
            <a:avLst>
              <a:gd name="adj" fmla="val 8696"/>
            </a:avLst>
          </a:prstGeom>
          <a:solidFill>
            <a:srgbClr val="1E2A5C"/>
          </a:solidFill>
          <a:ln w="95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042FA1C-6136-48FA-B42C-C24B89EA673C}"/>
              </a:ext>
            </a:extLst>
          </p:cNvPr>
          <p:cNvSpPr>
            <a:spLocks noGrp="1"/>
          </p:cNvSpPr>
          <p:nvPr/>
        </p:nvSpPr>
        <p:spPr>
          <a:xfrm>
            <a:off x="438150" y="3200400"/>
            <a:ext cx="10858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AD98AA5-C485-4350-9E3C-0434E249DFDA}"/>
              </a:ext>
            </a:extLst>
          </p:cNvPr>
          <p:cNvSpPr>
            <a:spLocks noGrp="1"/>
          </p:cNvSpPr>
          <p:nvPr/>
        </p:nvSpPr>
        <p:spPr>
          <a:xfrm>
            <a:off x="1752600" y="3105150"/>
            <a:ext cx="9810750" cy="1381125"/>
          </a:xfrm>
          <a:prstGeom prst="roundRect">
            <a:avLst>
              <a:gd name="adj" fmla="val 8276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C3CD54E-CDB5-4905-9780-30B94831ADF1}"/>
              </a:ext>
            </a:extLst>
          </p:cNvPr>
          <p:cNvSpPr>
            <a:spLocks noGrp="1"/>
          </p:cNvSpPr>
          <p:nvPr/>
        </p:nvSpPr>
        <p:spPr>
          <a:xfrm>
            <a:off x="323850" y="4857750"/>
            <a:ext cx="1314450" cy="1200150"/>
          </a:xfrm>
          <a:prstGeom prst="roundRect">
            <a:avLst>
              <a:gd name="adj" fmla="val 9524"/>
            </a:avLst>
          </a:prstGeom>
          <a:solidFill>
            <a:srgbClr val="404155"/>
          </a:solidFill>
          <a:ln w="952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4D4ECF-66FB-48BF-AE27-F6D0154EF7AC}"/>
              </a:ext>
            </a:extLst>
          </p:cNvPr>
          <p:cNvSpPr>
            <a:spLocks noGrp="1"/>
          </p:cNvSpPr>
          <p:nvPr/>
        </p:nvSpPr>
        <p:spPr>
          <a:xfrm>
            <a:off x="438150" y="4953000"/>
            <a:ext cx="1085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44A747A-278C-4701-BCDC-49B116E04A9C}"/>
              </a:ext>
            </a:extLst>
          </p:cNvPr>
          <p:cNvSpPr>
            <a:spLocks noGrp="1"/>
          </p:cNvSpPr>
          <p:nvPr/>
        </p:nvSpPr>
        <p:spPr>
          <a:xfrm>
            <a:off x="1752600" y="4857750"/>
            <a:ext cx="9810750" cy="1200150"/>
          </a:xfrm>
          <a:prstGeom prst="roundRect">
            <a:avLst>
              <a:gd name="adj" fmla="val 9524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0940CC6-3AEA-4C86-828E-092E13B4A491}"/>
              </a:ext>
            </a:extLst>
          </p:cNvPr>
          <p:cNvSpPr>
            <a:spLocks noGrp="1"/>
          </p:cNvSpPr>
          <p:nvPr/>
        </p:nvSpPr>
        <p:spPr>
          <a:xfrm>
            <a:off x="1924050" y="1752600"/>
            <a:ext cx="4629150" cy="971550"/>
          </a:xfrm>
          <a:prstGeom prst="roundRect">
            <a:avLst>
              <a:gd name="adj" fmla="val 13725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D371BC-B59B-4412-A2AF-055D64F58344}"/>
              </a:ext>
            </a:extLst>
          </p:cNvPr>
          <p:cNvSpPr>
            <a:spLocks noGrp="1"/>
          </p:cNvSpPr>
          <p:nvPr/>
        </p:nvSpPr>
        <p:spPr>
          <a:xfrm>
            <a:off x="2057400" y="18669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080632-AE24-46D7-91D4-8ACC996A8E73}"/>
              </a:ext>
            </a:extLst>
          </p:cNvPr>
          <p:cNvSpPr>
            <a:spLocks noGrp="1"/>
          </p:cNvSpPr>
          <p:nvPr/>
        </p:nvSpPr>
        <p:spPr>
          <a:xfrm>
            <a:off x="2105025" y="18859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3CBB4E-FFD3-4A71-9D62-58357D05A29E}"/>
              </a:ext>
            </a:extLst>
          </p:cNvPr>
          <p:cNvSpPr>
            <a:spLocks noGrp="1"/>
          </p:cNvSpPr>
          <p:nvPr/>
        </p:nvSpPr>
        <p:spPr>
          <a:xfrm>
            <a:off x="2095500" y="2162175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C-3 경로가 선택되면 고객 현황 확보가 시작됨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2178E5D-EDEF-4622-BBF1-42171D1AE223}"/>
              </a:ext>
            </a:extLst>
          </p:cNvPr>
          <p:cNvSpPr>
            <a:spLocks noGrp="1"/>
          </p:cNvSpPr>
          <p:nvPr/>
        </p:nvSpPr>
        <p:spPr>
          <a:xfrm>
            <a:off x="1924050" y="3200400"/>
            <a:ext cx="462915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CCB9EEC-5E89-430D-B375-FA43277161C2}"/>
              </a:ext>
            </a:extLst>
          </p:cNvPr>
          <p:cNvSpPr>
            <a:spLocks noGrp="1"/>
          </p:cNvSpPr>
          <p:nvPr/>
        </p:nvSpPr>
        <p:spPr>
          <a:xfrm>
            <a:off x="2057400" y="33147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F3A4E2-ADD8-4889-88FB-2E9A10A91FF9}"/>
              </a:ext>
            </a:extLst>
          </p:cNvPr>
          <p:cNvSpPr>
            <a:spLocks noGrp="1"/>
          </p:cNvSpPr>
          <p:nvPr/>
        </p:nvSpPr>
        <p:spPr>
          <a:xfrm>
            <a:off x="2105025" y="33337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C-3  Command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2A44AF-5C96-454B-B36A-7F3465F89D7F}"/>
              </a:ext>
            </a:extLst>
          </p:cNvPr>
          <p:cNvSpPr>
            <a:spLocks noGrp="1"/>
          </p:cNvSpPr>
          <p:nvPr/>
        </p:nvSpPr>
        <p:spPr>
          <a:xfrm>
            <a:off x="2095500" y="360997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현황을 확보하라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7B08605-2A0E-4A6A-AB02-E1D72D231AC5}"/>
              </a:ext>
            </a:extLst>
          </p:cNvPr>
          <p:cNvSpPr>
            <a:spLocks noGrp="1"/>
          </p:cNvSpPr>
          <p:nvPr/>
        </p:nvSpPr>
        <p:spPr>
          <a:xfrm>
            <a:off x="2095500" y="391477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222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asOfDate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E332C48-EC42-47D5-93BA-90382B2F1046}"/>
              </a:ext>
            </a:extLst>
          </p:cNvPr>
          <p:cNvSpPr>
            <a:spLocks noGrp="1"/>
          </p:cNvSpPr>
          <p:nvPr/>
        </p:nvSpPr>
        <p:spPr>
          <a:xfrm>
            <a:off x="1924050" y="4953000"/>
            <a:ext cx="4629150" cy="1009650"/>
          </a:xfrm>
          <a:prstGeom prst="roundRect">
            <a:avLst>
              <a:gd name="adj" fmla="val 13208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69A5960-5DB3-4AFE-829C-CD6A73839ADA}"/>
              </a:ext>
            </a:extLst>
          </p:cNvPr>
          <p:cNvSpPr>
            <a:spLocks noGrp="1"/>
          </p:cNvSpPr>
          <p:nvPr/>
        </p:nvSpPr>
        <p:spPr>
          <a:xfrm>
            <a:off x="2057400" y="50673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06F121-32C4-4AA4-B376-999481A0FC5F}"/>
              </a:ext>
            </a:extLst>
          </p:cNvPr>
          <p:cNvSpPr>
            <a:spLocks noGrp="1"/>
          </p:cNvSpPr>
          <p:nvPr/>
        </p:nvSpPr>
        <p:spPr>
          <a:xfrm>
            <a:off x="2105025" y="50863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E-3  Event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DC590B3-E97D-49AE-9E09-C6D52579C572}"/>
              </a:ext>
            </a:extLst>
          </p:cNvPr>
          <p:cNvSpPr>
            <a:spLocks noGrp="1"/>
          </p:cNvSpPr>
          <p:nvPr/>
        </p:nvSpPr>
        <p:spPr>
          <a:xfrm>
            <a:off x="2095500" y="536257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현황이 확보되었음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AE1AF9B-5646-45B2-8485-D193C1157C75}"/>
              </a:ext>
            </a:extLst>
          </p:cNvPr>
          <p:cNvSpPr>
            <a:spLocks noGrp="1"/>
          </p:cNvSpPr>
          <p:nvPr/>
        </p:nvSpPr>
        <p:spPr>
          <a:xfrm>
            <a:off x="2095500" y="5667375"/>
            <a:ext cx="428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4064" lnSpcReduction="10000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cardId · productId · amount · predictionFeatures · source · asOfDate</a:t>
            </a:r>
          </a:p>
        </p:txBody>
      </p:sp>
      <p:cxnSp>
        <p:nvCxnSpPr>
          <p:cNvPr id="82" name="직선 화살표 연결선 81"/>
          <p:cNvCxnSpPr>
            <a:stCxn id="18" idx="2"/>
            <a:endCxn id="22" idx="0"/>
          </p:cNvCxnSpPr>
          <p:nvPr/>
        </p:nvCxnSpPr>
        <p:spPr>
          <a:xfrm>
            <a:off x="4238625" y="2724150"/>
            <a:ext cx="0" cy="4762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3" name="직선 화살표 연결선 82"/>
          <p:cNvCxnSpPr>
            <a:stCxn id="22" idx="2"/>
            <a:endCxn id="27" idx="0"/>
          </p:cNvCxnSpPr>
          <p:nvPr/>
        </p:nvCxnSpPr>
        <p:spPr>
          <a:xfrm>
            <a:off x="4238625" y="4391025"/>
            <a:ext cx="0" cy="5619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EDED239-DE9D-4CCB-A99B-36C99600D236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4495800" cy="971550"/>
          </a:xfrm>
          <a:prstGeom prst="roundRect">
            <a:avLst>
              <a:gd name="adj" fmla="val 13725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A81F4A2-75BF-40D9-AA28-FA3E21D09610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7EE7AB-DD65-4B0E-8B3C-635525770B11}"/>
              </a:ext>
            </a:extLst>
          </p:cNvPr>
          <p:cNvSpPr>
            <a:spLocks noGrp="1"/>
          </p:cNvSpPr>
          <p:nvPr/>
        </p:nvSpPr>
        <p:spPr>
          <a:xfrm>
            <a:off x="7038975" y="18859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6E21864-6669-43D4-8338-E143EA61691D}"/>
              </a:ext>
            </a:extLst>
          </p:cNvPr>
          <p:cNvSpPr>
            <a:spLocks noGrp="1"/>
          </p:cNvSpPr>
          <p:nvPr/>
        </p:nvSpPr>
        <p:spPr>
          <a:xfrm>
            <a:off x="7029450" y="2162175"/>
            <a:ext cx="4152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C-4 경로가 선택되면 문서 후보 확보가 시작됨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DBC5CC9-74A7-462A-B5E0-C15A6765C035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44958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D02A004-6E0D-4218-8DDD-62BF21F32A13}"/>
              </a:ext>
            </a:extLst>
          </p:cNvPr>
          <p:cNvSpPr>
            <a:spLocks noGrp="1"/>
          </p:cNvSpPr>
          <p:nvPr/>
        </p:nvSpPr>
        <p:spPr>
          <a:xfrm>
            <a:off x="6991350" y="33147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9C45C48-5ABF-49F5-BC97-248C14504BD1}"/>
              </a:ext>
            </a:extLst>
          </p:cNvPr>
          <p:cNvSpPr>
            <a:spLocks noGrp="1"/>
          </p:cNvSpPr>
          <p:nvPr/>
        </p:nvSpPr>
        <p:spPr>
          <a:xfrm>
            <a:off x="7038975" y="33337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C-4  Command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EE5A31-1B50-42BF-91FB-8B48AB1C4128}"/>
              </a:ext>
            </a:extLst>
          </p:cNvPr>
          <p:cNvSpPr>
            <a:spLocks noGrp="1"/>
          </p:cNvSpPr>
          <p:nvPr/>
        </p:nvSpPr>
        <p:spPr>
          <a:xfrm>
            <a:off x="7029450" y="360997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문서 후보를 확보하라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6BDC22F-C394-4815-92D3-35D049750997}"/>
              </a:ext>
            </a:extLst>
          </p:cNvPr>
          <p:cNvSpPr>
            <a:spLocks noGrp="1"/>
          </p:cNvSpPr>
          <p:nvPr/>
        </p:nvSpPr>
        <p:spPr>
          <a:xfrm>
            <a:off x="7029450" y="391477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222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question · memberId · accessScope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E8A03DE-07EC-4DCD-BC0E-9C514395715B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495800" cy="1009650"/>
          </a:xfrm>
          <a:prstGeom prst="roundRect">
            <a:avLst>
              <a:gd name="adj" fmla="val 13208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E502880-33F3-4DD5-9A24-3D514C710BBD}"/>
              </a:ext>
            </a:extLst>
          </p:cNvPr>
          <p:cNvSpPr>
            <a:spLocks noGrp="1"/>
          </p:cNvSpPr>
          <p:nvPr/>
        </p:nvSpPr>
        <p:spPr>
          <a:xfrm>
            <a:off x="6991350" y="50673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08DAB35-CFB1-46FB-B197-3774C2FEABE2}"/>
              </a:ext>
            </a:extLst>
          </p:cNvPr>
          <p:cNvSpPr>
            <a:spLocks noGrp="1"/>
          </p:cNvSpPr>
          <p:nvPr/>
        </p:nvSpPr>
        <p:spPr>
          <a:xfrm>
            <a:off x="7038975" y="50863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E-4  Event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E57851F-AD5F-40F9-A187-767078F55D15}"/>
              </a:ext>
            </a:extLst>
          </p:cNvPr>
          <p:cNvSpPr>
            <a:spLocks noGrp="1"/>
          </p:cNvSpPr>
          <p:nvPr/>
        </p:nvSpPr>
        <p:spPr>
          <a:xfrm>
            <a:off x="7029450" y="536257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후보가 확보되었음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04D3D91-BDA8-4E15-B9B6-07C8A8B47010}"/>
              </a:ext>
            </a:extLst>
          </p:cNvPr>
          <p:cNvSpPr>
            <a:spLocks noGrp="1"/>
          </p:cNvSpPr>
          <p:nvPr/>
        </p:nvSpPr>
        <p:spPr>
          <a:xfrm>
            <a:off x="7029450" y="5667375"/>
            <a:ext cx="4152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086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documentId · paragraph · sourceLocation · version</a:t>
            </a:r>
          </a:p>
        </p:txBody>
      </p:sp>
      <p:cxnSp>
        <p:nvCxnSpPr>
          <p:cNvPr id="98" name="직선 화살표 연결선 97"/>
          <p:cNvCxnSpPr>
            <a:stCxn id="34" idx="2"/>
            <a:endCxn id="38" idx="0"/>
          </p:cNvCxnSpPr>
          <p:nvPr/>
        </p:nvCxnSpPr>
        <p:spPr>
          <a:xfrm>
            <a:off x="9105900" y="2724150"/>
            <a:ext cx="0" cy="4762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99" name="직선 화살표 연결선 98"/>
          <p:cNvCxnSpPr>
            <a:stCxn id="38" idx="2"/>
            <a:endCxn id="43" idx="0"/>
          </p:cNvCxnSpPr>
          <p:nvPr/>
        </p:nvCxnSpPr>
        <p:spPr>
          <a:xfrm>
            <a:off x="9105900" y="4391025"/>
            <a:ext cx="0" cy="5619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FA78199-909F-4FC7-832B-8C2D014DF4BB}"/>
              </a:ext>
            </a:extLst>
          </p:cNvPr>
          <p:cNvSpPr>
            <a:spLocks noGrp="1"/>
          </p:cNvSpPr>
          <p:nvPr/>
        </p:nvSpPr>
        <p:spPr>
          <a:xfrm>
            <a:off x="5562600" y="28194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함께 시작 가능</a:t>
            </a:r>
          </a:p>
        </p:txBody>
      </p:sp>
    </p:spTree>
    <p:extLst>
      <p:ext uri="{BB962C8B-B14F-4D97-AF65-F5344CB8AC3E}">
        <p14:creationId xmlns:p14="http://schemas.microsoft.com/office/powerpoint/2010/main" val="112770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5CAABACE-155F-4912-96B5-789A903EE99D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35" lnSpcReduction="10000"/>
          </a:bodyPr>
          <a:lstStyle/>
          <a:p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4575F6-89F5-4A12-8792-FE1C57DCAB58}"/>
              </a:ext>
            </a:extLst>
          </p:cNvPr>
          <p:cNvSpPr>
            <a:spLocks noGrp="1"/>
          </p:cNvSpPr>
          <p:nvPr/>
        </p:nvSpPr>
        <p:spPr>
          <a:xfrm>
            <a:off x="323850" y="40957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고객 현황이 준비되면 관계검색과 예측을 시작함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F1707-3381-42F3-9199-23281583142C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1239500" cy="28575"/>
          </a:xfrm>
          <a:prstGeom prst="rect">
            <a:avLst/>
          </a:prstGeom>
          <a:solidFill>
            <a:srgbClr val="D9E0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11B47D-834E-4BBD-A924-29DA52065FF5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619250" cy="38100"/>
          </a:xfrm>
          <a:prstGeom prst="rect">
            <a:avLst/>
          </a:prstGeom>
          <a:solidFill>
            <a:srgbClr val="2E74C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323F7B-B9D5-43BB-8AB1-BC6240763BB6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두 작업 모두 E-3 결과가 필요하지만 서로의 결과에는 의존하지 않음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037A29-A2D2-4760-8CE8-19A864DA6E69}"/>
              </a:ext>
            </a:extLst>
          </p:cNvPr>
          <p:cNvSpPr>
            <a:spLocks noGrp="1"/>
          </p:cNvSpPr>
          <p:nvPr/>
        </p:nvSpPr>
        <p:spPr>
          <a:xfrm>
            <a:off x="323850" y="6534150"/>
            <a:ext cx="11239500" cy="9525"/>
          </a:xfrm>
          <a:prstGeom prst="rect">
            <a:avLst/>
          </a:prstGeom>
          <a:solidFill>
            <a:srgbClr val="EDF0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CFBB8E-4331-4631-AB69-60123BD9626C}"/>
              </a:ext>
            </a:extLst>
          </p:cNvPr>
          <p:cNvSpPr>
            <a:spLocks noGrp="1"/>
          </p:cNvSpPr>
          <p:nvPr/>
        </p:nvSpPr>
        <p:spPr>
          <a:xfrm>
            <a:off x="342900" y="65817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15C7FC-D9C8-4B6D-A705-AE1D698D7E9D}"/>
              </a:ext>
            </a:extLst>
          </p:cNvPr>
          <p:cNvSpPr>
            <a:spLocks noGrp="1"/>
          </p:cNvSpPr>
          <p:nvPr/>
        </p:nvSpPr>
        <p:spPr>
          <a:xfrm>
            <a:off x="10715625" y="6581775"/>
            <a:ext cx="819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/ 6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F0F04F6-3670-4A51-AF70-42D892715FCA}"/>
              </a:ext>
            </a:extLst>
          </p:cNvPr>
          <p:cNvSpPr>
            <a:spLocks noGrp="1"/>
          </p:cNvSpPr>
          <p:nvPr/>
        </p:nvSpPr>
        <p:spPr>
          <a:xfrm>
            <a:off x="323850" y="1676400"/>
            <a:ext cx="1314450" cy="1123950"/>
          </a:xfrm>
          <a:prstGeom prst="roundRect">
            <a:avLst>
              <a:gd name="adj" fmla="val 10169"/>
            </a:avLst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9E52CED-493E-416E-9F30-458C3176F225}"/>
              </a:ext>
            </a:extLst>
          </p:cNvPr>
          <p:cNvSpPr>
            <a:spLocks noGrp="1"/>
          </p:cNvSpPr>
          <p:nvPr/>
        </p:nvSpPr>
        <p:spPr>
          <a:xfrm>
            <a:off x="438150" y="1771650"/>
            <a:ext cx="108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E69C3AB-D7B1-486E-A180-7005E708DC27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9810750" cy="1123950"/>
          </a:xfrm>
          <a:prstGeom prst="roundRect">
            <a:avLst>
              <a:gd name="adj" fmla="val 10169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4D37107-E795-427E-B026-C9C3D35A546B}"/>
              </a:ext>
            </a:extLst>
          </p:cNvPr>
          <p:cNvSpPr>
            <a:spLocks noGrp="1"/>
          </p:cNvSpPr>
          <p:nvPr/>
        </p:nvSpPr>
        <p:spPr>
          <a:xfrm>
            <a:off x="323850" y="3105150"/>
            <a:ext cx="1314450" cy="1381125"/>
          </a:xfrm>
          <a:prstGeom prst="roundRect">
            <a:avLst>
              <a:gd name="adj" fmla="val 8696"/>
            </a:avLst>
          </a:prstGeom>
          <a:solidFill>
            <a:srgbClr val="1E2A5C"/>
          </a:solidFill>
          <a:ln w="95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8F0404-99D3-4790-BA1A-ADF476530D1C}"/>
              </a:ext>
            </a:extLst>
          </p:cNvPr>
          <p:cNvSpPr>
            <a:spLocks noGrp="1"/>
          </p:cNvSpPr>
          <p:nvPr/>
        </p:nvSpPr>
        <p:spPr>
          <a:xfrm>
            <a:off x="438150" y="3200400"/>
            <a:ext cx="10858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D5B8A45-49A3-4AE9-9C01-0C58EE9ACE4F}"/>
              </a:ext>
            </a:extLst>
          </p:cNvPr>
          <p:cNvSpPr>
            <a:spLocks noGrp="1"/>
          </p:cNvSpPr>
          <p:nvPr/>
        </p:nvSpPr>
        <p:spPr>
          <a:xfrm>
            <a:off x="1752600" y="3105150"/>
            <a:ext cx="9810750" cy="1381125"/>
          </a:xfrm>
          <a:prstGeom prst="roundRect">
            <a:avLst>
              <a:gd name="adj" fmla="val 8276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C75F72C-C639-4AC7-AE2D-6A992F075DAE}"/>
              </a:ext>
            </a:extLst>
          </p:cNvPr>
          <p:cNvSpPr>
            <a:spLocks noGrp="1"/>
          </p:cNvSpPr>
          <p:nvPr/>
        </p:nvSpPr>
        <p:spPr>
          <a:xfrm>
            <a:off x="323850" y="4857750"/>
            <a:ext cx="1314450" cy="1200150"/>
          </a:xfrm>
          <a:prstGeom prst="roundRect">
            <a:avLst>
              <a:gd name="adj" fmla="val 9524"/>
            </a:avLst>
          </a:prstGeom>
          <a:solidFill>
            <a:srgbClr val="404155"/>
          </a:solidFill>
          <a:ln w="952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AC7364-0842-4A99-BE5F-78DE21E1107A}"/>
              </a:ext>
            </a:extLst>
          </p:cNvPr>
          <p:cNvSpPr>
            <a:spLocks noGrp="1"/>
          </p:cNvSpPr>
          <p:nvPr/>
        </p:nvSpPr>
        <p:spPr>
          <a:xfrm>
            <a:off x="438150" y="4953000"/>
            <a:ext cx="10858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8390C06-4533-478B-85C7-34E425FC40C8}"/>
              </a:ext>
            </a:extLst>
          </p:cNvPr>
          <p:cNvSpPr>
            <a:spLocks noGrp="1"/>
          </p:cNvSpPr>
          <p:nvPr/>
        </p:nvSpPr>
        <p:spPr>
          <a:xfrm>
            <a:off x="1752600" y="4857750"/>
            <a:ext cx="9810750" cy="1200150"/>
          </a:xfrm>
          <a:prstGeom prst="roundRect">
            <a:avLst>
              <a:gd name="adj" fmla="val 9524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9BB6421-A7FA-4497-B728-E6BBDE2BA7EF}"/>
              </a:ext>
            </a:extLst>
          </p:cNvPr>
          <p:cNvSpPr>
            <a:spLocks noGrp="1"/>
          </p:cNvSpPr>
          <p:nvPr/>
        </p:nvSpPr>
        <p:spPr>
          <a:xfrm>
            <a:off x="1924050" y="1752600"/>
            <a:ext cx="4629150" cy="971550"/>
          </a:xfrm>
          <a:prstGeom prst="roundRect">
            <a:avLst>
              <a:gd name="adj" fmla="val 13725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DBA980F-275D-41DA-B880-4B0F804DB59B}"/>
              </a:ext>
            </a:extLst>
          </p:cNvPr>
          <p:cNvSpPr>
            <a:spLocks noGrp="1"/>
          </p:cNvSpPr>
          <p:nvPr/>
        </p:nvSpPr>
        <p:spPr>
          <a:xfrm>
            <a:off x="2057400" y="18669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E0B415A-4A64-4FA3-A6A7-D2971DFF5205}"/>
              </a:ext>
            </a:extLst>
          </p:cNvPr>
          <p:cNvSpPr>
            <a:spLocks noGrp="1"/>
          </p:cNvSpPr>
          <p:nvPr/>
        </p:nvSpPr>
        <p:spPr>
          <a:xfrm>
            <a:off x="2105025" y="18859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A26FCC-3EC5-421B-A9D0-2EB8CDBE3D2E}"/>
              </a:ext>
            </a:extLst>
          </p:cNvPr>
          <p:cNvSpPr>
            <a:spLocks noGrp="1"/>
          </p:cNvSpPr>
          <p:nvPr/>
        </p:nvSpPr>
        <p:spPr>
          <a:xfrm>
            <a:off x="2095500" y="2162175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833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E-2에서 C-5가 선택되고 cardId와 productId가 준비되면 관계 경로 확보가 시작됨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4F30076-D56E-414B-B0DF-20A6E82F12CD}"/>
              </a:ext>
            </a:extLst>
          </p:cNvPr>
          <p:cNvSpPr>
            <a:spLocks noGrp="1"/>
          </p:cNvSpPr>
          <p:nvPr/>
        </p:nvSpPr>
        <p:spPr>
          <a:xfrm>
            <a:off x="1924050" y="3200400"/>
            <a:ext cx="462915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4273FE1-79CF-48E8-998E-DFA5AB85CEF5}"/>
              </a:ext>
            </a:extLst>
          </p:cNvPr>
          <p:cNvSpPr>
            <a:spLocks noGrp="1"/>
          </p:cNvSpPr>
          <p:nvPr/>
        </p:nvSpPr>
        <p:spPr>
          <a:xfrm>
            <a:off x="2057400" y="33147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B5F06C-3E8C-452B-B227-4F942D69E8F6}"/>
              </a:ext>
            </a:extLst>
          </p:cNvPr>
          <p:cNvSpPr>
            <a:spLocks noGrp="1"/>
          </p:cNvSpPr>
          <p:nvPr/>
        </p:nvSpPr>
        <p:spPr>
          <a:xfrm>
            <a:off x="2105025" y="33337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C-5  Command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595EC36-88F5-4493-97B9-F2DB5B5DB5E0}"/>
              </a:ext>
            </a:extLst>
          </p:cNvPr>
          <p:cNvSpPr>
            <a:spLocks noGrp="1"/>
          </p:cNvSpPr>
          <p:nvPr/>
        </p:nvSpPr>
        <p:spPr>
          <a:xfrm>
            <a:off x="2095500" y="360997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 경로를 확보하라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C695E79-11CB-47B3-B446-DF8A6042B273}"/>
              </a:ext>
            </a:extLst>
          </p:cNvPr>
          <p:cNvSpPr>
            <a:spLocks noGrp="1"/>
          </p:cNvSpPr>
          <p:nvPr/>
        </p:nvSpPr>
        <p:spPr>
          <a:xfrm>
            <a:off x="2095500" y="3914775"/>
            <a:ext cx="4286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222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memberId · cardId · productId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EC2F69B-B886-435F-A8D4-DDEEEA5C52B5}"/>
              </a:ext>
            </a:extLst>
          </p:cNvPr>
          <p:cNvSpPr>
            <a:spLocks noGrp="1"/>
          </p:cNvSpPr>
          <p:nvPr/>
        </p:nvSpPr>
        <p:spPr>
          <a:xfrm>
            <a:off x="1924050" y="4953000"/>
            <a:ext cx="4629150" cy="1009650"/>
          </a:xfrm>
          <a:prstGeom prst="roundRect">
            <a:avLst>
              <a:gd name="adj" fmla="val 13208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7427503-4ADA-4903-AB82-3BA5F3734964}"/>
              </a:ext>
            </a:extLst>
          </p:cNvPr>
          <p:cNvSpPr>
            <a:spLocks noGrp="1"/>
          </p:cNvSpPr>
          <p:nvPr/>
        </p:nvSpPr>
        <p:spPr>
          <a:xfrm>
            <a:off x="2057400" y="50673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C8BD37F-05CA-4B6D-9273-A9552D0D61FC}"/>
              </a:ext>
            </a:extLst>
          </p:cNvPr>
          <p:cNvSpPr>
            <a:spLocks noGrp="1"/>
          </p:cNvSpPr>
          <p:nvPr/>
        </p:nvSpPr>
        <p:spPr>
          <a:xfrm>
            <a:off x="2105025" y="50863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E-5  Event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74A3573-0BA1-4D51-8EFB-64AD192D34BD}"/>
              </a:ext>
            </a:extLst>
          </p:cNvPr>
          <p:cNvSpPr>
            <a:spLocks noGrp="1"/>
          </p:cNvSpPr>
          <p:nvPr/>
        </p:nvSpPr>
        <p:spPr>
          <a:xfrm>
            <a:off x="2095500" y="536257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경로가 확보되었음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351FA8-322C-48EB-8BEF-0D0E5F25F61A}"/>
              </a:ext>
            </a:extLst>
          </p:cNvPr>
          <p:cNvSpPr>
            <a:spLocks noGrp="1"/>
          </p:cNvSpPr>
          <p:nvPr/>
        </p:nvSpPr>
        <p:spPr>
          <a:xfrm>
            <a:off x="2095500" y="5667375"/>
            <a:ext cx="428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고객-카드-상품-문서 경로 · 각 연결의 원천</a:t>
            </a:r>
          </a:p>
        </p:txBody>
      </p:sp>
      <p:cxnSp>
        <p:nvCxnSpPr>
          <p:cNvPr id="82" name="직선 화살표 연결선 81"/>
          <p:cNvCxnSpPr>
            <a:stCxn id="18" idx="2"/>
            <a:endCxn id="22" idx="0"/>
          </p:cNvCxnSpPr>
          <p:nvPr/>
        </p:nvCxnSpPr>
        <p:spPr>
          <a:xfrm>
            <a:off x="4238625" y="2724150"/>
            <a:ext cx="0" cy="4762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3" name="직선 화살표 연결선 82"/>
          <p:cNvCxnSpPr>
            <a:stCxn id="22" idx="2"/>
            <a:endCxn id="27" idx="0"/>
          </p:cNvCxnSpPr>
          <p:nvPr/>
        </p:nvCxnSpPr>
        <p:spPr>
          <a:xfrm>
            <a:off x="4238625" y="4391025"/>
            <a:ext cx="0" cy="5619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F7CA8A6-52C3-4F22-B239-FE1CDDDDEE83}"/>
              </a:ext>
            </a:extLst>
          </p:cNvPr>
          <p:cNvSpPr>
            <a:spLocks noGrp="1"/>
          </p:cNvSpPr>
          <p:nvPr/>
        </p:nvSpPr>
        <p:spPr>
          <a:xfrm>
            <a:off x="6858000" y="1752600"/>
            <a:ext cx="4495800" cy="971550"/>
          </a:xfrm>
          <a:prstGeom prst="roundRect">
            <a:avLst>
              <a:gd name="adj" fmla="val 13725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ED0E2E7-A48E-4D24-927E-B85741F568B3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6108371-33B4-42AF-A4E9-BC2F75559860}"/>
              </a:ext>
            </a:extLst>
          </p:cNvPr>
          <p:cNvSpPr>
            <a:spLocks noGrp="1"/>
          </p:cNvSpPr>
          <p:nvPr/>
        </p:nvSpPr>
        <p:spPr>
          <a:xfrm>
            <a:off x="7038975" y="18859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C460335-189E-4481-8537-EAA4B48F89B3}"/>
              </a:ext>
            </a:extLst>
          </p:cNvPr>
          <p:cNvSpPr>
            <a:spLocks noGrp="1"/>
          </p:cNvSpPr>
          <p:nvPr/>
        </p:nvSpPr>
        <p:spPr>
          <a:xfrm>
            <a:off x="7029450" y="2162175"/>
            <a:ext cx="4152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833"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E-2에서 C-6이 선택되고 predictionFeatures가 준비되면 이탈 위험 예측이 시작됨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5A65361-BA0F-4DE9-B1ED-12065A1E7EBC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4495800" cy="1190625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2491E2CB-5F71-48FE-9F0F-68BF7B6076A7}"/>
              </a:ext>
            </a:extLst>
          </p:cNvPr>
          <p:cNvSpPr>
            <a:spLocks noGrp="1"/>
          </p:cNvSpPr>
          <p:nvPr/>
        </p:nvSpPr>
        <p:spPr>
          <a:xfrm>
            <a:off x="6991350" y="33147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52A7ADE-2A6B-4F4E-80A4-758BDDA32829}"/>
              </a:ext>
            </a:extLst>
          </p:cNvPr>
          <p:cNvSpPr>
            <a:spLocks noGrp="1"/>
          </p:cNvSpPr>
          <p:nvPr/>
        </p:nvSpPr>
        <p:spPr>
          <a:xfrm>
            <a:off x="7038975" y="33337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C-6  Command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3FC3C51-644E-4249-AEA3-B6D9ACE9EAE6}"/>
              </a:ext>
            </a:extLst>
          </p:cNvPr>
          <p:cNvSpPr>
            <a:spLocks noGrp="1"/>
          </p:cNvSpPr>
          <p:nvPr/>
        </p:nvSpPr>
        <p:spPr>
          <a:xfrm>
            <a:off x="7029450" y="360997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이탈 위험을 예측하라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34BB7B-5058-4291-A3AB-F0BCA0113FEB}"/>
              </a:ext>
            </a:extLst>
          </p:cNvPr>
          <p:cNvSpPr>
            <a:spLocks noGrp="1"/>
          </p:cNvSpPr>
          <p:nvPr/>
        </p:nvSpPr>
        <p:spPr>
          <a:xfrm>
            <a:off x="7029450" y="3914775"/>
            <a:ext cx="415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222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predictionFeatures · horizon · modelVersion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예측형 AI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89AC68F-F75F-45BD-9CB4-7BBF873A56A0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495800" cy="1009650"/>
          </a:xfrm>
          <a:prstGeom prst="roundRect">
            <a:avLst>
              <a:gd name="adj" fmla="val 13208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12B15AF-B2B6-416B-80A4-0A78A8F56287}"/>
              </a:ext>
            </a:extLst>
          </p:cNvPr>
          <p:cNvSpPr>
            <a:spLocks noGrp="1"/>
          </p:cNvSpPr>
          <p:nvPr/>
        </p:nvSpPr>
        <p:spPr>
          <a:xfrm>
            <a:off x="6991350" y="506730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BB7275A-4128-4706-913C-A2D877CC29B5}"/>
              </a:ext>
            </a:extLst>
          </p:cNvPr>
          <p:cNvSpPr>
            <a:spLocks noGrp="1"/>
          </p:cNvSpPr>
          <p:nvPr/>
        </p:nvSpPr>
        <p:spPr>
          <a:xfrm>
            <a:off x="7038975" y="508635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E-6  Event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4F971D7-DE8D-4DCD-B8E3-ADEDC4FCCB26}"/>
              </a:ext>
            </a:extLst>
          </p:cNvPr>
          <p:cNvSpPr>
            <a:spLocks noGrp="1"/>
          </p:cNvSpPr>
          <p:nvPr/>
        </p:nvSpPr>
        <p:spPr>
          <a:xfrm>
            <a:off x="7029450" y="536257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이탈 위험이 예측되었음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8C73CF3-9A1A-41FD-812F-0CB1FC23E440}"/>
              </a:ext>
            </a:extLst>
          </p:cNvPr>
          <p:cNvSpPr>
            <a:spLocks noGrp="1"/>
          </p:cNvSpPr>
          <p:nvPr/>
        </p:nvSpPr>
        <p:spPr>
          <a:xfrm>
            <a:off x="7029450" y="5667375"/>
            <a:ext cx="4152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66031" lnSpcReduction="20000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probability · riskLevel · signals · horizon · modelVersion · featureAsOf</a:t>
            </a:r>
          </a:p>
        </p:txBody>
      </p:sp>
      <p:cxnSp>
        <p:nvCxnSpPr>
          <p:cNvPr id="98" name="직선 화살표 연결선 97"/>
          <p:cNvCxnSpPr>
            <a:stCxn id="34" idx="2"/>
            <a:endCxn id="38" idx="0"/>
          </p:cNvCxnSpPr>
          <p:nvPr/>
        </p:nvCxnSpPr>
        <p:spPr>
          <a:xfrm>
            <a:off x="9105900" y="2724150"/>
            <a:ext cx="0" cy="4762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99" name="직선 화살표 연결선 98"/>
          <p:cNvCxnSpPr>
            <a:stCxn id="38" idx="2"/>
            <a:endCxn id="43" idx="0"/>
          </p:cNvCxnSpPr>
          <p:nvPr/>
        </p:nvCxnSpPr>
        <p:spPr>
          <a:xfrm>
            <a:off x="9105900" y="4391025"/>
            <a:ext cx="0" cy="561975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096AD57-2434-40FC-8A96-E2AD1563E0C2}"/>
              </a:ext>
            </a:extLst>
          </p:cNvPr>
          <p:cNvSpPr>
            <a:spLocks noGrp="1"/>
          </p:cNvSpPr>
          <p:nvPr/>
        </p:nvSpPr>
        <p:spPr>
          <a:xfrm>
            <a:off x="3571875" y="6153150"/>
            <a:ext cx="676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75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C-5와 C-6은 함께 실행 가능 · C-4는 이때 검색 중일 수 있음</a:t>
            </a:r>
          </a:p>
        </p:txBody>
      </p:sp>
    </p:spTree>
    <p:extLst>
      <p:ext uri="{BB962C8B-B14F-4D97-AF65-F5344CB8AC3E}">
        <p14:creationId xmlns:p14="http://schemas.microsoft.com/office/powerpoint/2010/main" val="952576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0392530D-881E-4ECC-B7BC-E48BAF1383A7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35" lnSpcReduction="10000"/>
          </a:bodyPr>
          <a:lstStyle/>
          <a:p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7174EF-0983-4A6F-A0F1-ED809E2D5E4C}"/>
              </a:ext>
            </a:extLst>
          </p:cNvPr>
          <p:cNvSpPr>
            <a:spLocks noGrp="1"/>
          </p:cNvSpPr>
          <p:nvPr/>
        </p:nvSpPr>
        <p:spPr>
          <a:xfrm>
            <a:off x="323850" y="40957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4331357-BAFA-4ACC-AFB7-B1909E869E4B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1239500" cy="28575"/>
          </a:xfrm>
          <a:prstGeom prst="rect">
            <a:avLst/>
          </a:prstGeom>
          <a:solidFill>
            <a:srgbClr val="D9E0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E5E5D1-0902-4B86-9ABA-CB7F41BEA1B7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619250" cy="38100"/>
          </a:xfrm>
          <a:prstGeom prst="rect">
            <a:avLst/>
          </a:prstGeom>
          <a:solidFill>
            <a:srgbClr val="2E74C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804B11-14BF-416F-BD5E-3EC1468A8601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고르고, 선정된 근거로 초안을 작성함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471F25-80C6-40E2-B393-B152522AE32F}"/>
              </a:ext>
            </a:extLst>
          </p:cNvPr>
          <p:cNvSpPr>
            <a:spLocks noGrp="1"/>
          </p:cNvSpPr>
          <p:nvPr/>
        </p:nvSpPr>
        <p:spPr>
          <a:xfrm>
            <a:off x="323850" y="6534150"/>
            <a:ext cx="11239500" cy="9525"/>
          </a:xfrm>
          <a:prstGeom prst="rect">
            <a:avLst/>
          </a:prstGeom>
          <a:solidFill>
            <a:srgbClr val="EDF0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0352EC-44C6-40BC-A333-C04D39BEA678}"/>
              </a:ext>
            </a:extLst>
          </p:cNvPr>
          <p:cNvSpPr>
            <a:spLocks noGrp="1"/>
          </p:cNvSpPr>
          <p:nvPr/>
        </p:nvSpPr>
        <p:spPr>
          <a:xfrm>
            <a:off x="342900" y="65817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F786A0-F3A4-4E9D-AE2C-BE777AEF8C59}"/>
              </a:ext>
            </a:extLst>
          </p:cNvPr>
          <p:cNvSpPr>
            <a:spLocks noGrp="1"/>
          </p:cNvSpPr>
          <p:nvPr/>
        </p:nvSpPr>
        <p:spPr>
          <a:xfrm>
            <a:off x="10715625" y="6581775"/>
            <a:ext cx="819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/ 6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4214471-53F2-4135-921F-84BB28BCDB7D}"/>
              </a:ext>
            </a:extLst>
          </p:cNvPr>
          <p:cNvSpPr>
            <a:spLocks noGrp="1"/>
          </p:cNvSpPr>
          <p:nvPr/>
        </p:nvSpPr>
        <p:spPr>
          <a:xfrm>
            <a:off x="323850" y="1581150"/>
            <a:ext cx="1314450" cy="1190625"/>
          </a:xfrm>
          <a:prstGeom prst="roundRect">
            <a:avLst>
              <a:gd name="adj" fmla="val 9600"/>
            </a:avLst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F2B2E3-CC93-4914-921C-837F25191DC9}"/>
              </a:ext>
            </a:extLst>
          </p:cNvPr>
          <p:cNvSpPr>
            <a:spLocks noGrp="1"/>
          </p:cNvSpPr>
          <p:nvPr/>
        </p:nvSpPr>
        <p:spPr>
          <a:xfrm>
            <a:off x="438150" y="1676400"/>
            <a:ext cx="1085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2171C49-11A0-4F62-B147-E31C3599C1D9}"/>
              </a:ext>
            </a:extLst>
          </p:cNvPr>
          <p:cNvSpPr>
            <a:spLocks noGrp="1"/>
          </p:cNvSpPr>
          <p:nvPr/>
        </p:nvSpPr>
        <p:spPr>
          <a:xfrm>
            <a:off x="1752600" y="1581150"/>
            <a:ext cx="9810750" cy="1190625"/>
          </a:xfrm>
          <a:prstGeom prst="roundRect">
            <a:avLst>
              <a:gd name="adj" fmla="val 9600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B40DFF4-7560-430F-A771-ACA39D86BF29}"/>
              </a:ext>
            </a:extLst>
          </p:cNvPr>
          <p:cNvSpPr>
            <a:spLocks noGrp="1"/>
          </p:cNvSpPr>
          <p:nvPr/>
        </p:nvSpPr>
        <p:spPr>
          <a:xfrm>
            <a:off x="323850" y="3009900"/>
            <a:ext cx="1314450" cy="1428750"/>
          </a:xfrm>
          <a:prstGeom prst="roundRect">
            <a:avLst>
              <a:gd name="adj" fmla="val 8696"/>
            </a:avLst>
          </a:prstGeom>
          <a:solidFill>
            <a:srgbClr val="1E2A5C"/>
          </a:solidFill>
          <a:ln w="95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FD273F-0A0F-4DB3-8914-7B6BF6E65A1D}"/>
              </a:ext>
            </a:extLst>
          </p:cNvPr>
          <p:cNvSpPr>
            <a:spLocks noGrp="1"/>
          </p:cNvSpPr>
          <p:nvPr/>
        </p:nvSpPr>
        <p:spPr>
          <a:xfrm>
            <a:off x="438150" y="3105150"/>
            <a:ext cx="1085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47406AE-AB51-4682-8312-4B78E2365B91}"/>
              </a:ext>
            </a:extLst>
          </p:cNvPr>
          <p:cNvSpPr>
            <a:spLocks noGrp="1"/>
          </p:cNvSpPr>
          <p:nvPr/>
        </p:nvSpPr>
        <p:spPr>
          <a:xfrm>
            <a:off x="1752600" y="3009900"/>
            <a:ext cx="9810750" cy="142875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53A8968-DC53-4DE2-A13E-13AA6423C375}"/>
              </a:ext>
            </a:extLst>
          </p:cNvPr>
          <p:cNvSpPr>
            <a:spLocks noGrp="1"/>
          </p:cNvSpPr>
          <p:nvPr/>
        </p:nvSpPr>
        <p:spPr>
          <a:xfrm>
            <a:off x="323850" y="4762500"/>
            <a:ext cx="1314450" cy="1238250"/>
          </a:xfrm>
          <a:prstGeom prst="roundRect">
            <a:avLst>
              <a:gd name="adj" fmla="val 9231"/>
            </a:avLst>
          </a:prstGeom>
          <a:solidFill>
            <a:srgbClr val="404155"/>
          </a:solidFill>
          <a:ln w="952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BE46DA5-C646-4E12-9D5A-4BC420F87E51}"/>
              </a:ext>
            </a:extLst>
          </p:cNvPr>
          <p:cNvSpPr>
            <a:spLocks noGrp="1"/>
          </p:cNvSpPr>
          <p:nvPr/>
        </p:nvSpPr>
        <p:spPr>
          <a:xfrm>
            <a:off x="438150" y="4857750"/>
            <a:ext cx="10858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6B644CB-4FB2-4ABD-9557-452BBACD5ED1}"/>
              </a:ext>
            </a:extLst>
          </p:cNvPr>
          <p:cNvSpPr>
            <a:spLocks noGrp="1"/>
          </p:cNvSpPr>
          <p:nvPr/>
        </p:nvSpPr>
        <p:spPr>
          <a:xfrm>
            <a:off x="1752600" y="4762500"/>
            <a:ext cx="9810750" cy="1238250"/>
          </a:xfrm>
          <a:prstGeom prst="roundRect">
            <a:avLst>
              <a:gd name="adj" fmla="val 9231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453308F-C94E-4B6E-9C66-80C411EE52D8}"/>
              </a:ext>
            </a:extLst>
          </p:cNvPr>
          <p:cNvSpPr>
            <a:spLocks noGrp="1"/>
          </p:cNvSpPr>
          <p:nvPr/>
        </p:nvSpPr>
        <p:spPr>
          <a:xfrm>
            <a:off x="1924050" y="1657350"/>
            <a:ext cx="4629150" cy="1028700"/>
          </a:xfrm>
          <a:prstGeom prst="roundRect">
            <a:avLst>
              <a:gd name="adj" fmla="val 12963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83CB2F0-8202-4736-A5E6-C8C583A5EF88}"/>
              </a:ext>
            </a:extLst>
          </p:cNvPr>
          <p:cNvSpPr>
            <a:spLocks noGrp="1"/>
          </p:cNvSpPr>
          <p:nvPr/>
        </p:nvSpPr>
        <p:spPr>
          <a:xfrm>
            <a:off x="2057400" y="17716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258162-AE98-4A04-A151-64403273B48D}"/>
              </a:ext>
            </a:extLst>
          </p:cNvPr>
          <p:cNvSpPr>
            <a:spLocks noGrp="1"/>
          </p:cNvSpPr>
          <p:nvPr/>
        </p:nvSpPr>
        <p:spPr>
          <a:xfrm>
            <a:off x="2105025" y="1790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037F49-D957-48EA-B0C4-73869E6B236A}"/>
              </a:ext>
            </a:extLst>
          </p:cNvPr>
          <p:cNvSpPr>
            <a:spLocks noGrp="1"/>
          </p:cNvSpPr>
          <p:nvPr/>
        </p:nvSpPr>
        <p:spPr>
          <a:xfrm>
            <a:off x="2095500" y="2066925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필수 E-3·E-4·E-5가 완료되고 E-6이 완료 또는 보류되면 근거 선정이 시작됨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0512903-DC3D-45A9-AD14-065B7928F50F}"/>
              </a:ext>
            </a:extLst>
          </p:cNvPr>
          <p:cNvSpPr>
            <a:spLocks noGrp="1"/>
          </p:cNvSpPr>
          <p:nvPr/>
        </p:nvSpPr>
        <p:spPr>
          <a:xfrm>
            <a:off x="1924050" y="3105150"/>
            <a:ext cx="46291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252005-C49C-4332-9B0D-D565451378FE}"/>
              </a:ext>
            </a:extLst>
          </p:cNvPr>
          <p:cNvSpPr>
            <a:spLocks noGrp="1"/>
          </p:cNvSpPr>
          <p:nvPr/>
        </p:nvSpPr>
        <p:spPr>
          <a:xfrm>
            <a:off x="2057400" y="32194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D8DA3F-0FC5-41E2-AAAF-8F137E960C22}"/>
              </a:ext>
            </a:extLst>
          </p:cNvPr>
          <p:cNvSpPr>
            <a:spLocks noGrp="1"/>
          </p:cNvSpPr>
          <p:nvPr/>
        </p:nvSpPr>
        <p:spPr>
          <a:xfrm>
            <a:off x="2105025" y="32385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C-7  Command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1152B9-2559-45C2-A700-9AF79FFE31C1}"/>
              </a:ext>
            </a:extLst>
          </p:cNvPr>
          <p:cNvSpPr>
            <a:spLocks noGrp="1"/>
          </p:cNvSpPr>
          <p:nvPr/>
        </p:nvSpPr>
        <p:spPr>
          <a:xfrm>
            <a:off x="2095500" y="35147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근거 묶음을 선정하라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82F69C-1E52-4E43-BC7A-7F1FF9C8166B}"/>
              </a:ext>
            </a:extLst>
          </p:cNvPr>
          <p:cNvSpPr>
            <a:spLocks noGrp="1"/>
          </p:cNvSpPr>
          <p:nvPr/>
        </p:nvSpPr>
        <p:spPr>
          <a:xfrm>
            <a:off x="2095500" y="3819525"/>
            <a:ext cx="4286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executionPlan · E-3 ~ E-6 결과·상태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9B56B74-B36B-4FB5-ABAF-FB94D8016FA2}"/>
              </a:ext>
            </a:extLst>
          </p:cNvPr>
          <p:cNvSpPr>
            <a:spLocks noGrp="1"/>
          </p:cNvSpPr>
          <p:nvPr/>
        </p:nvSpPr>
        <p:spPr>
          <a:xfrm>
            <a:off x="1924050" y="4857750"/>
            <a:ext cx="4629150" cy="1047750"/>
          </a:xfrm>
          <a:prstGeom prst="roundRect">
            <a:avLst>
              <a:gd name="adj" fmla="val 12727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CC426D0-CFF5-4FBF-84D8-89A57659CFF2}"/>
              </a:ext>
            </a:extLst>
          </p:cNvPr>
          <p:cNvSpPr>
            <a:spLocks noGrp="1"/>
          </p:cNvSpPr>
          <p:nvPr/>
        </p:nvSpPr>
        <p:spPr>
          <a:xfrm>
            <a:off x="2057400" y="49720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72AD90-14E8-4912-9785-786C5D313B3A}"/>
              </a:ext>
            </a:extLst>
          </p:cNvPr>
          <p:cNvSpPr>
            <a:spLocks noGrp="1"/>
          </p:cNvSpPr>
          <p:nvPr/>
        </p:nvSpPr>
        <p:spPr>
          <a:xfrm>
            <a:off x="2105025" y="49911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E-7  Event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C88649-3342-4DDB-9861-43E696231142}"/>
              </a:ext>
            </a:extLst>
          </p:cNvPr>
          <p:cNvSpPr>
            <a:spLocks noGrp="1"/>
          </p:cNvSpPr>
          <p:nvPr/>
        </p:nvSpPr>
        <p:spPr>
          <a:xfrm>
            <a:off x="2095500" y="52673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묶음이 선정되었음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0D4D528-4C13-4050-A573-727FFFA918AF}"/>
              </a:ext>
            </a:extLst>
          </p:cNvPr>
          <p:cNvSpPr>
            <a:spLocks noGrp="1"/>
          </p:cNvSpPr>
          <p:nvPr/>
        </p:nvSpPr>
        <p:spPr>
          <a:xfrm>
            <a:off x="2095500" y="5572125"/>
            <a:ext cx="428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6086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R-01 · adoptedEvidence · excludedEvidence · cautions</a:t>
            </a:r>
          </a:p>
        </p:txBody>
      </p:sp>
      <p:cxnSp>
        <p:nvCxnSpPr>
          <p:cNvPr id="83" name="직선 화살표 연결선 82"/>
          <p:cNvCxnSpPr>
            <a:stCxn id="18" idx="2"/>
            <a:endCxn id="22" idx="0"/>
          </p:cNvCxnSpPr>
          <p:nvPr/>
        </p:nvCxnSpPr>
        <p:spPr>
          <a:xfrm>
            <a:off x="4238625" y="2686050"/>
            <a:ext cx="0" cy="41910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4" name="직선 화살표 연결선 83"/>
          <p:cNvCxnSpPr>
            <a:stCxn id="22" idx="2"/>
            <a:endCxn id="27" idx="0"/>
          </p:cNvCxnSpPr>
          <p:nvPr/>
        </p:nvCxnSpPr>
        <p:spPr>
          <a:xfrm>
            <a:off x="4238625" y="4343400"/>
            <a:ext cx="0" cy="5143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C870343-5D84-44F5-BECB-EE03FB1416C0}"/>
              </a:ext>
            </a:extLst>
          </p:cNvPr>
          <p:cNvSpPr>
            <a:spLocks noGrp="1"/>
          </p:cNvSpPr>
          <p:nvPr/>
        </p:nvSpPr>
        <p:spPr>
          <a:xfrm>
            <a:off x="6858000" y="1657350"/>
            <a:ext cx="4495800" cy="1028700"/>
          </a:xfrm>
          <a:prstGeom prst="roundRect">
            <a:avLst>
              <a:gd name="adj" fmla="val 12963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14C0C40-CF4A-4FD9-92EC-4E986BF98542}"/>
              </a:ext>
            </a:extLst>
          </p:cNvPr>
          <p:cNvSpPr>
            <a:spLocks noGrp="1"/>
          </p:cNvSpPr>
          <p:nvPr/>
        </p:nvSpPr>
        <p:spPr>
          <a:xfrm>
            <a:off x="6991350" y="17716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CAD7A11-3457-4EF8-ADFA-F4F8383505EC}"/>
              </a:ext>
            </a:extLst>
          </p:cNvPr>
          <p:cNvSpPr>
            <a:spLocks noGrp="1"/>
          </p:cNvSpPr>
          <p:nvPr/>
        </p:nvSpPr>
        <p:spPr>
          <a:xfrm>
            <a:off x="7038975" y="1790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3381AB2-B0C3-4739-986F-74DAC6F30DF9}"/>
              </a:ext>
            </a:extLst>
          </p:cNvPr>
          <p:cNvSpPr>
            <a:spLocks noGrp="1"/>
          </p:cNvSpPr>
          <p:nvPr/>
        </p:nvSpPr>
        <p:spPr>
          <a:xfrm>
            <a:off x="7029450" y="2066925"/>
            <a:ext cx="415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‘근거 묶음이 선정되었음’ Event가 발생하면 초안 작성이 시작됨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F617F4F-0880-4390-9C35-82FEA106A87C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449580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67D193A-F9E7-4767-95E8-B5184D992C41}"/>
              </a:ext>
            </a:extLst>
          </p:cNvPr>
          <p:cNvSpPr>
            <a:spLocks noGrp="1"/>
          </p:cNvSpPr>
          <p:nvPr/>
        </p:nvSpPr>
        <p:spPr>
          <a:xfrm>
            <a:off x="6991350" y="32194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B59D0E9-D929-4C46-A2D0-CC6B423A3008}"/>
              </a:ext>
            </a:extLst>
          </p:cNvPr>
          <p:cNvSpPr>
            <a:spLocks noGrp="1"/>
          </p:cNvSpPr>
          <p:nvPr/>
        </p:nvSpPr>
        <p:spPr>
          <a:xfrm>
            <a:off x="7038975" y="32385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C-8  Command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34270D8-AADB-4CBE-AFA2-6DD3FC21BA8E}"/>
              </a:ext>
            </a:extLst>
          </p:cNvPr>
          <p:cNvSpPr>
            <a:spLocks noGrp="1"/>
          </p:cNvSpPr>
          <p:nvPr/>
        </p:nvSpPr>
        <p:spPr>
          <a:xfrm>
            <a:off x="7029450" y="351472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초안을 작성하라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999246B-1680-46E0-BCDA-51B8647241CB}"/>
              </a:ext>
            </a:extLst>
          </p:cNvPr>
          <p:cNvSpPr>
            <a:spLocks noGrp="1"/>
          </p:cNvSpPr>
          <p:nvPr/>
        </p:nvSpPr>
        <p:spPr>
          <a:xfrm>
            <a:off x="7029450" y="3819525"/>
            <a:ext cx="4152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R-01 · 예측 결과/상태 · 고객 제약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생성형 AI · 규칙 기반 검증/저장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16738C5-07C6-4534-AAD7-8B93FE9719DF}"/>
              </a:ext>
            </a:extLst>
          </p:cNvPr>
          <p:cNvSpPr>
            <a:spLocks noGrp="1"/>
          </p:cNvSpPr>
          <p:nvPr/>
        </p:nvSpPr>
        <p:spPr>
          <a:xfrm>
            <a:off x="6858000" y="4857750"/>
            <a:ext cx="4495800" cy="1047750"/>
          </a:xfrm>
          <a:prstGeom prst="roundRect">
            <a:avLst>
              <a:gd name="adj" fmla="val 12727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409B5679-4631-4204-90BC-738EC3211CDB}"/>
              </a:ext>
            </a:extLst>
          </p:cNvPr>
          <p:cNvSpPr>
            <a:spLocks noGrp="1"/>
          </p:cNvSpPr>
          <p:nvPr/>
        </p:nvSpPr>
        <p:spPr>
          <a:xfrm>
            <a:off x="6991350" y="49720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40F2D8C-44FF-4BA4-9D84-D56B70B4ECC9}"/>
              </a:ext>
            </a:extLst>
          </p:cNvPr>
          <p:cNvSpPr>
            <a:spLocks noGrp="1"/>
          </p:cNvSpPr>
          <p:nvPr/>
        </p:nvSpPr>
        <p:spPr>
          <a:xfrm>
            <a:off x="7038975" y="49911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E-8  Event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D7B6034-2C80-4016-8CFC-14C4F32FC87A}"/>
              </a:ext>
            </a:extLst>
          </p:cNvPr>
          <p:cNvSpPr>
            <a:spLocks noGrp="1"/>
          </p:cNvSpPr>
          <p:nvPr/>
        </p:nvSpPr>
        <p:spPr>
          <a:xfrm>
            <a:off x="7029450" y="526732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초안이 작성되었음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7B2694B-F297-4EE7-BA02-7C385EB226E9}"/>
              </a:ext>
            </a:extLst>
          </p:cNvPr>
          <p:cNvSpPr>
            <a:spLocks noGrp="1"/>
          </p:cNvSpPr>
          <p:nvPr/>
        </p:nvSpPr>
        <p:spPr>
          <a:xfrm>
            <a:off x="7029450" y="5572125"/>
            <a:ext cx="4152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9630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DRAFT-01/v1 · proposal · evidenceRefs · cautions</a:t>
            </a:r>
          </a:p>
        </p:txBody>
      </p:sp>
      <p:cxnSp>
        <p:nvCxnSpPr>
          <p:cNvPr id="99" name="직선 화살표 연결선 98"/>
          <p:cNvCxnSpPr>
            <a:stCxn id="34" idx="2"/>
            <a:endCxn id="38" idx="0"/>
          </p:cNvCxnSpPr>
          <p:nvPr/>
        </p:nvCxnSpPr>
        <p:spPr>
          <a:xfrm>
            <a:off x="9105900" y="2686050"/>
            <a:ext cx="0" cy="41910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00" name="직선 화살표 연결선 99"/>
          <p:cNvCxnSpPr>
            <a:stCxn id="38" idx="2"/>
            <a:endCxn id="43" idx="0"/>
          </p:cNvCxnSpPr>
          <p:nvPr/>
        </p:nvCxnSpPr>
        <p:spPr>
          <a:xfrm>
            <a:off x="9105900" y="4343400"/>
            <a:ext cx="0" cy="5143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01" name="연결선: 꺾임 100"/>
          <p:cNvCxnSpPr>
            <a:stCxn id="27" idx="3"/>
            <a:endCxn id="34" idx="1"/>
          </p:cNvCxnSpPr>
          <p:nvPr/>
        </p:nvCxnSpPr>
        <p:spPr>
          <a:xfrm flipV="1">
            <a:off x="6553200" y="2171700"/>
            <a:ext cx="304800" cy="3209925"/>
          </a:xfrm>
          <a:prstGeom prst="bentConnector3">
            <a:avLst>
              <a:gd name="adj1" fmla="val 50000"/>
            </a:avLst>
          </a:prstGeom>
          <a:ln w="19050">
            <a:solidFill>
              <a:srgbClr val="2E74C6"/>
            </a:solidFill>
            <a:prstDash val="dash"/>
            <a:tailEnd type="triangle" w="sm" len="sm"/>
          </a:ln>
        </p:spPr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5C4EB8E-FFCE-4F04-8D46-CA530D63CA23}"/>
              </a:ext>
            </a:extLst>
          </p:cNvPr>
          <p:cNvSpPr>
            <a:spLocks noGrp="1"/>
          </p:cNvSpPr>
          <p:nvPr/>
        </p:nvSpPr>
        <p:spPr>
          <a:xfrm>
            <a:off x="6229350" y="278130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E-7 발생</a:t>
            </a:r>
          </a:p>
        </p:txBody>
      </p:sp>
    </p:spTree>
    <p:extLst>
      <p:ext uri="{BB962C8B-B14F-4D97-AF65-F5344CB8AC3E}">
        <p14:creationId xmlns:p14="http://schemas.microsoft.com/office/powerpoint/2010/main" val="2125212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BD6CA0D9-3A15-411E-891D-C17FD620D762}"/>
              </a:ext>
            </a:extLst>
          </p:cNvPr>
          <p:cNvSpPr>
            <a:spLocks noGrp="1"/>
          </p:cNvSpPr>
          <p:nvPr/>
        </p:nvSpPr>
        <p:spPr>
          <a:xfrm>
            <a:off x="323850" y="1714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35" lnSpcReduction="10000"/>
          </a:bodyPr>
          <a:lstStyle/>
          <a:p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7EB15D-9CC3-4251-9FFD-56AD29D79536}"/>
              </a:ext>
            </a:extLst>
          </p:cNvPr>
          <p:cNvSpPr>
            <a:spLocks noGrp="1"/>
          </p:cNvSpPr>
          <p:nvPr/>
        </p:nvSpPr>
        <p:spPr>
          <a:xfrm>
            <a:off x="323850" y="409575"/>
            <a:ext cx="11239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386689C-C594-42F5-BFE9-AFCDF3102760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1239500" cy="28575"/>
          </a:xfrm>
          <a:prstGeom prst="rect">
            <a:avLst/>
          </a:prstGeom>
          <a:solidFill>
            <a:srgbClr val="D9E0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6D7ED5-090C-42B1-9BF2-DA8CF12AFED9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1619250" cy="38100"/>
          </a:xfrm>
          <a:prstGeom prst="rect">
            <a:avLst/>
          </a:prstGeom>
          <a:solidFill>
            <a:srgbClr val="2E74C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AFDC5C-D23F-418D-B5CE-FC7053124C4D}"/>
              </a:ext>
            </a:extLst>
          </p:cNvPr>
          <p:cNvSpPr>
            <a:spLocks noGrp="1"/>
          </p:cNvSpPr>
          <p:nvPr/>
        </p:nvSpPr>
        <p:spPr>
          <a:xfrm>
            <a:off x="323850" y="1152525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DB2974-E5D8-4446-8DCF-D6EC20BEB2CD}"/>
              </a:ext>
            </a:extLst>
          </p:cNvPr>
          <p:cNvSpPr>
            <a:spLocks noGrp="1"/>
          </p:cNvSpPr>
          <p:nvPr/>
        </p:nvSpPr>
        <p:spPr>
          <a:xfrm>
            <a:off x="323850" y="6534150"/>
            <a:ext cx="11239500" cy="9525"/>
          </a:xfrm>
          <a:prstGeom prst="rect">
            <a:avLst/>
          </a:prstGeom>
          <a:solidFill>
            <a:srgbClr val="EDF0F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DF6604-9296-48A4-B306-F7DFD51E7A62}"/>
              </a:ext>
            </a:extLst>
          </p:cNvPr>
          <p:cNvSpPr>
            <a:spLocks noGrp="1"/>
          </p:cNvSpPr>
          <p:nvPr/>
        </p:nvSpPr>
        <p:spPr>
          <a:xfrm>
            <a:off x="342900" y="6581775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CB8DB4-DF89-4C3C-9C20-F9C7AF8C5D83}"/>
              </a:ext>
            </a:extLst>
          </p:cNvPr>
          <p:cNvSpPr>
            <a:spLocks noGrp="1"/>
          </p:cNvSpPr>
          <p:nvPr/>
        </p:nvSpPr>
        <p:spPr>
          <a:xfrm>
            <a:off x="10715625" y="6581775"/>
            <a:ext cx="819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77778" lnSpcReduction="10000"/>
          </a:bodyPr>
          <a:lstStyle/>
          <a:p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/ 6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DE0505-FBEE-4C4B-AACD-CDF720E18A94}"/>
              </a:ext>
            </a:extLst>
          </p:cNvPr>
          <p:cNvSpPr>
            <a:spLocks noGrp="1"/>
          </p:cNvSpPr>
          <p:nvPr/>
        </p:nvSpPr>
        <p:spPr>
          <a:xfrm>
            <a:off x="323850" y="1581150"/>
            <a:ext cx="1314450" cy="1190625"/>
          </a:xfrm>
          <a:prstGeom prst="roundRect">
            <a:avLst>
              <a:gd name="adj" fmla="val 9600"/>
            </a:avLst>
          </a:prstGeom>
          <a:solidFill>
            <a:srgbClr val="2E74C6"/>
          </a:solidFill>
          <a:ln w="952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9F4610-D192-48EE-BEFA-6EC44234BAC6}"/>
              </a:ext>
            </a:extLst>
          </p:cNvPr>
          <p:cNvSpPr>
            <a:spLocks noGrp="1"/>
          </p:cNvSpPr>
          <p:nvPr/>
        </p:nvSpPr>
        <p:spPr>
          <a:xfrm>
            <a:off x="438150" y="1676400"/>
            <a:ext cx="1085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023F569-FE42-4DED-9977-6D2DB2E754F3}"/>
              </a:ext>
            </a:extLst>
          </p:cNvPr>
          <p:cNvSpPr>
            <a:spLocks noGrp="1"/>
          </p:cNvSpPr>
          <p:nvPr/>
        </p:nvSpPr>
        <p:spPr>
          <a:xfrm>
            <a:off x="1752600" y="1581150"/>
            <a:ext cx="9810750" cy="1190625"/>
          </a:xfrm>
          <a:prstGeom prst="roundRect">
            <a:avLst>
              <a:gd name="adj" fmla="val 9600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B982CAA-11EB-4C9E-918D-B229F91D30E5}"/>
              </a:ext>
            </a:extLst>
          </p:cNvPr>
          <p:cNvSpPr>
            <a:spLocks noGrp="1"/>
          </p:cNvSpPr>
          <p:nvPr/>
        </p:nvSpPr>
        <p:spPr>
          <a:xfrm>
            <a:off x="323850" y="3009900"/>
            <a:ext cx="1314450" cy="1428750"/>
          </a:xfrm>
          <a:prstGeom prst="roundRect">
            <a:avLst>
              <a:gd name="adj" fmla="val 8696"/>
            </a:avLst>
          </a:prstGeom>
          <a:solidFill>
            <a:srgbClr val="1E2A5C"/>
          </a:solidFill>
          <a:ln w="952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8E8CEF-71C3-4A80-9713-8B6B2740041D}"/>
              </a:ext>
            </a:extLst>
          </p:cNvPr>
          <p:cNvSpPr>
            <a:spLocks noGrp="1"/>
          </p:cNvSpPr>
          <p:nvPr/>
        </p:nvSpPr>
        <p:spPr>
          <a:xfrm>
            <a:off x="438150" y="3105150"/>
            <a:ext cx="10858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0DB3D97-9A48-4A75-A960-28078E6DEA0B}"/>
              </a:ext>
            </a:extLst>
          </p:cNvPr>
          <p:cNvSpPr>
            <a:spLocks noGrp="1"/>
          </p:cNvSpPr>
          <p:nvPr/>
        </p:nvSpPr>
        <p:spPr>
          <a:xfrm>
            <a:off x="1752600" y="3009900"/>
            <a:ext cx="9810750" cy="1428750"/>
          </a:xfrm>
          <a:prstGeom prst="roundRect">
            <a:avLst>
              <a:gd name="adj" fmla="val 8000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E655C23-4699-4A68-992D-C0A6B0125E21}"/>
              </a:ext>
            </a:extLst>
          </p:cNvPr>
          <p:cNvSpPr>
            <a:spLocks noGrp="1"/>
          </p:cNvSpPr>
          <p:nvPr/>
        </p:nvSpPr>
        <p:spPr>
          <a:xfrm>
            <a:off x="323850" y="4762500"/>
            <a:ext cx="1314450" cy="1238250"/>
          </a:xfrm>
          <a:prstGeom prst="roundRect">
            <a:avLst>
              <a:gd name="adj" fmla="val 9231"/>
            </a:avLst>
          </a:prstGeom>
          <a:solidFill>
            <a:srgbClr val="404155"/>
          </a:solidFill>
          <a:ln w="952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6F0B859-1AA2-49F5-8AE4-D2AC511777B6}"/>
              </a:ext>
            </a:extLst>
          </p:cNvPr>
          <p:cNvSpPr>
            <a:spLocks noGrp="1"/>
          </p:cNvSpPr>
          <p:nvPr/>
        </p:nvSpPr>
        <p:spPr>
          <a:xfrm>
            <a:off x="438150" y="4857750"/>
            <a:ext cx="10858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3461EE9-A812-4302-9614-4D0B74B56059}"/>
              </a:ext>
            </a:extLst>
          </p:cNvPr>
          <p:cNvSpPr>
            <a:spLocks noGrp="1"/>
          </p:cNvSpPr>
          <p:nvPr/>
        </p:nvSpPr>
        <p:spPr>
          <a:xfrm>
            <a:off x="1752600" y="4762500"/>
            <a:ext cx="9810750" cy="1238250"/>
          </a:xfrm>
          <a:prstGeom prst="roundRect">
            <a:avLst>
              <a:gd name="adj" fmla="val 9231"/>
            </a:avLst>
          </a:prstGeom>
          <a:solidFill>
            <a:srgbClr val="FAFCFF"/>
          </a:solidFill>
          <a:ln w="9525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9CD7C1F-BFAE-4A90-A3EB-244A810A1AD7}"/>
              </a:ext>
            </a:extLst>
          </p:cNvPr>
          <p:cNvSpPr>
            <a:spLocks noGrp="1"/>
          </p:cNvSpPr>
          <p:nvPr/>
        </p:nvSpPr>
        <p:spPr>
          <a:xfrm>
            <a:off x="1924050" y="1657350"/>
            <a:ext cx="4629150" cy="1028700"/>
          </a:xfrm>
          <a:prstGeom prst="roundRect">
            <a:avLst>
              <a:gd name="adj" fmla="val 12963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F265E0E-61C2-4652-9573-7B6F57EC9799}"/>
              </a:ext>
            </a:extLst>
          </p:cNvPr>
          <p:cNvSpPr>
            <a:spLocks noGrp="1"/>
          </p:cNvSpPr>
          <p:nvPr/>
        </p:nvSpPr>
        <p:spPr>
          <a:xfrm>
            <a:off x="2057400" y="17716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11D6716-53CB-4D09-AA2F-89DA67C10628}"/>
              </a:ext>
            </a:extLst>
          </p:cNvPr>
          <p:cNvSpPr>
            <a:spLocks noGrp="1"/>
          </p:cNvSpPr>
          <p:nvPr/>
        </p:nvSpPr>
        <p:spPr>
          <a:xfrm>
            <a:off x="2105025" y="1790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 Trigger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6589E71-D2B8-453F-91A3-8975D5C981B2}"/>
              </a:ext>
            </a:extLst>
          </p:cNvPr>
          <p:cNvSpPr>
            <a:spLocks noGrp="1"/>
          </p:cNvSpPr>
          <p:nvPr/>
        </p:nvSpPr>
        <p:spPr>
          <a:xfrm>
            <a:off x="2095500" y="2066925"/>
            <a:ext cx="4286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E-8이 발생하고 화면 요청 Q-301이 도착하면 초안 반환이 시작됨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DC3982A-5264-456B-B806-BCADE2E203F9}"/>
              </a:ext>
            </a:extLst>
          </p:cNvPr>
          <p:cNvSpPr>
            <a:spLocks noGrp="1"/>
          </p:cNvSpPr>
          <p:nvPr/>
        </p:nvSpPr>
        <p:spPr>
          <a:xfrm>
            <a:off x="1924050" y="3105150"/>
            <a:ext cx="46291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20F2E2-EE77-4085-9F7F-ADF70E73E7F3}"/>
              </a:ext>
            </a:extLst>
          </p:cNvPr>
          <p:cNvSpPr>
            <a:spLocks noGrp="1"/>
          </p:cNvSpPr>
          <p:nvPr/>
        </p:nvSpPr>
        <p:spPr>
          <a:xfrm>
            <a:off x="2057400" y="32194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CE82628-82E8-4B11-9A7B-F8E5C5C94467}"/>
              </a:ext>
            </a:extLst>
          </p:cNvPr>
          <p:cNvSpPr>
            <a:spLocks noGrp="1"/>
          </p:cNvSpPr>
          <p:nvPr/>
        </p:nvSpPr>
        <p:spPr>
          <a:xfrm>
            <a:off x="2105025" y="32385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C-9  Command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ACE88A-112D-412A-BCCA-FAD25DA254B2}"/>
              </a:ext>
            </a:extLst>
          </p:cNvPr>
          <p:cNvSpPr>
            <a:spLocks noGrp="1"/>
          </p:cNvSpPr>
          <p:nvPr/>
        </p:nvSpPr>
        <p:spPr>
          <a:xfrm>
            <a:off x="2095500" y="35147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데이터를 반환하고 반환 이력을 기록하라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51FD8A-21E0-4C20-840B-BDF31ADDA368}"/>
              </a:ext>
            </a:extLst>
          </p:cNvPr>
          <p:cNvSpPr>
            <a:spLocks noGrp="1"/>
          </p:cNvSpPr>
          <p:nvPr/>
        </p:nvSpPr>
        <p:spPr>
          <a:xfrm>
            <a:off x="2095500" y="3819525"/>
            <a:ext cx="4286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requestId · consultationId · draftId · draftVersion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8C543E0-BCEF-4091-8846-DAA39FC209C5}"/>
              </a:ext>
            </a:extLst>
          </p:cNvPr>
          <p:cNvSpPr>
            <a:spLocks noGrp="1"/>
          </p:cNvSpPr>
          <p:nvPr/>
        </p:nvSpPr>
        <p:spPr>
          <a:xfrm>
            <a:off x="1924050" y="4857750"/>
            <a:ext cx="4629150" cy="1047750"/>
          </a:xfrm>
          <a:prstGeom prst="roundRect">
            <a:avLst>
              <a:gd name="adj" fmla="val 12727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B947436-A8BD-474C-81F5-D33D014153FE}"/>
              </a:ext>
            </a:extLst>
          </p:cNvPr>
          <p:cNvSpPr>
            <a:spLocks noGrp="1"/>
          </p:cNvSpPr>
          <p:nvPr/>
        </p:nvSpPr>
        <p:spPr>
          <a:xfrm>
            <a:off x="2057400" y="49720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EB8A95F-E30D-46B2-8B65-05026F862B63}"/>
              </a:ext>
            </a:extLst>
          </p:cNvPr>
          <p:cNvSpPr>
            <a:spLocks noGrp="1"/>
          </p:cNvSpPr>
          <p:nvPr/>
        </p:nvSpPr>
        <p:spPr>
          <a:xfrm>
            <a:off x="2105025" y="49911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E-9  Event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0DA15C1-FA23-4305-827B-FF62D4462ED1}"/>
              </a:ext>
            </a:extLst>
          </p:cNvPr>
          <p:cNvSpPr>
            <a:spLocks noGrp="1"/>
          </p:cNvSpPr>
          <p:nvPr/>
        </p:nvSpPr>
        <p:spPr>
          <a:xfrm>
            <a:off x="2095500" y="5267325"/>
            <a:ext cx="428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데이터가 반환되었음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0AD1916-51BF-43F7-B736-A2C26CBDD099}"/>
              </a:ext>
            </a:extLst>
          </p:cNvPr>
          <p:cNvSpPr>
            <a:spLocks noGrp="1"/>
          </p:cNvSpPr>
          <p:nvPr/>
        </p:nvSpPr>
        <p:spPr>
          <a:xfrm>
            <a:off x="2095500" y="5572125"/>
            <a:ext cx="4286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80353" lnSpcReduction="10000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requestId · returnedDraftVersion · returnedAt · sourceType</a:t>
            </a:r>
          </a:p>
        </p:txBody>
      </p:sp>
      <p:cxnSp>
        <p:nvCxnSpPr>
          <p:cNvPr id="83" name="직선 화살표 연결선 82"/>
          <p:cNvCxnSpPr>
            <a:stCxn id="18" idx="2"/>
            <a:endCxn id="22" idx="0"/>
          </p:cNvCxnSpPr>
          <p:nvPr/>
        </p:nvCxnSpPr>
        <p:spPr>
          <a:xfrm>
            <a:off x="4238625" y="2686050"/>
            <a:ext cx="0" cy="41910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84" name="직선 화살표 연결선 83"/>
          <p:cNvCxnSpPr>
            <a:stCxn id="22" idx="2"/>
            <a:endCxn id="27" idx="0"/>
          </p:cNvCxnSpPr>
          <p:nvPr/>
        </p:nvCxnSpPr>
        <p:spPr>
          <a:xfrm>
            <a:off x="4238625" y="4343400"/>
            <a:ext cx="0" cy="5143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C2C636C-27EF-4F03-8F00-490E1CF56E0F}"/>
              </a:ext>
            </a:extLst>
          </p:cNvPr>
          <p:cNvSpPr>
            <a:spLocks noGrp="1"/>
          </p:cNvSpPr>
          <p:nvPr/>
        </p:nvSpPr>
        <p:spPr>
          <a:xfrm>
            <a:off x="6858000" y="1657350"/>
            <a:ext cx="4495800" cy="1028700"/>
          </a:xfrm>
          <a:prstGeom prst="roundRect">
            <a:avLst>
              <a:gd name="adj" fmla="val 12963"/>
            </a:avLst>
          </a:prstGeom>
          <a:solidFill>
            <a:srgbClr val="EEF3FA"/>
          </a:solidFill>
          <a:ln w="14288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BF857BE-A6FA-4BC7-87EC-AABABD14315C}"/>
              </a:ext>
            </a:extLst>
          </p:cNvPr>
          <p:cNvSpPr>
            <a:spLocks noGrp="1"/>
          </p:cNvSpPr>
          <p:nvPr/>
        </p:nvSpPr>
        <p:spPr>
          <a:xfrm>
            <a:off x="6991350" y="17716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553F4F9-AE55-461F-85B9-A60DBB55A749}"/>
              </a:ext>
            </a:extLst>
          </p:cNvPr>
          <p:cNvSpPr>
            <a:spLocks noGrp="1"/>
          </p:cNvSpPr>
          <p:nvPr/>
        </p:nvSpPr>
        <p:spPr>
          <a:xfrm>
            <a:off x="7038975" y="1790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사용자 Trigger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CE06336-A4BF-4952-B992-2FC74B39563E}"/>
              </a:ext>
            </a:extLst>
          </p:cNvPr>
          <p:cNvSpPr>
            <a:spLocks noGrp="1"/>
          </p:cNvSpPr>
          <p:nvPr/>
        </p:nvSpPr>
        <p:spPr>
          <a:xfrm>
            <a:off x="7029450" y="2066925"/>
            <a:ext cx="415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상담사가 U-3 초안 검토 화면에서 확인을 선택하면 확인 기록이 시작됨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F094CB8-B989-44DB-80EC-F873CAB562E9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449580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4288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B76062AE-BCF4-4C4F-A03E-10D8994D6645}"/>
              </a:ext>
            </a:extLst>
          </p:cNvPr>
          <p:cNvSpPr>
            <a:spLocks noGrp="1"/>
          </p:cNvSpPr>
          <p:nvPr/>
        </p:nvSpPr>
        <p:spPr>
          <a:xfrm>
            <a:off x="6991350" y="32194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1E2A5C"/>
          </a:solidFill>
          <a:ln w="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6AF4E34-8CB9-46FC-A187-A55EB4F4F0C5}"/>
              </a:ext>
            </a:extLst>
          </p:cNvPr>
          <p:cNvSpPr>
            <a:spLocks noGrp="1"/>
          </p:cNvSpPr>
          <p:nvPr/>
        </p:nvSpPr>
        <p:spPr>
          <a:xfrm>
            <a:off x="7038975" y="32385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C-10  Command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A9DB2D-3722-4CBE-82C3-9FBAB3A7B7E9}"/>
              </a:ext>
            </a:extLst>
          </p:cNvPr>
          <p:cNvSpPr>
            <a:spLocks noGrp="1"/>
          </p:cNvSpPr>
          <p:nvPr/>
        </p:nvSpPr>
        <p:spPr>
          <a:xfrm>
            <a:off x="7029450" y="351472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확인 이력을 기록하라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E2501D8-FB05-45C0-AF1A-3656728932E2}"/>
              </a:ext>
            </a:extLst>
          </p:cNvPr>
          <p:cNvSpPr>
            <a:spLocks noGrp="1"/>
          </p:cNvSpPr>
          <p:nvPr/>
        </p:nvSpPr>
        <p:spPr>
          <a:xfrm>
            <a:off x="7029450" y="3819525"/>
            <a:ext cx="41529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369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입력  consultationId · draftId · draftVersion · counselorId</a:t>
            </a:r>
          </a:p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담당자 유형  규칙 기반 코드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1561C7B-3D71-4D4F-8C67-9440D6BEC61A}"/>
              </a:ext>
            </a:extLst>
          </p:cNvPr>
          <p:cNvSpPr>
            <a:spLocks noGrp="1"/>
          </p:cNvSpPr>
          <p:nvPr/>
        </p:nvSpPr>
        <p:spPr>
          <a:xfrm>
            <a:off x="6858000" y="4857750"/>
            <a:ext cx="4495800" cy="1047750"/>
          </a:xfrm>
          <a:prstGeom prst="roundRect">
            <a:avLst>
              <a:gd name="adj" fmla="val 12727"/>
            </a:avLst>
          </a:prstGeom>
          <a:solidFill>
            <a:srgbClr val="F5F8FC"/>
          </a:solidFill>
          <a:ln w="14288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B6E27C2-D1BC-4755-A059-390469BF88B9}"/>
              </a:ext>
            </a:extLst>
          </p:cNvPr>
          <p:cNvSpPr>
            <a:spLocks noGrp="1"/>
          </p:cNvSpPr>
          <p:nvPr/>
        </p:nvSpPr>
        <p:spPr>
          <a:xfrm>
            <a:off x="6991350" y="4972050"/>
            <a:ext cx="1466850" cy="266700"/>
          </a:xfrm>
          <a:prstGeom prst="roundRect">
            <a:avLst>
              <a:gd name="adj" fmla="val 50000"/>
            </a:avLst>
          </a:prstGeom>
          <a:solidFill>
            <a:srgbClr val="404155"/>
          </a:solidFill>
          <a:ln w="0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47145C0-47AE-4607-B20B-CC8FBF690F29}"/>
              </a:ext>
            </a:extLst>
          </p:cNvPr>
          <p:cNvSpPr>
            <a:spLocks noGrp="1"/>
          </p:cNvSpPr>
          <p:nvPr/>
        </p:nvSpPr>
        <p:spPr>
          <a:xfrm>
            <a:off x="7038975" y="49911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E-10  Event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10B7919-52B3-4FB6-B6EC-7FD9F50314A9}"/>
              </a:ext>
            </a:extLst>
          </p:cNvPr>
          <p:cNvSpPr>
            <a:spLocks noGrp="1"/>
          </p:cNvSpPr>
          <p:nvPr/>
        </p:nvSpPr>
        <p:spPr>
          <a:xfrm>
            <a:off x="7029450" y="5267325"/>
            <a:ext cx="415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def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확인이 기록되었음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66EE651-4C5A-4567-9259-4B9171FF785B}"/>
              </a:ext>
            </a:extLst>
          </p:cNvPr>
          <p:cNvSpPr>
            <a:spLocks noGrp="1"/>
          </p:cNvSpPr>
          <p:nvPr/>
        </p:nvSpPr>
        <p:spPr>
          <a:xfrm>
            <a:off x="7029450" y="5572125"/>
            <a:ext cx="41529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 fontScale="97175"/>
          </a:bodyPr>
          <a:lstStyle/>
          <a:p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결과  counselorId · confirmedDraftVersion · confirmedAt</a:t>
            </a:r>
          </a:p>
        </p:txBody>
      </p:sp>
      <p:cxnSp>
        <p:nvCxnSpPr>
          <p:cNvPr id="99" name="직선 화살표 연결선 98"/>
          <p:cNvCxnSpPr>
            <a:stCxn id="34" idx="2"/>
            <a:endCxn id="38" idx="0"/>
          </p:cNvCxnSpPr>
          <p:nvPr/>
        </p:nvCxnSpPr>
        <p:spPr>
          <a:xfrm>
            <a:off x="9105900" y="2686050"/>
            <a:ext cx="0" cy="41910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00" name="직선 화살표 연결선 99"/>
          <p:cNvCxnSpPr>
            <a:stCxn id="38" idx="2"/>
            <a:endCxn id="43" idx="0"/>
          </p:cNvCxnSpPr>
          <p:nvPr/>
        </p:nvCxnSpPr>
        <p:spPr>
          <a:xfrm>
            <a:off x="9105900" y="4343400"/>
            <a:ext cx="0" cy="514350"/>
          </a:xfrm>
          <a:prstGeom prst="straightConnector1">
            <a:avLst/>
          </a:prstGeom>
          <a:ln w="21908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39D3C1B3-02D8-4E56-AACF-1E2D4D8B07F8}"/>
              </a:ext>
            </a:extLst>
          </p:cNvPr>
          <p:cNvSpPr>
            <a:spLocks noGrp="1"/>
          </p:cNvSpPr>
          <p:nvPr/>
        </p:nvSpPr>
        <p:spPr>
          <a:xfrm>
            <a:off x="2914650" y="6105525"/>
            <a:ext cx="7315200" cy="342900"/>
          </a:xfrm>
          <a:prstGeom prst="roundRect">
            <a:avLst>
              <a:gd name="adj" fmla="val 27778"/>
            </a:avLst>
          </a:prstGeom>
          <a:solidFill>
            <a:srgbClr val="FFF3DF"/>
          </a:solidFill>
          <a:ln w="9525">
            <a:solidFill>
              <a:srgbClr val="A965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D2C6563-CE77-434B-A7FD-C3EC187C8EBE}"/>
              </a:ext>
            </a:extLst>
          </p:cNvPr>
          <p:cNvSpPr>
            <a:spLocks noGrp="1"/>
          </p:cNvSpPr>
          <p:nvPr/>
        </p:nvSpPr>
        <p:spPr>
          <a:xfrm>
            <a:off x="3048000" y="6153150"/>
            <a:ext cx="704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9597"/>
          </a:bodyPr>
          <a:lstStyle/>
          <a:p>
            <a:pPr algn="ctr">
              <a:defRPr sz="112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쓰지 않았다면 E-8은 반복하지 않음 · E-10은 사람의 행동으로만 생성</a:t>
            </a:r>
          </a:p>
        </p:txBody>
      </p:sp>
    </p:spTree>
    <p:extLst>
      <p:ext uri="{BB962C8B-B14F-4D97-AF65-F5344CB8AC3E}">
        <p14:creationId xmlns:p14="http://schemas.microsoft.com/office/powerpoint/2010/main" val="16900649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1010</Words>
  <Application>Microsoft Office PowerPoint</Application>
  <DocSecurity>0</DocSecurity>
  <PresentationFormat>와이드스크린</PresentationFormat>
  <Paragraphs>181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Pretendard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해경 이</cp:lastModifiedBy>
  <cp:revision>19</cp:revision>
  <dcterms:created xsi:type="dcterms:W3CDTF">2026-09-23T04:00:26Z</dcterms:created>
  <dcterms:modified xsi:type="dcterms:W3CDTF">2026-09-23T04:26:20Z</dcterms:modified>
</cp:coreProperties>
</file>