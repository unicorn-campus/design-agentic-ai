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72b230f3ac4911" /><Relationship Type="http://schemas.openxmlformats.org/officeDocument/2006/relationships/extended-properties" Target="/docProps/app.xml" Id="Rd4861803a21e4865" /><Relationship Type="http://schemas.openxmlformats.org/officeDocument/2006/relationships/officeDocument" Target="/ppt/presentation.xml" Id="R6ed4663ea71e4d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4d72035864dca"/>
  </p:sldMasterIdLst>
  <p:notesMasterIdLst>
    <p:notesMasterId xmlns:r="http://schemas.openxmlformats.org/officeDocument/2006/relationships" r:id="R3fd09dfeb6684d88"/>
  </p:notesMasterIdLst>
  <p:sldIdLst>
    <p:sldId xmlns:r="http://schemas.openxmlformats.org/officeDocument/2006/relationships" id="256" r:id="R311ea4c8de9f479c"/>
    <p:sldId xmlns:r="http://schemas.openxmlformats.org/officeDocument/2006/relationships" id="257" r:id="Rad7a6a43f36d4c5b"/>
    <p:sldId xmlns:r="http://schemas.openxmlformats.org/officeDocument/2006/relationships" id="258" r:id="Rd013948b3f184009"/>
    <p:sldId xmlns:r="http://schemas.openxmlformats.org/officeDocument/2006/relationships" id="259" r:id="R469a60bd46f94914"/>
    <p:sldId xmlns:r="http://schemas.openxmlformats.org/officeDocument/2006/relationships" id="260" r:id="R2374ca3632b546cf"/>
    <p:sldId xmlns:r="http://schemas.openxmlformats.org/officeDocument/2006/relationships" id="261" r:id="R1c82b262515543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8ce8e0770b483d" /><Relationship Type="http://schemas.openxmlformats.org/officeDocument/2006/relationships/slideMaster" Target="/ppt/slideMasters/slideMaster1.xml" Id="Ra9a4d72035864dca" /><Relationship Type="http://schemas.openxmlformats.org/officeDocument/2006/relationships/notesMaster" Target="/ppt/notesMasters/notesMaster1.xml" Id="R3fd09dfeb6684d88" /><Relationship Type="http://schemas.openxmlformats.org/officeDocument/2006/relationships/presProps" Target="/ppt/presProps.xml" Id="Rd59366550c8a4c48" /><Relationship Type="http://schemas.openxmlformats.org/officeDocument/2006/relationships/tableStyles" Target="/ppt/tableStyles.xml" Id="Rbfe09b1d29654038" /><Relationship Type="http://schemas.openxmlformats.org/officeDocument/2006/relationships/slide" Target="/ppt/slides/slide1.xml" Id="R311ea4c8de9f479c" /><Relationship Type="http://schemas.openxmlformats.org/officeDocument/2006/relationships/slide" Target="/ppt/slides/slide2.xml" Id="Rad7a6a43f36d4c5b" /><Relationship Type="http://schemas.openxmlformats.org/officeDocument/2006/relationships/slide" Target="/ppt/slides/slide3.xml" Id="Rd013948b3f184009" /><Relationship Type="http://schemas.openxmlformats.org/officeDocument/2006/relationships/slide" Target="/ppt/slides/slide4.xml" Id="R469a60bd46f94914" /><Relationship Type="http://schemas.openxmlformats.org/officeDocument/2006/relationships/slide" Target="/ppt/slides/slide5.xml" Id="R2374ca3632b546cf" /><Relationship Type="http://schemas.openxmlformats.org/officeDocument/2006/relationships/slide" Target="/ppt/slides/slide6.xml" Id="R1c82b262515543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bcf399900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29aa716be4fbd" /><Relationship Type="http://schemas.openxmlformats.org/officeDocument/2006/relationships/notesMaster" Target="/ppt/notesMasters/notesMaster1.xml" Id="Re7e7eddccabf45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359a69f1b43ed" /><Relationship Type="http://schemas.openxmlformats.org/officeDocument/2006/relationships/notesMaster" Target="/ppt/notesMasters/notesMaster1.xml" Id="Rf5ad6d88653c43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9f502579874f75" /><Relationship Type="http://schemas.openxmlformats.org/officeDocument/2006/relationships/notesMaster" Target="/ppt/notesMasters/notesMaster1.xml" Id="R496fc441277c4f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ea89a9ccc44545" /><Relationship Type="http://schemas.openxmlformats.org/officeDocument/2006/relationships/notesMaster" Target="/ppt/notesMasters/notesMaster1.xml" Id="R976f14c6a5f4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d0b0d455e44a8e" /><Relationship Type="http://schemas.openxmlformats.org/officeDocument/2006/relationships/notesMaster" Target="/ppt/notesMasters/notesMaster1.xml" Id="R5a1a10b1fa61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39f9c7ee9b4ae0" /><Relationship Type="http://schemas.openxmlformats.org/officeDocument/2006/relationships/notesMaster" Target="/ppt/notesMasters/notesMaster1.xml" Id="R1ebf96f7aff4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첫 장은 ID와 제목만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13846287948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1128950b9408c" /><Relationship Type="http://schemas.openxmlformats.org/officeDocument/2006/relationships/slideLayout" Target="/ppt/slideLayouts/slideLayout1.xml" Id="Ra0869b168b824e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869b168b824e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4dadc1d8c4d57" /><Relationship Type="http://schemas.openxmlformats.org/officeDocument/2006/relationships/notesSlide" Target="/ppt/notesSlides/notesSlide1.xml" Id="Rb1f6a0f9c71c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1d3931db44198" /><Relationship Type="http://schemas.openxmlformats.org/officeDocument/2006/relationships/notesSlide" Target="/ppt/notesSlides/notesSlide2.xml" Id="Re8ff4b34e0f044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07b5eb201499a" /><Relationship Type="http://schemas.openxmlformats.org/officeDocument/2006/relationships/notesSlide" Target="/ppt/notesSlides/notesSlide3.xml" Id="Ra6437db142f3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f2a20b2e745d5" /><Relationship Type="http://schemas.openxmlformats.org/officeDocument/2006/relationships/notesSlide" Target="/ppt/notesSlides/notesSlide4.xml" Id="Rad57988cca584a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6ef57a27545bd" /><Relationship Type="http://schemas.openxmlformats.org/officeDocument/2006/relationships/notesSlide" Target="/ppt/notesSlides/notesSlide5.xml" Id="R0019375322804d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34db957724caf" /><Relationship Type="http://schemas.openxmlformats.org/officeDocument/2006/relationships/notesSlide" Target="/ppt/notesSlides/notesSlide6.xml" Id="R56193264079f45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87A2D-63D9-4061-B98F-67D36CBC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5D537-DDBF-401E-86BF-F601ED9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한 개 슬라이스의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0341B-1C8D-47FC-9553-E6481C50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6A5B0-2A9A-4EEF-8FBC-39F1A4DC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935F4-4D86-440F-B72F-4700B067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첫 장에서는 레이어별 ID와 제목만으로 Trigger → Command → Event 연결을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AF421-267F-4E4E-871C-59F24AEB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4554F-8D1D-4F27-B1C9-8842DB27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A9E4E-939B-4573-ADF8-91DCFA05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44D52-2CCC-415C-8AE7-FEF1E52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DCEC8-1FD7-4729-958F-70569D97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FBEE0-FEDB-4EB9-8897-B1A19D0D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A906F-DB8A-4DAE-A569-B8CE1029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CD273-7E09-4397-88D4-80339F68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BDFD9-15BE-4FA2-A2ED-E531128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2442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0E11B-4394-476C-9B33-404DCA66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2877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6910C-8A62-4CC9-9F0D-E33137C4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2880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F8B0F-F827-43C4-B90F-E5E91B7D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5D963-CB50-41E5-ABD9-0A74CE6C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45B79-2A73-4BF7-8BEE-6979EFFF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7EBA9-5A54-48D9-8E24-DD65679B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19475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30C75-E6D6-4992-9DA6-F452B8C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B8F36-42D4-4701-AF8D-AB881DA9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97749-71FE-4372-9036-6FCD97CA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40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67B5F-C817-40FB-8553-7EDD26A7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F3A8B-348A-469B-93CB-C90326A9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863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39802-5BCC-445B-B311-F4C7574D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57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262813" y="27717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62813" y="43624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E7C7D-F037-485C-BCB7-79E3A46D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7143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60D2C5-BDB1-47F5-93C8-3D17E311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683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세부 문장과 데이터는 다음 장부터 표의 ‘내용’ 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817752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91BAF-8D6C-4D12-933F-FCBB7FAD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DC7C0-F6DB-4B75-A8DD-55D4D541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접수와 실행 경로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738CB-C134-4EAC-9C66-2D0D41C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3FC9B-4D18-4E5F-85FE-4D43758E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A4A14-AA65-4B70-A94D-1325E925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9C430-B846-4D29-8F61-9E04C20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EDC9A-3620-48F4-BD64-9EE527B8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AA963-76D0-4328-B1FB-5D665070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시작 선택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문의 접수 화면에서 상담 시작을 선택하면 문의 접수가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문의를 접수하라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상담 질문,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문의가 접수되었음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접수 시각, 권한 확인 결과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AT-1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‘문의가 접수되었음’ Event가 발생하면 실행 경로 결정이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경로를 결정하라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권한 확인 결과, 상담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질문 해석 지원, 규칙 기반 코드가 경로 확정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경로가 정해졌음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경로, 필수 여부, 대기시간, 선택 이유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588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55285-4542-4FE5-B456-1D225530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610CF-7C18-40C1-AC90-A61EF068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39894-C225-4C48-AB79-128A4EBC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01F58-B971-46A6-A55F-B24E432B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2BFB-73B6-4E2D-9D87-8F62BE8A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C-3과 C-4는 서로의 결과를 기다리지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1BD00-E503-49DF-B538-81496B6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F3759-60BD-4C94-9603-0C94150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84BE2-2FC9-480F-B2A7-FC71A486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C-3 경로가 선택되면 고객 현황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현황을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조회 기준일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현황이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 ID, 상품 ID, 승인 사용액, 예측 특징, 출처, 기준시점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AT-3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C-4 경로가 선택되면 문서 후보 확보가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회원 ID, 접근 범위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ID, 관련 문단, 원문 위치, 버전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66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FEF02-7C64-47D1-905D-5A2DA2FD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8665F-5BE9-4135-9541-B829B0F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관계검색과 이탈 위험 예측을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DA5CD-47FA-4132-9724-6882E90D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9C253-981C-4F21-B370-B6044A05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27534-83A3-455D-BC50-19BE769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C-5와 C-6은 E-3 결과가 준비된 뒤 시작하며 서로의 결과에는 의존하지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DB44D-4BD4-4751-AE9A-49B91EE4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C4B8E-7E5B-48FB-ABBD-AEDFBCE1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9FD11-84DD-49E3-8764-FA1B7682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C-5가 선택되고 E-3의 카드·상품 ID가 준비되면 관계 경로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카드 ID, 상품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고객-카드-상품-문서 경로, 각 연결의 원천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AT-5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C-6이 선택되고 E-3의 예측 특징이 준비되면 이탈 위험 예측이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위험을 예측하라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특징, 예측 기간, 모델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예측형 AI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위험이 예측되었음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확률, 위험 등급, 판단 신호, 예측 기간, 모델 버전, 특징 기준시점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933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02EC5-34A5-439E-B53C-74269C8B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0083D-7920-492D-A8ED-D5695053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7C50-0F53-475D-BC0A-5C61D604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45C66-84AD-4109-BF1A-4AF05268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62833-9B81-41F9-8B45-ECE36F9B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선정하고 상담 초안을 작성함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8107C-4128-4095-BEA0-D6CC349D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22DBD-57C6-46D6-B8CF-813FCB2C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E8594-1E5E-4B37-9DAE-0342CC9E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선정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E-3·E-4·E-5가 완료되고 보조 E-6이 완료 또는 보류되면 근거 선정이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묶음을 선정하라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계획, E-3 ~ E-6 결과와 상태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묶음이 선정되었음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ID, 채택 근거, 제외 근거, 주의사항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AT-7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‘근거 묶음이 선정되었음’ Event가 발생하면 상담 초안 작성이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초안을 작성하라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묶음, 예측 결과 또는 상태, 고객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초안 생성, 규칙 기반 코드가 검증·저장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초안이 작성되었음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ID, 버전, 제안 내용, 근거 참조, 주의사항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162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A7CEC-274D-4741-B9BF-F756B785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3095E-9EF8-4AEC-A767-4D2180B6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83D11-4373-4F3E-B227-61C54C49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A9CF8-ADE4-4871-8EEE-170B7497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7E1CD-5981-481D-8B96-1E301BC2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84B30-C96D-4109-91E9-1A307A86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30710-BFC0-4161-BFB7-EA965E87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9FDEE-6920-48C1-815F-CD22AECC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/ 6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6572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반환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발생하고 화면 요청이 도착하면 초안 반환이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데이터를 반환하고 반환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상담 ID, 초안 ID, 초안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데이터가 반환되었음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반환 초안 버전, 반환 시각, 반환 출처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선택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초안 검토 화면에서 확인을 선택하면 초안 확인 기록이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572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초안 ID, 초안 버전,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572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확인이 기록되었음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 ID, 확인 초안 버전, 확인 시각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CAA60-624E-407D-8D96-30B1163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43625"/>
            <a:ext cx="962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A965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23599-DB27-4782-9E8A-B34F7DC7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8172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작성하지 않았다면 E-8은 반복하지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11368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2026-09-23T05:05:41.9050000Z</dcterms:created>
  <dcterms:modified xsi:type="dcterms:W3CDTF">2026-09-23T05:05:41.9050000Z</dcterms:modified>
</coreProperties>
</file>