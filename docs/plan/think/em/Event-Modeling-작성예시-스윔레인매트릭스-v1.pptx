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8cdc02b5c44189" /><Relationship Type="http://schemas.openxmlformats.org/officeDocument/2006/relationships/extended-properties" Target="/docProps/app.xml" Id="R47c144b97df94d46" /><Relationship Type="http://schemas.openxmlformats.org/officeDocument/2006/relationships/officeDocument" Target="/ppt/presentation.xml" Id="R451ebcbb380a41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6b84fbc08245ee"/>
  </p:sldMasterIdLst>
  <p:notesMasterIdLst>
    <p:notesMasterId xmlns:r="http://schemas.openxmlformats.org/officeDocument/2006/relationships" r:id="R9593bfb070a340af"/>
  </p:notesMasterIdLst>
  <p:sldIdLst>
    <p:sldId xmlns:r="http://schemas.openxmlformats.org/officeDocument/2006/relationships" id="256" r:id="Rfc714f7d17254b59"/>
    <p:sldId xmlns:r="http://schemas.openxmlformats.org/officeDocument/2006/relationships" id="257" r:id="R63dcd976d0464d8e"/>
    <p:sldId xmlns:r="http://schemas.openxmlformats.org/officeDocument/2006/relationships" id="258" r:id="R70e545e0aec54ed7"/>
    <p:sldId xmlns:r="http://schemas.openxmlformats.org/officeDocument/2006/relationships" id="259" r:id="Rf727f53f3e0f4fb6"/>
    <p:sldId xmlns:r="http://schemas.openxmlformats.org/officeDocument/2006/relationships" id="260" r:id="R30ca17a50a334dc0"/>
    <p:sldId xmlns:r="http://schemas.openxmlformats.org/officeDocument/2006/relationships" id="261" r:id="R3eb751d4014044c7"/>
    <p:sldId xmlns:r="http://schemas.openxmlformats.org/officeDocument/2006/relationships" id="262" r:id="Rb5b87b8be6154782"/>
    <p:sldId xmlns:r="http://schemas.openxmlformats.org/officeDocument/2006/relationships" id="263" r:id="R0ca6ab98f4df47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f879ed935348f2" /><Relationship Type="http://schemas.openxmlformats.org/officeDocument/2006/relationships/slideMaster" Target="/ppt/slideMasters/slideMaster1.xml" Id="R016b84fbc08245ee" /><Relationship Type="http://schemas.openxmlformats.org/officeDocument/2006/relationships/notesMaster" Target="/ppt/notesMasters/notesMaster1.xml" Id="R9593bfb070a340af" /><Relationship Type="http://schemas.openxmlformats.org/officeDocument/2006/relationships/presProps" Target="/ppt/presProps.xml" Id="R3c17067302a54fa3" /><Relationship Type="http://schemas.openxmlformats.org/officeDocument/2006/relationships/tableStyles" Target="/ppt/tableStyles.xml" Id="Re7068087dc554c56" /><Relationship Type="http://schemas.openxmlformats.org/officeDocument/2006/relationships/slide" Target="/ppt/slides/slide1.xml" Id="Rfc714f7d17254b59" /><Relationship Type="http://schemas.openxmlformats.org/officeDocument/2006/relationships/slide" Target="/ppt/slides/slide2.xml" Id="R63dcd976d0464d8e" /><Relationship Type="http://schemas.openxmlformats.org/officeDocument/2006/relationships/slide" Target="/ppt/slides/slide3.xml" Id="R70e545e0aec54ed7" /><Relationship Type="http://schemas.openxmlformats.org/officeDocument/2006/relationships/slide" Target="/ppt/slides/slide4.xml" Id="Rf727f53f3e0f4fb6" /><Relationship Type="http://schemas.openxmlformats.org/officeDocument/2006/relationships/slide" Target="/ppt/slides/slide5.xml" Id="R30ca17a50a334dc0" /><Relationship Type="http://schemas.openxmlformats.org/officeDocument/2006/relationships/slide" Target="/ppt/slides/slide6.xml" Id="R3eb751d4014044c7" /><Relationship Type="http://schemas.openxmlformats.org/officeDocument/2006/relationships/slide" Target="/ppt/slides/slide7.xml" Id="Rb5b87b8be6154782" /><Relationship Type="http://schemas.openxmlformats.org/officeDocument/2006/relationships/slide" Target="/ppt/slides/slide8.xml" Id="R0ca6ab98f4df47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83a28038e04e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d087a44146419d" /><Relationship Type="http://schemas.openxmlformats.org/officeDocument/2006/relationships/notesMaster" Target="/ppt/notesMasters/notesMaster1.xml" Id="R0eb3c30b563147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4080e622194e0e" /><Relationship Type="http://schemas.openxmlformats.org/officeDocument/2006/relationships/notesMaster" Target="/ppt/notesMasters/notesMaster1.xml" Id="R9f71676d2a554e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46df7156684b25" /><Relationship Type="http://schemas.openxmlformats.org/officeDocument/2006/relationships/notesMaster" Target="/ppt/notesMasters/notesMaster1.xml" Id="Rdc4b8f5ebe4c47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a983887ef94b81" /><Relationship Type="http://schemas.openxmlformats.org/officeDocument/2006/relationships/notesMaster" Target="/ppt/notesMasters/notesMaster1.xml" Id="Rd705674604c043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1fc959a1174b76" /><Relationship Type="http://schemas.openxmlformats.org/officeDocument/2006/relationships/notesMaster" Target="/ppt/notesMasters/notesMaster1.xml" Id="R88229cf310dc45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03774058e3477e" /><Relationship Type="http://schemas.openxmlformats.org/officeDocument/2006/relationships/notesMaster" Target="/ppt/notesMasters/notesMaster1.xml" Id="Rbc8eaa78b66546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10f028204b4bcb" /><Relationship Type="http://schemas.openxmlformats.org/officeDocument/2006/relationships/notesMaster" Target="/ppt/notesMasters/notesMaster1.xml" Id="R767c41ebb48446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39d30e16144e46" /><Relationship Type="http://schemas.openxmlformats.org/officeDocument/2006/relationships/notesMaster" Target="/ppt/notesMasters/notesMaster1.xml" Id="R650caf0813684c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첫 장은 ID와 제목만 표시함.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슬라이스 종합. 가로 위치는 엄밀한 실행 순서가 아니며 병렬 실행과 선행 조건은 세부 표에서 확인함.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Event 목록과 Slice 정의를 바탕으로 구성함. C-7/E-7은 첨부 표의 중복 ID를 전체 흐름에 맞게 바로잡아 표기함.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3a7a726534a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0e1985d844442e" /><Relationship Type="http://schemas.openxmlformats.org/officeDocument/2006/relationships/slideLayout" Target="/ppt/slideLayouts/slideLayout1.xml" Id="Rb7e0d8cd8d5a44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e0d8cd8d5a44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3ca384b5a4ad6" /><Relationship Type="http://schemas.openxmlformats.org/officeDocument/2006/relationships/notesSlide" Target="/ppt/notesSlides/notesSlide1.xml" Id="Rf8027a3a76fa43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af8a9b3774191" /><Relationship Type="http://schemas.openxmlformats.org/officeDocument/2006/relationships/notesSlide" Target="/ppt/notesSlides/notesSlide2.xml" Id="R2ec0fb0c39ab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ce28f294042d0" /><Relationship Type="http://schemas.openxmlformats.org/officeDocument/2006/relationships/notesSlide" Target="/ppt/notesSlides/notesSlide3.xml" Id="R20873b13228d4b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7b52902364973" /><Relationship Type="http://schemas.openxmlformats.org/officeDocument/2006/relationships/notesSlide" Target="/ppt/notesSlides/notesSlide4.xml" Id="R268308e55fe547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4b9fea50143c9" /><Relationship Type="http://schemas.openxmlformats.org/officeDocument/2006/relationships/notesSlide" Target="/ppt/notesSlides/notesSlide5.xml" Id="R4d0a08b8a2144c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0e6b4ab02425b" /><Relationship Type="http://schemas.openxmlformats.org/officeDocument/2006/relationships/notesSlide" Target="/ppt/notesSlides/notesSlide6.xml" Id="Rbbbf066a636c4a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8c22530e94f6b" /><Relationship Type="http://schemas.openxmlformats.org/officeDocument/2006/relationships/notesSlide" Target="/ppt/notesSlides/notesSlide7.xml" Id="R85c69222a51243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63323a54b4ad7" /><Relationship Type="http://schemas.openxmlformats.org/officeDocument/2006/relationships/notesSlide" Target="/ppt/notesSlides/notesSlide8.xml" Id="R68316beb68d847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FACA6D-DA1A-4D36-88C8-F0782FF8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AE0B8-849C-4047-AE6A-6ED5626F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한 개 슬라이스의 기본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BA14F-E69C-4AD5-8B0F-C09233DD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1A09E-98AD-4A7D-B907-94AB7A23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72C39-62B7-4EBA-90DA-F2C4D04B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첫 장에서는 레이어별 ID와 제목만으로 Trigger → Command → Event 연결을 확인함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A54F3-BF31-45E3-8CAD-474491AA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06E76-7AA5-4995-B60E-A5A6A5F2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3211B-FFE9-4F61-B02C-A383FAF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5B371-1D3A-41A9-93C0-25D09C8F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2877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84FBD-2475-4D8A-A4D8-0C5462C4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E5CE1-2543-49EF-BDC1-C53E65ED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3441C-58FD-4918-BECF-5CE55F48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780C1-1135-484E-A6F8-D6B42922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2DC39-BF1C-42A8-ADE9-D79E7D0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2442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4B9B9-28D7-4DD6-8676-BAD7531C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2877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9050">
            <a:solidFill>
              <a:srgbClr val="2E74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0936C-E639-4CA1-91A4-905D162A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2880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6C8CE-6005-4783-A8F9-6119F96B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85076-5FB6-449F-8D89-A0F147AA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시작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B74DF-6CCC-470B-8E52-41F180C7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19450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A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C0D1B-5818-4623-9C4C-0768AE62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19475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34B6E-C523-4897-8A7F-7DB245D9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95675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9C9C4-5516-4AFC-9C8C-AFCE3514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57575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0BDD0-0DAF-4DDE-B879-DBB2FAC5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1012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40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21701-ED80-4AAE-9442-8ABDFEF2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101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F0F1D-322D-4B79-972F-6618CE1F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863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1AB7B-DDE6-40F5-8FCB-A2C3E799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cxnSp>
        <p:nvCxnSpPr>
          <p:cNvPr id="85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262813" y="27717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262813" y="436245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34B4D9-61F8-4EBC-BD6F-85FCA1C0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43625"/>
            <a:ext cx="71437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2E7D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EA2AAF-BFA0-4245-A281-72E4B76F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181725"/>
            <a:ext cx="683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세부 문장과 데이터는 다음 장부터 표의 ‘내용’ 열에서 확인</a:t>
            </a:r>
          </a:p>
        </p:txBody>
      </p:sp>
    </p:spTree>
    <p:extLst>
      <p:ext uri="{BB962C8B-B14F-4D97-AF65-F5344CB8AC3E}">
        <p14:creationId xmlns:p14="http://schemas.microsoft.com/office/powerpoint/2010/main" val="1019873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CF0C9FC-88D0-4B16-B318-74AA841F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7336D-CA16-479C-88CD-99A6A9EC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전체 슬라이스 종합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F493F-0BAD-4DF6-8F22-BF1224EA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58B3F-956C-4889-B51B-C5C96400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4DF05-6B98-470C-B674-1AA0E1CF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전체 10개 슬라이스를 ID와 제목만으로 배치하고 세부 조건은 뒤의 표에서 확인함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B444D-5D0A-4890-926B-4714E28F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541C1-F94C-40A8-9B2E-FD772717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5A321-73F4-4A95-8B1D-A0923AE6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2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E1CC3-F8CB-42AE-9F31-1D265D0A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38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접수부터 관계 경로 확보까지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E01E1-42D4-4F41-AAC5-3C44B0A1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766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이탈 예측부터 사람의 확인까지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BF4AA-510F-4458-8D13-E45B504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84FB6-079E-468D-BD67-7B249114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F81A7-2F2F-4D27-A280-072B999C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8A82C-F2F6-404F-A31D-1D6B119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상담 시작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EB028-A2F5-4453-AB8C-A09BDBEE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BE757-EB14-4940-A101-13A50473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D67DD-DEC4-4708-BB55-A499E95A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178D7-DA0D-4845-8596-4E3107DC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ABEAD-B702-4CAC-9530-E4A42122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03C15-090C-40EB-B9E9-60B21CE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BB33E-C429-43F4-8FCD-8B90A634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BB9CB-2893-465F-8B86-AA07EB1C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cxnSp>
        <p:nvCxnSpPr>
          <p:cNvPr id="325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371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26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371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43BDE-5C9D-4BE7-91B1-5F277DD1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D9219-AF88-403B-91D0-DA5B0FF9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2ABEAF-E011-4E13-B60A-486FDCBB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65C3B0-3701-47FC-BB01-4025E83B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경로 결정 시작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8A23C-45CA-493E-9269-DC22EBDC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9AE2EE-C9E5-4C4E-8A05-34BFF3F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944E5-F964-47DB-B736-04152EA4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1E5EBC-86AF-44DE-9F6C-AC2D3F06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실행 경로 결정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3553FE-0F64-408F-A293-EF9FFFD8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A6E587-8F75-4B2D-9857-2762100C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7440AC-8D8F-43AF-8E89-6CB77F72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23A4BE-5B4E-4F0E-B346-2D3CD7F8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실행 경로 결정</a:t>
            </a:r>
          </a:p>
        </p:txBody>
      </p:sp>
      <p:cxnSp>
        <p:nvCxnSpPr>
          <p:cNvPr id="339" name="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3657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40" name=""/>
          <p:cNvCxnSpPr>
            <a:stCxn xmlns:a="http://schemas.openxmlformats.org/drawingml/2006/main" id="2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657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1AC39C-0557-4957-8F69-EE544B35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55F973-1B86-4DAB-ABFA-1484C9AE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DEDC0A-0FEC-4CD4-810E-CAEA3627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513F70-6884-4CDE-81B6-7703C82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현황 확보 시작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9446B4-94A2-4D76-8E43-6C70220A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E383BD-17BF-435B-9616-C03BD742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5024C8-2E31-405E-85AF-F5801A48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986453-E3BE-480B-8387-9E778649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현황 확보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91DE7B-98C8-4199-ABCB-4032F6C8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F8D335-7961-4B2C-B8AB-49E2EA1B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41BCB3-4DB0-41D4-86CE-4B504304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4C935A-0BB1-442B-8EF5-F92D0441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현황 확보</a:t>
            </a:r>
          </a:p>
        </p:txBody>
      </p:sp>
      <p:cxnSp>
        <p:nvCxnSpPr>
          <p:cNvPr id="353" name=""/>
          <p:cNvCxnSpPr>
            <a:stCxn xmlns:a="http://schemas.openxmlformats.org/drawingml/2006/main" id="39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5943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54" name=""/>
          <p:cNvCxnSpPr>
            <a:stCxn xmlns:a="http://schemas.openxmlformats.org/drawingml/2006/main" id="43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5943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685E89-13A7-4CBB-B224-E63B2551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E6BCE4-5953-4319-89EC-B01C9C22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3E333E-45F5-407B-AC0A-01DAB08B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6F7553-E697-4371-817B-6CB41E6D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문서 후보 시작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4115C5-9E0E-41DC-9FFD-0F8FF90E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FD068C-13B8-4017-9C09-5C3597BE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02F0E9-FA61-4F06-800A-D1BEE5D3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D6816E-53EE-4777-9717-4B92C206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문서 후보 확보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A86603-BDF3-433D-A4D1-73045160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15AFB0-670A-4F98-8955-67FD296A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F5C7F4-44CF-4696-8BA7-98F4D83D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6A8A1F-3A75-4154-8695-0EA2237A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문서 후보 확보</a:t>
            </a:r>
          </a:p>
        </p:txBody>
      </p:sp>
      <p:cxnSp>
        <p:nvCxnSpPr>
          <p:cNvPr id="367" name=""/>
          <p:cNvCxnSpPr>
            <a:stCxn xmlns:a="http://schemas.openxmlformats.org/drawingml/2006/main" id="53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8229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68" name=""/>
          <p:cNvCxnSpPr>
            <a:stCxn xmlns:a="http://schemas.openxmlformats.org/drawingml/2006/main" id="57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8229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1E9DDE-4380-43D7-89AA-9EE956CD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13756C8-0D5A-4BCF-9513-509D10E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8629C7-325C-4F63-AA34-3426D320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8CBEA9-C3A4-4034-9579-7B8DC6BC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관계 경로 시작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F8E2B0C-817E-4ADF-B298-F06C3B9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68D6CEF-276D-4878-9E15-ECD0C5E4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5233EF-8ED9-4934-9CAE-B78DD8B7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BC1179-151C-437E-BEA1-1A299023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관계 경로 확보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0F2944-06B8-45D6-BB36-C2C3170D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69DAC2-F115-4EA5-9CA7-B6F28B54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330C1A-40AF-4E10-A422-75CF39E5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038889E-DB09-4DE9-9DBF-93107A23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관계 경로 확보</a:t>
            </a:r>
          </a:p>
        </p:txBody>
      </p:sp>
      <p:cxnSp>
        <p:nvCxnSpPr>
          <p:cNvPr id="381" name=""/>
          <p:cNvCxnSpPr>
            <a:stCxn xmlns:a="http://schemas.openxmlformats.org/drawingml/2006/main" id="67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10515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82" name=""/>
          <p:cNvCxnSpPr>
            <a:stCxn xmlns:a="http://schemas.openxmlformats.org/drawingml/2006/main" id="71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10515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EC0A8C8-68E3-4A26-B992-6FC17049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5A77C4-99AD-4496-9835-1E116CE6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0D20B94-A689-4812-A73F-DF63544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6DE41B-0A07-4401-B20F-8E54D561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위험 예측 시작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26F8B3B-723A-47EF-A66F-060A6F9B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ADA676-6124-467B-823C-55ECC2DB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1F8B72-CA03-4EDE-8F68-8FC952EC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08A89E6-C542-4EA5-B9FF-8D7A62CF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4CFB7D8-C53C-48DD-91AD-5B7746FE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33ED32-F7C6-4B6E-9024-79DFC2A7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CDD969D-839A-4DF4-8689-2DC143CD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0F0F81-B381-4E48-A075-D85FFAD8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cxnSp>
        <p:nvCxnSpPr>
          <p:cNvPr id="395" name=""/>
          <p:cNvCxnSpPr>
            <a:stCxn xmlns:a="http://schemas.openxmlformats.org/drawingml/2006/main" id="81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1371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96" name=""/>
          <p:cNvCxnSpPr>
            <a:stCxn xmlns:a="http://schemas.openxmlformats.org/drawingml/2006/main" id="85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1371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203C4F4-0559-4D6F-9174-4B3DFAA8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13F785A-FF9E-4F76-A7AB-42B5F91D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D7D7F1C-8CF7-4694-9C42-28EBFBAC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8AE99D2-3F18-4DF9-B311-4B072157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근거 선정 시작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B3759F-5D5A-4304-BB34-2E499BA0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3C65DC-926C-4353-A560-6C94B439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093479-3925-408B-BE16-999E1C19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C-7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98C47DB-B919-4FC1-8E91-4BA3C3C6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근거 묶음 선정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B7C5BCF-78B9-48F5-AF48-60A6B10C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904073F-F376-458C-91B6-6C5FB065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8BE4520-9357-4890-A364-854F73A8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E-7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BE300C3-C64C-43D4-9C0E-E2BA79C2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근거 묶음 선정</a:t>
            </a:r>
          </a:p>
        </p:txBody>
      </p:sp>
      <p:cxnSp>
        <p:nvCxnSpPr>
          <p:cNvPr id="409" name=""/>
          <p:cNvCxnSpPr>
            <a:stCxn xmlns:a="http://schemas.openxmlformats.org/drawingml/2006/main" id="95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3657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410" name=""/>
          <p:cNvCxnSpPr>
            <a:stCxn xmlns:a="http://schemas.openxmlformats.org/drawingml/2006/main" id="99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>
            <a:off x="3657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BF35DE-402C-4F90-B120-E40A2957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1FEF605-A57C-4B66-B0F7-17648910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91B394A-0B65-4B93-86B6-AE097A3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AT-7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E7BCAB-7FF6-4441-A795-1140CF30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작성 시작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22AB4F6-79EB-436B-B311-390FD57E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B473EF-EF3C-439B-8778-10466FD2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D21EDF4-F983-4DD8-BFC5-DC520FAA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C-8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D69DA9F-396D-4CDC-9383-A4B898E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상담 초안 작성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03A0A26-2C20-4870-97A3-4F769BA9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D7D2EF4-76E5-4DA6-9667-8486B8A7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F0D8CC3-39EA-48A6-9ABE-F48732E1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E-8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6FBC9D8-AFAA-4A30-BDC3-60F98799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상담 초안 작성</a:t>
            </a:r>
          </a:p>
        </p:txBody>
      </p:sp>
      <p:cxnSp>
        <p:nvCxnSpPr>
          <p:cNvPr id="423" name=""/>
          <p:cNvCxnSpPr>
            <a:stCxn xmlns:a="http://schemas.openxmlformats.org/drawingml/2006/main" id="109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5943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424" name=""/>
          <p:cNvCxnSpPr>
            <a:stCxn xmlns:a="http://schemas.openxmlformats.org/drawingml/2006/main" id="113" idx="2"/>
            <a:endCxn xmlns:a="http://schemas.openxmlformats.org/drawingml/2006/main" id="117" idx="0"/>
          </p:cNvCxnSpPr>
          <p:nvPr/>
        </p:nvCxnSpPr>
        <p:spPr>
          <a:xfrm xmlns:a="http://schemas.openxmlformats.org/drawingml/2006/main">
            <a:off x="5943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291CBB3-ED0F-4298-A209-ACC407F9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92D5ACB-F8E0-4739-B76B-CB7643C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38CF517-5ECD-4B15-99BF-23435BB2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AT-8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F99C183-262F-4DC6-9BA8-B546749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반환 시작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AA37E17-5B35-442D-A3B9-03A7B154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3E2200E-2567-4F52-AE70-568080E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492F9C8-2CAD-4D62-87E7-5E985DEB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C-9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18F36E5-A81D-4272-9692-E2FF30A9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데이터 반환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11BBBD1-2451-47A8-99A7-2F9D8F8D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1F14163-BBE4-4698-A06F-27A9579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A7CD19C-E2D3-4C70-86FE-7F680619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E-9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11AD1B7-9DF2-41DB-AA4D-7E1AFC2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데이터 반환</a:t>
            </a:r>
          </a:p>
        </p:txBody>
      </p:sp>
      <p:cxnSp>
        <p:nvCxnSpPr>
          <p:cNvPr id="437" name=""/>
          <p:cNvCxnSpPr>
            <a:stCxn xmlns:a="http://schemas.openxmlformats.org/drawingml/2006/main" id="123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8229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438" name=""/>
          <p:cNvCxnSpPr>
            <a:stCxn xmlns:a="http://schemas.openxmlformats.org/drawingml/2006/main" id="127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8229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86D0240-F12D-46A4-9BC6-38F4E27A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691E68D-DD8A-4955-B47C-575E43C8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C96D6D6-7621-43AC-A5A5-F187A437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UT-2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A0D6240-4D20-4A7B-9DE2-8CF2948B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확인 선택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0735054-F16F-4144-921C-C464CEDD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F48EB32-17C9-457E-ABD9-D195C6C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0BE9A91-9284-4CCF-A14C-23DBA0A6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79DDB09-717A-4E07-AE8A-B5BA714C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확인 기록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99A002F-F2DA-4FED-AEAD-85161B79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E0D9F32-3FB5-43A9-A097-2C302D08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9E9C07C-0CDC-48C8-8BF2-23CC4E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E-10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F193677-4BB8-4888-B062-C05585DF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확인 기록</a:t>
            </a:r>
          </a:p>
        </p:txBody>
      </p:sp>
      <p:cxnSp>
        <p:nvCxnSpPr>
          <p:cNvPr id="451" name=""/>
          <p:cNvCxnSpPr>
            <a:stCxn xmlns:a="http://schemas.openxmlformats.org/drawingml/2006/main" id="137" idx="2"/>
            <a:endCxn xmlns:a="http://schemas.openxmlformats.org/drawingml/2006/main" id="141" idx="0"/>
          </p:cNvCxnSpPr>
          <p:nvPr/>
        </p:nvCxnSpPr>
        <p:spPr>
          <a:xfrm xmlns:a="http://schemas.openxmlformats.org/drawingml/2006/main">
            <a:off x="10515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452" name=""/>
          <p:cNvCxnSpPr>
            <a:stCxn xmlns:a="http://schemas.openxmlformats.org/drawingml/2006/main" id="141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515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08FD533-60ED-426D-A81A-4C7CF6C7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76950"/>
            <a:ext cx="79248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2E7D6B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861F319-94B7-43E3-A500-37BA6D71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150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가로 배치는 슬라이스 전체를 훑어보기 위한 구성 · 병렬 실행과 선행 조건은 다음 장부터 표에서 확인</a:t>
            </a:r>
          </a:p>
        </p:txBody>
      </p:sp>
    </p:spTree>
    <p:extLst>
      <p:ext uri="{BB962C8B-B14F-4D97-AF65-F5344CB8AC3E}">
        <p14:creationId xmlns:p14="http://schemas.microsoft.com/office/powerpoint/2010/main" val="1101757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BE10A-1EB5-47CD-8EC0-F2D8B75A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D7D9D-CE30-4788-97D1-9502714D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접수와 실행 경로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132C4-F5A2-45FC-8545-10AA6CB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D98D8-C3BC-4D44-B412-E2CD827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A46F3-F944-4B94-AE60-58355F89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사용자 행동으로 문의를 접수하고, 접수 Event가 다음 자동화를 시작함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95288-331B-4A97-A5C6-9A946FE8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75215-9C69-4E00-8598-432E6DF1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B2B73-4DE6-4EAA-B7B2-30A846C8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3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시작 선택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문의 접수 화면에서 상담 시작을 선택하면 문의 접수가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문의를 접수하라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상담 질문,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문의가 접수되었음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접수 시각, 권한 확인 결과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AT-1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‘문의가 접수되었음’ Event가 발생하면 실행 경로 결정이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경로를 결정하라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권한 확인 결과, 상담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질문 해석 지원, 규칙 기반 코드가 경로 확정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경로가 정해졌음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 경로, 필수 여부, 대기시간, 선택 이유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887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111AB-3B2C-4A89-A753-0E3EDA5D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DD000-1B63-4825-9196-D77A394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정형검색과 유사도 검색을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6778E-49AC-4370-9FB4-15871819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3C089-30D2-4320-81A1-534AC251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DD0B4-BCAB-4C19-B588-9049D847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E-2가 발생하고 각 경로가 선택되면 C-3과 C-4는 서로의 결과를 기다리지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A65B5-785B-4261-A4E5-88B97513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B07CE-BBCB-4DD6-85EF-9AC0A01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21B77-083E-4289-847A-F96AAA9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4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AT-2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C-3 경로가 선택되면 고객 현황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현황을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조회 기준일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현황이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 ID, 상품 ID, 승인 사용액, 예측 특징, 출처, 기준시점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AT-3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C-4 경로가 선택되면 문서 후보 확보가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회원 ID, 접근 범위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ID, 관련 문단, 원문 위치, 버전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359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628FB-2E29-4797-BBAA-226F89D0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F310B-7131-440E-82CC-E59487F3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관계검색과 이탈 위험 예측을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9BC8B-8B34-4BFF-872D-9F973BB0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830E9-30BB-4ED9-AF39-F98C2E1F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1B8A8-0314-4CE5-B18E-B22EF864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C-5와 C-6은 E-3 결과가 준비된 뒤 시작하며 서로의 결과에는 의존하지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F1590-D119-4DC7-868A-C1739B11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9DBDF-0EE2-4061-A937-AD83B051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198C4-9666-449F-B0EE-3DC44978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5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AT-4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C-5가 선택되고 E-3의 카드·상품 ID가 준비되면 관계 경로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카드 ID, 상품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고객-카드-상품-문서 경로, 각 연결의 원천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AT-5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C-6이 선택되고 E-3의 예측 특징이 준비되면 이탈 위험 예측이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위험을 예측하라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 특징, 예측 기간, 모델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예측형 AI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위험이 예측되었음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확률, 위험 등급, 판단 신호, 예측 기간, 모델 버전, 특징 기준시점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061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D3A70-D9A2-4AAF-BA59-B42A9C32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A7C47-BEFA-4DF8-B0F7-A077BBB7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선택한 결과를 취합해 초안을 작성함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F5954-CD50-419D-BB66-FAC0935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F034C-8368-44CC-AE1F-8E52EF4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95BCC-F8D8-4B4A-8C4F-EC7ED37D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선택한 경로의 완료 상태를 확인한 뒤 근거를 선정하고 상담 초안을 작성함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C3008-6241-4A9D-83FF-AC97DFEF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96EC0-1160-4CA2-9E64-CA7DE911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B2B58-A66D-4FCD-A8B4-FE51858F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6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선정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필수 E-3·E-4·E-5가 완료되고 보조 E-6이 완료 또는 보류되면 근거 선정이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묶음을 선정하라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계획, E-3 ~ E-6 결과와 상태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묶음이 선정되었음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ID, 채택 근거, 제외 근거, 주의사항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AT-7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‘근거 묶음이 선정되었음’ Event가 발생하면 상담 초안 작성이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초안을 작성하라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묶음, 예측 결과 또는 상태, 고객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초안 생성, 규칙 기반 코드가 검증·저장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초안이 작성되었음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ID, 버전, 제안 내용, 근거 참조, 주의사항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066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526FC-FC6C-40EB-B7C3-35DE35B2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4D7D4-1952-4BB4-815D-E2FC328A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반환과 사람의 확인을 구분함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7EDE4-EC4A-4C23-8BAC-E2D12852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65FE5-3A76-4D50-A09A-FF953318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A54BE-DCD3-4601-94D8-4FC31716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서버가 데이터를 반환한 사실과 상담사가 내용을 확인한 사실을 각각 기록함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0FC75-44A8-4CE9-AC9A-B57C3DF0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70E81-659C-4D4B-875F-B8FDB674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D6D30-364E-4078-B4DF-7B143693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7 </a:t>
            </a: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/ 8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AT-8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반환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E-8이 발생하고 화면 요청이 도착하면 초안 반환이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데이터를 반환하고 반환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상담 ID, 초안 ID, 초안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데이터가 반환되었음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반환 초안 버전, 반환 시각, 반환 출처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선택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초안 검토 화면에서 확인을 선택하면 초안 확인 기록이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초안 ID, 초안 버전,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확인이 기록되었음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 ID, 확인 초안 버전, 확인 시각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EAB14-BC55-4D94-8E8E-4AF007E7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43625"/>
            <a:ext cx="96202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A965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EA448-4CF9-46EB-BBC3-51630608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81725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rPr>
              <a:t>저장된 초안을 다시 반환하면 E-9는 새로 생길 수 있음 · 새로 작성하지 않았다면 E-8은 반복하지 않음</a:t>
            </a:r>
          </a:p>
        </p:txBody>
      </p:sp>
    </p:spTree>
    <p:extLst>
      <p:ext uri="{BB962C8B-B14F-4D97-AF65-F5344CB8AC3E}">
        <p14:creationId xmlns:p14="http://schemas.microsoft.com/office/powerpoint/2010/main" val="333057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breadcrumb">
            <a:extLst xmlns:a="http://schemas.openxmlformats.org/drawingml/2006/main">
              <a:ext uri="{FF2B5EF4-FFF2-40B4-BE49-F238E27FC236}">
                <a16:creationId xmlns:a16="http://schemas.microsoft.com/office/drawing/2014/main" id="{3FBD5E03-5873-4A30-BC84-E9E44BEA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6단계 Swimlane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7F041F-DB8B-4E7B-A815-DC5178D4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스윔레인 매트릭스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26E7C34-DC86-4552-BD0E-8D443DB9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rule-accent">
            <a:extLst xmlns:a="http://schemas.openxmlformats.org/drawingml/2006/main">
              <a:ext uri="{FF2B5EF4-FFF2-40B4-BE49-F238E27FC236}">
                <a16:creationId xmlns:a16="http://schemas.microsoft.com/office/drawing/2014/main" id="{0F4BE8A8-5F4F-418B-921D-A7B57CC3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50E71735-113B-4790-A30D-4CF1D8EB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행은 업무 책임, 열은 워크플로우 단계이며 셀에는 Command와 Event만 배치함</a:t>
            </a:r>
          </a:p>
        </p:txBody>
      </p:sp>
      <p:sp>
        <p:nvSpPr>
          <p:cNvPr id="6" name="corner-header">
            <a:extLst xmlns:a="http://schemas.openxmlformats.org/drawingml/2006/main">
              <a:ext uri="{FF2B5EF4-FFF2-40B4-BE49-F238E27FC236}">
                <a16:creationId xmlns:a16="http://schemas.microsoft.com/office/drawing/2014/main" id="{E3798C35-A8AB-49D4-BF26-538D81F4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50495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Swimlane</a:t>
            </a:r>
          </a:p>
        </p:txBody>
      </p:sp>
      <p:sp>
        <p:nvSpPr>
          <p:cNvPr id="7" name="stage-1-bg">
            <a:extLst xmlns:a="http://schemas.openxmlformats.org/drawingml/2006/main">
              <a:ext uri="{FF2B5EF4-FFF2-40B4-BE49-F238E27FC236}">
                <a16:creationId xmlns:a16="http://schemas.microsoft.com/office/drawing/2014/main" id="{605C283A-E39C-4E7C-AE3B-3A55550D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stage-1-num">
            <a:extLst xmlns:a="http://schemas.openxmlformats.org/drawingml/2006/main">
              <a:ext uri="{FF2B5EF4-FFF2-40B4-BE49-F238E27FC236}">
                <a16:creationId xmlns:a16="http://schemas.microsoft.com/office/drawing/2014/main" id="{AE81E614-40EA-456C-BA80-CBB5B3E8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9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12343623-8F90-497C-B01C-FF31BAAB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10" name="stage-2-bg">
            <a:extLst xmlns:a="http://schemas.openxmlformats.org/drawingml/2006/main">
              <a:ext uri="{FF2B5EF4-FFF2-40B4-BE49-F238E27FC236}">
                <a16:creationId xmlns:a16="http://schemas.microsoft.com/office/drawing/2014/main" id="{DFAA9C99-9B21-4078-87B3-33CB5502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stage-2-num">
            <a:extLst xmlns:a="http://schemas.openxmlformats.org/drawingml/2006/main">
              <a:ext uri="{FF2B5EF4-FFF2-40B4-BE49-F238E27FC236}">
                <a16:creationId xmlns:a16="http://schemas.microsoft.com/office/drawing/2014/main" id="{F57628A7-415C-4B18-81AA-A85E04C0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096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26AF3C15-51D1-4A25-AA91-7121A3D3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321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실행 경로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결정</a:t>
            </a:r>
          </a:p>
        </p:txBody>
      </p:sp>
      <p:sp>
        <p:nvSpPr>
          <p:cNvPr id="13" name="stage-3-bg">
            <a:extLst xmlns:a="http://schemas.openxmlformats.org/drawingml/2006/main">
              <a:ext uri="{FF2B5EF4-FFF2-40B4-BE49-F238E27FC236}">
                <a16:creationId xmlns:a16="http://schemas.microsoft.com/office/drawing/2014/main" id="{AFA2A57B-4E0A-47F4-85F5-2C457266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stage-3-num">
            <a:extLst xmlns:a="http://schemas.openxmlformats.org/drawingml/2006/main">
              <a:ext uri="{FF2B5EF4-FFF2-40B4-BE49-F238E27FC236}">
                <a16:creationId xmlns:a16="http://schemas.microsoft.com/office/drawing/2014/main" id="{247D87A9-B32A-4E2B-B0DF-8D76A462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418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B0FA805C-2513-4BB3-A43B-768D3A6F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643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정보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확보</a:t>
            </a:r>
          </a:p>
        </p:txBody>
      </p:sp>
      <p:sp>
        <p:nvSpPr>
          <p:cNvPr id="16" name="stage-4-bg">
            <a:extLst xmlns:a="http://schemas.openxmlformats.org/drawingml/2006/main">
              <a:ext uri="{FF2B5EF4-FFF2-40B4-BE49-F238E27FC236}">
                <a16:creationId xmlns:a16="http://schemas.microsoft.com/office/drawing/2014/main" id="{491FC42A-3BB1-4132-98D2-518EE00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stage-4-num">
            <a:extLst xmlns:a="http://schemas.openxmlformats.org/drawingml/2006/main">
              <a:ext uri="{FF2B5EF4-FFF2-40B4-BE49-F238E27FC236}">
                <a16:creationId xmlns:a16="http://schemas.microsoft.com/office/drawing/2014/main" id="{4384A1C7-F09F-4671-B769-9E739E73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739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8" name="stage-4-label">
            <a:extLst xmlns:a="http://schemas.openxmlformats.org/drawingml/2006/main">
              <a:ext uri="{FF2B5EF4-FFF2-40B4-BE49-F238E27FC236}">
                <a16:creationId xmlns:a16="http://schemas.microsoft.com/office/drawing/2014/main" id="{678FA1CB-B8F1-4C5B-BB73-BBA26D07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964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제안 정보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구성</a:t>
            </a:r>
          </a:p>
        </p:txBody>
      </p:sp>
      <p:sp>
        <p:nvSpPr>
          <p:cNvPr id="19" name="stage-5-bg">
            <a:extLst xmlns:a="http://schemas.openxmlformats.org/drawingml/2006/main">
              <a:ext uri="{FF2B5EF4-FFF2-40B4-BE49-F238E27FC236}">
                <a16:creationId xmlns:a16="http://schemas.microsoft.com/office/drawing/2014/main" id="{EA462DDB-8888-483E-962D-CCE38617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stage-5-num">
            <a:extLst xmlns:a="http://schemas.openxmlformats.org/drawingml/2006/main">
              <a:ext uri="{FF2B5EF4-FFF2-40B4-BE49-F238E27FC236}">
                <a16:creationId xmlns:a16="http://schemas.microsoft.com/office/drawing/2014/main" id="{BC3BB4C4-3C7B-4074-9BA0-3D821036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61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1" name="stage-5-label">
            <a:extLst xmlns:a="http://schemas.openxmlformats.org/drawingml/2006/main">
              <a:ext uri="{FF2B5EF4-FFF2-40B4-BE49-F238E27FC236}">
                <a16:creationId xmlns:a16="http://schemas.microsoft.com/office/drawing/2014/main" id="{825AA4E7-6065-4230-9316-6833C5F6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286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작성</a:t>
            </a:r>
          </a:p>
        </p:txBody>
      </p:sp>
      <p:sp>
        <p:nvSpPr>
          <p:cNvPr id="22" name="stage-6-bg">
            <a:extLst xmlns:a="http://schemas.openxmlformats.org/drawingml/2006/main">
              <a:ext uri="{FF2B5EF4-FFF2-40B4-BE49-F238E27FC236}">
                <a16:creationId xmlns:a16="http://schemas.microsoft.com/office/drawing/2014/main" id="{ADEBCC48-CF78-4D5F-91C9-00FCAD8C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stage-6-num">
            <a:extLst xmlns:a="http://schemas.openxmlformats.org/drawingml/2006/main">
              <a:ext uri="{FF2B5EF4-FFF2-40B4-BE49-F238E27FC236}">
                <a16:creationId xmlns:a16="http://schemas.microsoft.com/office/drawing/2014/main" id="{9759D5F9-B7D9-4BC0-AD72-9E7EDDCA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382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24" name="stage-6-label">
            <a:extLst xmlns:a="http://schemas.openxmlformats.org/drawingml/2006/main">
              <a:ext uri="{FF2B5EF4-FFF2-40B4-BE49-F238E27FC236}">
                <a16:creationId xmlns:a16="http://schemas.microsoft.com/office/drawing/2014/main" id="{6CCA4FB6-76D5-41A1-A252-D1CA58D8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07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제공</a:t>
            </a:r>
          </a:p>
        </p:txBody>
      </p:sp>
      <p:sp>
        <p:nvSpPr>
          <p:cNvPr id="25" name="stage-7-bg">
            <a:extLst xmlns:a="http://schemas.openxmlformats.org/drawingml/2006/main">
              <a:ext uri="{FF2B5EF4-FFF2-40B4-BE49-F238E27FC236}">
                <a16:creationId xmlns:a16="http://schemas.microsoft.com/office/drawing/2014/main" id="{3758177F-4F61-4B0A-803A-A75FEAEA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1504950"/>
            <a:ext cx="1374321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stage-7-num">
            <a:extLst xmlns:a="http://schemas.openxmlformats.org/drawingml/2006/main">
              <a:ext uri="{FF2B5EF4-FFF2-40B4-BE49-F238E27FC236}">
                <a16:creationId xmlns:a16="http://schemas.microsoft.com/office/drawing/2014/main" id="{30796DB2-917E-40B6-8A5B-67235035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704" y="1600200"/>
            <a:ext cx="247650" cy="2857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27" name="stage-7-label">
            <a:extLst xmlns:a="http://schemas.openxmlformats.org/drawingml/2006/main">
              <a:ext uri="{FF2B5EF4-FFF2-40B4-BE49-F238E27FC236}">
                <a16:creationId xmlns:a16="http://schemas.microsoft.com/office/drawing/2014/main" id="{15BCCED8-A6DD-4863-AEBC-702BFAAD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1929" y="1543050"/>
            <a:ext cx="99332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  <a:p xmlns:a="http://schemas.openxmlformats.org/drawingml/2006/main">
            <a:pPr algn="ctr">
              <a:def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8" name="lane-1">
            <a:extLst xmlns:a="http://schemas.openxmlformats.org/drawingml/2006/main">
              <a:ext uri="{FF2B5EF4-FFF2-40B4-BE49-F238E27FC236}">
                <a16:creationId xmlns:a16="http://schemas.microsoft.com/office/drawing/2014/main" id="{4A236ACD-FC85-4BB6-AE49-372822C2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00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진행 관리</a:t>
            </a:r>
          </a:p>
        </p:txBody>
      </p:sp>
      <p:sp>
        <p:nvSpPr>
          <p:cNvPr id="29" name="cell-1-1">
            <a:extLst xmlns:a="http://schemas.openxmlformats.org/drawingml/2006/main">
              <a:ext uri="{FF2B5EF4-FFF2-40B4-BE49-F238E27FC236}">
                <a16:creationId xmlns:a16="http://schemas.microsoft.com/office/drawing/2014/main" id="{7DA883CB-0343-46C4-B9D0-4A4D4B35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0" name="cell-1-2">
            <a:extLst xmlns:a="http://schemas.openxmlformats.org/drawingml/2006/main">
              <a:ext uri="{FF2B5EF4-FFF2-40B4-BE49-F238E27FC236}">
                <a16:creationId xmlns:a16="http://schemas.microsoft.com/office/drawing/2014/main" id="{478F058A-72B5-4595-AF88-1EA10266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1" name="cell-1-3">
            <a:extLst xmlns:a="http://schemas.openxmlformats.org/drawingml/2006/main">
              <a:ext uri="{FF2B5EF4-FFF2-40B4-BE49-F238E27FC236}">
                <a16:creationId xmlns:a16="http://schemas.microsoft.com/office/drawing/2014/main" id="{C2D550F1-E6AC-4895-9CFB-86ED96BD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E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2" name="cell-1-4">
            <a:extLst xmlns:a="http://schemas.openxmlformats.org/drawingml/2006/main">
              <a:ext uri="{FF2B5EF4-FFF2-40B4-BE49-F238E27FC236}">
                <a16:creationId xmlns:a16="http://schemas.microsoft.com/office/drawing/2014/main" id="{9FEB8CD1-F433-49B7-9129-7A95D855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3" name="cell-1-5">
            <a:extLst xmlns:a="http://schemas.openxmlformats.org/drawingml/2006/main">
              <a:ext uri="{FF2B5EF4-FFF2-40B4-BE49-F238E27FC236}">
                <a16:creationId xmlns:a16="http://schemas.microsoft.com/office/drawing/2014/main" id="{DA09F338-39E9-41E6-8AF7-A0FACBB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4" name="cell-1-6">
            <a:extLst xmlns:a="http://schemas.openxmlformats.org/drawingml/2006/main">
              <a:ext uri="{FF2B5EF4-FFF2-40B4-BE49-F238E27FC236}">
                <a16:creationId xmlns:a16="http://schemas.microsoft.com/office/drawing/2014/main" id="{E8BD6098-46A4-4D8B-B2C9-6CBF96C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5" name="cell-1-7">
            <a:extLst xmlns:a="http://schemas.openxmlformats.org/drawingml/2006/main">
              <a:ext uri="{FF2B5EF4-FFF2-40B4-BE49-F238E27FC236}">
                <a16:creationId xmlns:a16="http://schemas.microsoft.com/office/drawing/2014/main" id="{AAC0668B-F231-48C7-B39E-39C78EA1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2000250"/>
            <a:ext cx="137432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6" name="lane-2">
            <a:extLst xmlns:a="http://schemas.openxmlformats.org/drawingml/2006/main">
              <a:ext uri="{FF2B5EF4-FFF2-40B4-BE49-F238E27FC236}">
                <a16:creationId xmlns:a16="http://schemas.microsoft.com/office/drawing/2014/main" id="{8D783656-8C19-4B71-AEA9-491678D9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860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실행 경로 관리</a:t>
            </a:r>
          </a:p>
        </p:txBody>
      </p:sp>
      <p:sp>
        <p:nvSpPr>
          <p:cNvPr id="37" name="cell-2-1">
            <a:extLst xmlns:a="http://schemas.openxmlformats.org/drawingml/2006/main">
              <a:ext uri="{FF2B5EF4-FFF2-40B4-BE49-F238E27FC236}">
                <a16:creationId xmlns:a16="http://schemas.microsoft.com/office/drawing/2014/main" id="{6A8DC60E-6D8C-4E2B-BA87-501DD026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8" name="cell-2-2">
            <a:extLst xmlns:a="http://schemas.openxmlformats.org/drawingml/2006/main">
              <a:ext uri="{FF2B5EF4-FFF2-40B4-BE49-F238E27FC236}">
                <a16:creationId xmlns:a16="http://schemas.microsoft.com/office/drawing/2014/main" id="{FF9B8037-E832-40DF-AB29-67A6DB84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39" name="cell-2-3">
            <a:extLst xmlns:a="http://schemas.openxmlformats.org/drawingml/2006/main">
              <a:ext uri="{FF2B5EF4-FFF2-40B4-BE49-F238E27FC236}">
                <a16:creationId xmlns:a16="http://schemas.microsoft.com/office/drawing/2014/main" id="{AD127118-ECA4-4D89-BF4B-C411464F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0" name="cell-2-4">
            <a:extLst xmlns:a="http://schemas.openxmlformats.org/drawingml/2006/main">
              <a:ext uri="{FF2B5EF4-FFF2-40B4-BE49-F238E27FC236}">
                <a16:creationId xmlns:a16="http://schemas.microsoft.com/office/drawing/2014/main" id="{50393290-323E-4F62-9298-6571E044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1" name="cell-2-5">
            <a:extLst xmlns:a="http://schemas.openxmlformats.org/drawingml/2006/main">
              <a:ext uri="{FF2B5EF4-FFF2-40B4-BE49-F238E27FC236}">
                <a16:creationId xmlns:a16="http://schemas.microsoft.com/office/drawing/2014/main" id="{5115B3AB-0B99-4DE8-9BF2-622FE7EF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2" name="cell-2-6">
            <a:extLst xmlns:a="http://schemas.openxmlformats.org/drawingml/2006/main">
              <a:ext uri="{FF2B5EF4-FFF2-40B4-BE49-F238E27FC236}">
                <a16:creationId xmlns:a16="http://schemas.microsoft.com/office/drawing/2014/main" id="{8B0DB042-03DC-4C35-B208-E1452258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3" name="cell-2-7">
            <a:extLst xmlns:a="http://schemas.openxmlformats.org/drawingml/2006/main">
              <a:ext uri="{FF2B5EF4-FFF2-40B4-BE49-F238E27FC236}">
                <a16:creationId xmlns:a16="http://schemas.microsoft.com/office/drawing/2014/main" id="{463B055E-2464-4D98-BEB9-6CD4C7B0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26860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4" name="lane-3">
            <a:extLst xmlns:a="http://schemas.openxmlformats.org/drawingml/2006/main">
              <a:ext uri="{FF2B5EF4-FFF2-40B4-BE49-F238E27FC236}">
                <a16:creationId xmlns:a16="http://schemas.microsoft.com/office/drawing/2014/main" id="{A65BD257-AC08-4CF7-B9EA-CFFF2EE6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956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고객 현황 조회</a:t>
            </a:r>
          </a:p>
        </p:txBody>
      </p:sp>
      <p:sp>
        <p:nvSpPr>
          <p:cNvPr id="45" name="cell-3-1">
            <a:extLst xmlns:a="http://schemas.openxmlformats.org/drawingml/2006/main">
              <a:ext uri="{FF2B5EF4-FFF2-40B4-BE49-F238E27FC236}">
                <a16:creationId xmlns:a16="http://schemas.microsoft.com/office/drawing/2014/main" id="{B03641C9-C1B2-4946-841D-63B9D97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6" name="cell-3-2">
            <a:extLst xmlns:a="http://schemas.openxmlformats.org/drawingml/2006/main">
              <a:ext uri="{FF2B5EF4-FFF2-40B4-BE49-F238E27FC236}">
                <a16:creationId xmlns:a16="http://schemas.microsoft.com/office/drawing/2014/main" id="{1C6724B4-32A4-4270-AF88-ABE9FEEF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7" name="cell-3-3">
            <a:extLst xmlns:a="http://schemas.openxmlformats.org/drawingml/2006/main">
              <a:ext uri="{FF2B5EF4-FFF2-40B4-BE49-F238E27FC236}">
                <a16:creationId xmlns:a16="http://schemas.microsoft.com/office/drawing/2014/main" id="{55D0F706-F6F3-443D-88D8-AFA81C2A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E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8" name="cell-3-4">
            <a:extLst xmlns:a="http://schemas.openxmlformats.org/drawingml/2006/main">
              <a:ext uri="{FF2B5EF4-FFF2-40B4-BE49-F238E27FC236}">
                <a16:creationId xmlns:a16="http://schemas.microsoft.com/office/drawing/2014/main" id="{B50F03AF-9F5D-4BAE-B842-D0D8E81A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49" name="cell-3-5">
            <a:extLst xmlns:a="http://schemas.openxmlformats.org/drawingml/2006/main">
              <a:ext uri="{FF2B5EF4-FFF2-40B4-BE49-F238E27FC236}">
                <a16:creationId xmlns:a16="http://schemas.microsoft.com/office/drawing/2014/main" id="{192D5502-5C79-4E30-8DC1-109E8280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0" name="cell-3-6">
            <a:extLst xmlns:a="http://schemas.openxmlformats.org/drawingml/2006/main">
              <a:ext uri="{FF2B5EF4-FFF2-40B4-BE49-F238E27FC236}">
                <a16:creationId xmlns:a16="http://schemas.microsoft.com/office/drawing/2014/main" id="{A77BDB22-86D0-4A53-B4C6-0E6F8ABF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1" name="cell-3-7">
            <a:extLst xmlns:a="http://schemas.openxmlformats.org/drawingml/2006/main">
              <a:ext uri="{FF2B5EF4-FFF2-40B4-BE49-F238E27FC236}">
                <a16:creationId xmlns:a16="http://schemas.microsoft.com/office/drawing/2014/main" id="{CB19FB27-B636-4092-AE77-8F5D6358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3295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2" name="lane-4">
            <a:extLst xmlns:a="http://schemas.openxmlformats.org/drawingml/2006/main">
              <a:ext uri="{FF2B5EF4-FFF2-40B4-BE49-F238E27FC236}">
                <a16:creationId xmlns:a16="http://schemas.microsoft.com/office/drawing/2014/main" id="{B7CFAE48-E693-4518-B93F-FD398604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9052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지식 검색</a:t>
            </a:r>
          </a:p>
        </p:txBody>
      </p:sp>
      <p:sp>
        <p:nvSpPr>
          <p:cNvPr id="53" name="cell-4-1">
            <a:extLst xmlns:a="http://schemas.openxmlformats.org/drawingml/2006/main">
              <a:ext uri="{FF2B5EF4-FFF2-40B4-BE49-F238E27FC236}">
                <a16:creationId xmlns:a16="http://schemas.microsoft.com/office/drawing/2014/main" id="{F5CC845F-9AE5-427D-8E81-319408F9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4" name="cell-4-2">
            <a:extLst xmlns:a="http://schemas.openxmlformats.org/drawingml/2006/main">
              <a:ext uri="{FF2B5EF4-FFF2-40B4-BE49-F238E27FC236}">
                <a16:creationId xmlns:a16="http://schemas.microsoft.com/office/drawing/2014/main" id="{C843BD30-C3A1-42B3-94CB-D2ADED47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5" name="cell-4-3">
            <a:extLst xmlns:a="http://schemas.openxmlformats.org/drawingml/2006/main">
              <a:ext uri="{FF2B5EF4-FFF2-40B4-BE49-F238E27FC236}">
                <a16:creationId xmlns:a16="http://schemas.microsoft.com/office/drawing/2014/main" id="{4CA5E1A2-EA7F-420B-B246-6FDC3D66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6" name="cell-4-4">
            <a:extLst xmlns:a="http://schemas.openxmlformats.org/drawingml/2006/main">
              <a:ext uri="{FF2B5EF4-FFF2-40B4-BE49-F238E27FC236}">
                <a16:creationId xmlns:a16="http://schemas.microsoft.com/office/drawing/2014/main" id="{CB0FA2A1-8939-4468-8915-02C6299B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7" name="cell-4-5">
            <a:extLst xmlns:a="http://schemas.openxmlformats.org/drawingml/2006/main">
              <a:ext uri="{FF2B5EF4-FFF2-40B4-BE49-F238E27FC236}">
                <a16:creationId xmlns:a16="http://schemas.microsoft.com/office/drawing/2014/main" id="{846C05A2-EE0F-4772-ABF7-4451D69C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8" name="cell-4-6">
            <a:extLst xmlns:a="http://schemas.openxmlformats.org/drawingml/2006/main">
              <a:ext uri="{FF2B5EF4-FFF2-40B4-BE49-F238E27FC236}">
                <a16:creationId xmlns:a16="http://schemas.microsoft.com/office/drawing/2014/main" id="{5571F162-034A-4C6C-89C2-CCDE872A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59" name="cell-4-7">
            <a:extLst xmlns:a="http://schemas.openxmlformats.org/drawingml/2006/main">
              <a:ext uri="{FF2B5EF4-FFF2-40B4-BE49-F238E27FC236}">
                <a16:creationId xmlns:a16="http://schemas.microsoft.com/office/drawing/2014/main" id="{D5D6226A-89A1-46C8-B117-5A825E6C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3905250"/>
            <a:ext cx="1374321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0" name="lane-5">
            <a:extLst xmlns:a="http://schemas.openxmlformats.org/drawingml/2006/main">
              <a:ext uri="{FF2B5EF4-FFF2-40B4-BE49-F238E27FC236}">
                <a16:creationId xmlns:a16="http://schemas.microsoft.com/office/drawing/2014/main" id="{294E18A4-A6E7-4AB2-A5D9-B92F8AC3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196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sp>
        <p:nvSpPr>
          <p:cNvPr id="61" name="cell-5-1">
            <a:extLst xmlns:a="http://schemas.openxmlformats.org/drawingml/2006/main">
              <a:ext uri="{FF2B5EF4-FFF2-40B4-BE49-F238E27FC236}">
                <a16:creationId xmlns:a16="http://schemas.microsoft.com/office/drawing/2014/main" id="{F7CD03CB-23B1-4B0D-8C2D-495A3553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2" name="cell-5-2">
            <a:extLst xmlns:a="http://schemas.openxmlformats.org/drawingml/2006/main">
              <a:ext uri="{FF2B5EF4-FFF2-40B4-BE49-F238E27FC236}">
                <a16:creationId xmlns:a16="http://schemas.microsoft.com/office/drawing/2014/main" id="{9DF444D8-2814-41D3-84B0-F7D7BA73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3" name="cell-5-3">
            <a:extLst xmlns:a="http://schemas.openxmlformats.org/drawingml/2006/main">
              <a:ext uri="{FF2B5EF4-FFF2-40B4-BE49-F238E27FC236}">
                <a16:creationId xmlns:a16="http://schemas.microsoft.com/office/drawing/2014/main" id="{34FDCC37-184B-4320-9BF6-D78B7493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E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4" name="cell-5-4">
            <a:extLst xmlns:a="http://schemas.openxmlformats.org/drawingml/2006/main">
              <a:ext uri="{FF2B5EF4-FFF2-40B4-BE49-F238E27FC236}">
                <a16:creationId xmlns:a16="http://schemas.microsoft.com/office/drawing/2014/main" id="{B081B810-AE7E-41E0-81CC-4B671810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5" name="cell-5-5">
            <a:extLst xmlns:a="http://schemas.openxmlformats.org/drawingml/2006/main">
              <a:ext uri="{FF2B5EF4-FFF2-40B4-BE49-F238E27FC236}">
                <a16:creationId xmlns:a16="http://schemas.microsoft.com/office/drawing/2014/main" id="{8E5992F3-2DA0-41EE-A08A-069A85F6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6" name="cell-5-6">
            <a:extLst xmlns:a="http://schemas.openxmlformats.org/drawingml/2006/main">
              <a:ext uri="{FF2B5EF4-FFF2-40B4-BE49-F238E27FC236}">
                <a16:creationId xmlns:a16="http://schemas.microsoft.com/office/drawing/2014/main" id="{D93CD234-2285-4DA7-A1B2-B3E65840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7" name="cell-5-7">
            <a:extLst xmlns:a="http://schemas.openxmlformats.org/drawingml/2006/main">
              <a:ext uri="{FF2B5EF4-FFF2-40B4-BE49-F238E27FC236}">
                <a16:creationId xmlns:a16="http://schemas.microsoft.com/office/drawing/2014/main" id="{94763E9E-D1FB-43BA-9CBD-DC88B4F6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4819650"/>
            <a:ext cx="1374321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68" name="lane-6">
            <a:extLst xmlns:a="http://schemas.openxmlformats.org/drawingml/2006/main">
              <a:ext uri="{FF2B5EF4-FFF2-40B4-BE49-F238E27FC236}">
                <a16:creationId xmlns:a16="http://schemas.microsoft.com/office/drawing/2014/main" id="{C37AA8BC-F700-430D-B1F6-952B0B20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29250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7620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제안</a:t>
            </a:r>
          </a:p>
        </p:txBody>
      </p:sp>
      <p:sp>
        <p:nvSpPr>
          <p:cNvPr id="69" name="cell-6-1">
            <a:extLst xmlns:a="http://schemas.openxmlformats.org/drawingml/2006/main">
              <a:ext uri="{FF2B5EF4-FFF2-40B4-BE49-F238E27FC236}">
                <a16:creationId xmlns:a16="http://schemas.microsoft.com/office/drawing/2014/main" id="{D144EDC7-95CD-44DB-9F01-7F5EE4CA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0" name="cell-6-2">
            <a:extLst xmlns:a="http://schemas.openxmlformats.org/drawingml/2006/main">
              <a:ext uri="{FF2B5EF4-FFF2-40B4-BE49-F238E27FC236}">
                <a16:creationId xmlns:a16="http://schemas.microsoft.com/office/drawing/2014/main" id="{8944C18A-9E51-41DE-8688-5A050631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421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1" name="cell-6-3">
            <a:extLst xmlns:a="http://schemas.openxmlformats.org/drawingml/2006/main">
              <a:ext uri="{FF2B5EF4-FFF2-40B4-BE49-F238E27FC236}">
                <a16:creationId xmlns:a16="http://schemas.microsoft.com/office/drawing/2014/main" id="{132E38BE-CFC9-4E05-85CF-D40781DD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43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2" name="cell-6-4">
            <a:extLst xmlns:a="http://schemas.openxmlformats.org/drawingml/2006/main">
              <a:ext uri="{FF2B5EF4-FFF2-40B4-BE49-F238E27FC236}">
                <a16:creationId xmlns:a16="http://schemas.microsoft.com/office/drawing/2014/main" id="{BF0A2A2C-4153-4C2C-98D4-63C49BF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064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3" name="cell-6-5">
            <a:extLst xmlns:a="http://schemas.openxmlformats.org/drawingml/2006/main">
              <a:ext uri="{FF2B5EF4-FFF2-40B4-BE49-F238E27FC236}">
                <a16:creationId xmlns:a16="http://schemas.microsoft.com/office/drawing/2014/main" id="{4558C475-126D-43C0-A62A-AB2E3599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386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4" name="cell-6-6">
            <a:extLst xmlns:a="http://schemas.openxmlformats.org/drawingml/2006/main">
              <a:ext uri="{FF2B5EF4-FFF2-40B4-BE49-F238E27FC236}">
                <a16:creationId xmlns:a16="http://schemas.microsoft.com/office/drawing/2014/main" id="{5D476458-D552-4965-99D7-80E062F9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707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5" name="cell-6-7">
            <a:extLst xmlns:a="http://schemas.openxmlformats.org/drawingml/2006/main">
              <a:ext uri="{FF2B5EF4-FFF2-40B4-BE49-F238E27FC236}">
                <a16:creationId xmlns:a16="http://schemas.microsoft.com/office/drawing/2014/main" id="{E1C62D49-44F2-4139-8242-2B0E1965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5429250"/>
            <a:ext cx="1374321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76" name="C-1-badge">
            <a:extLst xmlns:a="http://schemas.openxmlformats.org/drawingml/2006/main">
              <a:ext uri="{FF2B5EF4-FFF2-40B4-BE49-F238E27FC236}">
                <a16:creationId xmlns:a16="http://schemas.microsoft.com/office/drawing/2014/main" id="{717BCEFD-D942-4BE1-B866-BE9A0637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85975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</a:t>
            </a:r>
          </a:p>
        </p:txBody>
      </p:sp>
      <p:sp>
        <p:nvSpPr>
          <p:cNvPr id="77" name="C-1-title">
            <a:extLst xmlns:a="http://schemas.openxmlformats.org/drawingml/2006/main">
              <a:ext uri="{FF2B5EF4-FFF2-40B4-BE49-F238E27FC236}">
                <a16:creationId xmlns:a16="http://schemas.microsoft.com/office/drawing/2014/main" id="{CA186E1F-024B-430E-9EC2-2FCD1A03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85975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78" name="E-1-badge">
            <a:extLst xmlns:a="http://schemas.openxmlformats.org/drawingml/2006/main">
              <a:ext uri="{FF2B5EF4-FFF2-40B4-BE49-F238E27FC236}">
                <a16:creationId xmlns:a16="http://schemas.microsoft.com/office/drawing/2014/main" id="{032A707F-E974-449D-A381-5D0E6F01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62200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</a:t>
            </a:r>
          </a:p>
        </p:txBody>
      </p:sp>
      <p:sp>
        <p:nvSpPr>
          <p:cNvPr id="79" name="E-1-title">
            <a:extLst xmlns:a="http://schemas.openxmlformats.org/drawingml/2006/main">
              <a:ext uri="{FF2B5EF4-FFF2-40B4-BE49-F238E27FC236}">
                <a16:creationId xmlns:a16="http://schemas.microsoft.com/office/drawing/2014/main" id="{61ED9A3B-04C7-408F-B3BE-1576CF7C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62200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 접수됨</a:t>
            </a:r>
          </a:p>
        </p:txBody>
      </p:sp>
      <p:sp>
        <p:nvSpPr>
          <p:cNvPr id="80" name="C-9-badge">
            <a:extLst xmlns:a="http://schemas.openxmlformats.org/drawingml/2006/main">
              <a:ext uri="{FF2B5EF4-FFF2-40B4-BE49-F238E27FC236}">
                <a16:creationId xmlns:a16="http://schemas.microsoft.com/office/drawing/2014/main" id="{3C3FEC54-EFE3-4F69-898B-CBE6F95A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807" y="2085975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C-9</a:t>
            </a:r>
          </a:p>
        </p:txBody>
      </p:sp>
      <p:sp>
        <p:nvSpPr>
          <p:cNvPr id="81" name="C-9-title">
            <a:extLst xmlns:a="http://schemas.openxmlformats.org/drawingml/2006/main">
              <a:ext uri="{FF2B5EF4-FFF2-40B4-BE49-F238E27FC236}">
                <a16:creationId xmlns:a16="http://schemas.microsoft.com/office/drawing/2014/main" id="{0FEA6E1E-6500-46A1-B2C9-D1799FC3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807" y="2085975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9704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제안 데이터 제공</a:t>
            </a:r>
          </a:p>
        </p:txBody>
      </p:sp>
      <p:sp>
        <p:nvSpPr>
          <p:cNvPr id="82" name="E-9-badge">
            <a:extLst xmlns:a="http://schemas.openxmlformats.org/drawingml/2006/main">
              <a:ext uri="{FF2B5EF4-FFF2-40B4-BE49-F238E27FC236}">
                <a16:creationId xmlns:a16="http://schemas.microsoft.com/office/drawing/2014/main" id="{85F5877D-39BE-4105-B265-0B6444C7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807" y="2362200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E-9</a:t>
            </a:r>
          </a:p>
        </p:txBody>
      </p:sp>
      <p:sp>
        <p:nvSpPr>
          <p:cNvPr id="83" name="E-9-title">
            <a:extLst xmlns:a="http://schemas.openxmlformats.org/drawingml/2006/main">
              <a:ext uri="{FF2B5EF4-FFF2-40B4-BE49-F238E27FC236}">
                <a16:creationId xmlns:a16="http://schemas.microsoft.com/office/drawing/2014/main" id="{8AC2DE23-52D9-4C39-B1C5-3B085E0C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807" y="2362200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8605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제안 데이터 반환됨</a:t>
            </a:r>
          </a:p>
        </p:txBody>
      </p:sp>
      <p:sp>
        <p:nvSpPr>
          <p:cNvPr id="84" name="C-10-badge">
            <a:extLst xmlns:a="http://schemas.openxmlformats.org/drawingml/2006/main">
              <a:ext uri="{FF2B5EF4-FFF2-40B4-BE49-F238E27FC236}">
                <a16:creationId xmlns:a16="http://schemas.microsoft.com/office/drawing/2014/main" id="{59840226-62B8-460A-A1A7-C8AE540F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129" y="2085975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C-10</a:t>
            </a:r>
          </a:p>
        </p:txBody>
      </p:sp>
      <p:sp>
        <p:nvSpPr>
          <p:cNvPr id="85" name="C-10-title">
            <a:extLst xmlns:a="http://schemas.openxmlformats.org/drawingml/2006/main">
              <a:ext uri="{FF2B5EF4-FFF2-40B4-BE49-F238E27FC236}">
                <a16:creationId xmlns:a16="http://schemas.microsoft.com/office/drawing/2014/main" id="{D4E0D546-417E-4C0E-B8BD-7FB8DA9D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129" y="2085975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제안 확인 기록</a:t>
            </a:r>
          </a:p>
        </p:txBody>
      </p:sp>
      <p:sp>
        <p:nvSpPr>
          <p:cNvPr id="86" name="E-10-badge">
            <a:extLst xmlns:a="http://schemas.openxmlformats.org/drawingml/2006/main">
              <a:ext uri="{FF2B5EF4-FFF2-40B4-BE49-F238E27FC236}">
                <a16:creationId xmlns:a16="http://schemas.microsoft.com/office/drawing/2014/main" id="{AA7ABF95-83F3-4BE6-86FF-A743E4E3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129" y="2362200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E-10</a:t>
            </a:r>
          </a:p>
        </p:txBody>
      </p:sp>
      <p:sp>
        <p:nvSpPr>
          <p:cNvPr id="87" name="E-10-title">
            <a:extLst xmlns:a="http://schemas.openxmlformats.org/drawingml/2006/main">
              <a:ext uri="{FF2B5EF4-FFF2-40B4-BE49-F238E27FC236}">
                <a16:creationId xmlns:a16="http://schemas.microsoft.com/office/drawing/2014/main" id="{CAED4ED8-C962-4D00-8F8A-42857D67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129" y="2362200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9704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제안 확인 기록됨</a:t>
            </a:r>
          </a:p>
        </p:txBody>
      </p:sp>
      <p:sp>
        <p:nvSpPr>
          <p:cNvPr id="88" name="C-2-badge">
            <a:extLst xmlns:a="http://schemas.openxmlformats.org/drawingml/2006/main">
              <a:ext uri="{FF2B5EF4-FFF2-40B4-BE49-F238E27FC236}">
                <a16:creationId xmlns:a16="http://schemas.microsoft.com/office/drawing/2014/main" id="{6FC76AF6-5FED-45C0-9044-0FD13507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521" y="2733675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C-2</a:t>
            </a:r>
          </a:p>
        </p:txBody>
      </p:sp>
      <p:sp>
        <p:nvSpPr>
          <p:cNvPr id="89" name="C-2-title">
            <a:extLst xmlns:a="http://schemas.openxmlformats.org/drawingml/2006/main">
              <a:ext uri="{FF2B5EF4-FFF2-40B4-BE49-F238E27FC236}">
                <a16:creationId xmlns:a16="http://schemas.microsoft.com/office/drawing/2014/main" id="{18D8FF81-9F11-48A5-85E5-336B9E46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21" y="2733675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실행 경로 결정</a:t>
            </a:r>
          </a:p>
        </p:txBody>
      </p:sp>
      <p:sp>
        <p:nvSpPr>
          <p:cNvPr id="90" name="E-2-badge">
            <a:extLst xmlns:a="http://schemas.openxmlformats.org/drawingml/2006/main">
              <a:ext uri="{FF2B5EF4-FFF2-40B4-BE49-F238E27FC236}">
                <a16:creationId xmlns:a16="http://schemas.microsoft.com/office/drawing/2014/main" id="{430B2672-D978-48CE-948C-8B4E091F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521" y="3009900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E-2</a:t>
            </a:r>
          </a:p>
        </p:txBody>
      </p:sp>
      <p:sp>
        <p:nvSpPr>
          <p:cNvPr id="91" name="E-2-title">
            <a:extLst xmlns:a="http://schemas.openxmlformats.org/drawingml/2006/main">
              <a:ext uri="{FF2B5EF4-FFF2-40B4-BE49-F238E27FC236}">
                <a16:creationId xmlns:a16="http://schemas.microsoft.com/office/drawing/2014/main" id="{1216002B-FEA3-4739-8E44-3958AED6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21" y="3009900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9704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실행 경로 결정됨</a:t>
            </a:r>
          </a:p>
        </p:txBody>
      </p:sp>
      <p:sp>
        <p:nvSpPr>
          <p:cNvPr id="92" name="C-3-badge">
            <a:extLst xmlns:a="http://schemas.openxmlformats.org/drawingml/2006/main">
              <a:ext uri="{FF2B5EF4-FFF2-40B4-BE49-F238E27FC236}">
                <a16:creationId xmlns:a16="http://schemas.microsoft.com/office/drawing/2014/main" id="{888E69F6-6C98-44B3-80F5-87D8969A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843" y="3343275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C-3</a:t>
            </a:r>
          </a:p>
        </p:txBody>
      </p:sp>
      <p:sp>
        <p:nvSpPr>
          <p:cNvPr id="93" name="C-3-title">
            <a:extLst xmlns:a="http://schemas.openxmlformats.org/drawingml/2006/main">
              <a:ext uri="{FF2B5EF4-FFF2-40B4-BE49-F238E27FC236}">
                <a16:creationId xmlns:a16="http://schemas.microsoft.com/office/drawing/2014/main" id="{7FC22858-7A25-48AE-92CD-5F0B21CF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843" y="3343275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현황 확보</a:t>
            </a:r>
          </a:p>
        </p:txBody>
      </p:sp>
      <p:sp>
        <p:nvSpPr>
          <p:cNvPr id="94" name="E-3-badge">
            <a:extLst xmlns:a="http://schemas.openxmlformats.org/drawingml/2006/main">
              <a:ext uri="{FF2B5EF4-FFF2-40B4-BE49-F238E27FC236}">
                <a16:creationId xmlns:a16="http://schemas.microsoft.com/office/drawing/2014/main" id="{AA4C16A8-2D4C-479E-B9E8-E2A7AE47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843" y="3619500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E-3</a:t>
            </a:r>
          </a:p>
        </p:txBody>
      </p:sp>
      <p:sp>
        <p:nvSpPr>
          <p:cNvPr id="95" name="E-3-title">
            <a:extLst xmlns:a="http://schemas.openxmlformats.org/drawingml/2006/main">
              <a:ext uri="{FF2B5EF4-FFF2-40B4-BE49-F238E27FC236}">
                <a16:creationId xmlns:a16="http://schemas.microsoft.com/office/drawing/2014/main" id="{B3CC4515-D58A-48F6-8A59-90530D8C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843" y="3619500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9704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현황 확보됨</a:t>
            </a:r>
          </a:p>
        </p:txBody>
      </p:sp>
      <p:sp>
        <p:nvSpPr>
          <p:cNvPr id="96" name="C-4-badge">
            <a:extLst xmlns:a="http://schemas.openxmlformats.org/drawingml/2006/main">
              <a:ext uri="{FF2B5EF4-FFF2-40B4-BE49-F238E27FC236}">
                <a16:creationId xmlns:a16="http://schemas.microsoft.com/office/drawing/2014/main" id="{1B40C587-5EDF-4925-95FE-6B37304E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843" y="3952875"/>
            <a:ext cx="314325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C-4</a:t>
            </a:r>
          </a:p>
        </p:txBody>
      </p:sp>
      <p:sp>
        <p:nvSpPr>
          <p:cNvPr id="97" name="C-4-title">
            <a:extLst xmlns:a="http://schemas.openxmlformats.org/drawingml/2006/main">
              <a:ext uri="{FF2B5EF4-FFF2-40B4-BE49-F238E27FC236}">
                <a16:creationId xmlns:a16="http://schemas.microsoft.com/office/drawing/2014/main" id="{06B25EC2-C336-49BD-AF9E-AA4DC96F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743" y="3952875"/>
            <a:ext cx="955221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관련 문단 검색</a:t>
            </a:r>
          </a:p>
        </p:txBody>
      </p:sp>
      <p:sp>
        <p:nvSpPr>
          <p:cNvPr id="98" name="E-4-badge">
            <a:extLst xmlns:a="http://schemas.openxmlformats.org/drawingml/2006/main">
              <a:ext uri="{FF2B5EF4-FFF2-40B4-BE49-F238E27FC236}">
                <a16:creationId xmlns:a16="http://schemas.microsoft.com/office/drawing/2014/main" id="{F3DCFEC3-25FF-4DA1-8B33-B8160DD3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843" y="4162425"/>
            <a:ext cx="314325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E-4</a:t>
            </a:r>
          </a:p>
        </p:txBody>
      </p:sp>
      <p:sp>
        <p:nvSpPr>
          <p:cNvPr id="99" name="E-4-title">
            <a:extLst xmlns:a="http://schemas.openxmlformats.org/drawingml/2006/main">
              <a:ext uri="{FF2B5EF4-FFF2-40B4-BE49-F238E27FC236}">
                <a16:creationId xmlns:a16="http://schemas.microsoft.com/office/drawing/2014/main" id="{80562E13-9131-40C8-823A-6C54B29C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743" y="4162425"/>
            <a:ext cx="955221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관련 문단 확보됨</a:t>
            </a:r>
          </a:p>
        </p:txBody>
      </p:sp>
      <p:sp>
        <p:nvSpPr>
          <p:cNvPr id="100" name="C-5-badge">
            <a:extLst xmlns:a="http://schemas.openxmlformats.org/drawingml/2006/main">
              <a:ext uri="{FF2B5EF4-FFF2-40B4-BE49-F238E27FC236}">
                <a16:creationId xmlns:a16="http://schemas.microsoft.com/office/drawing/2014/main" id="{D889FDFD-0B74-44F5-8708-01C91419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843" y="4371975"/>
            <a:ext cx="314325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C-5</a:t>
            </a:r>
          </a:p>
        </p:txBody>
      </p:sp>
      <p:sp>
        <p:nvSpPr>
          <p:cNvPr id="101" name="C-5-title">
            <a:extLst xmlns:a="http://schemas.openxmlformats.org/drawingml/2006/main">
              <a:ext uri="{FF2B5EF4-FFF2-40B4-BE49-F238E27FC236}">
                <a16:creationId xmlns:a16="http://schemas.microsoft.com/office/drawing/2014/main" id="{284B6D11-E71C-48BD-B2E3-0B4DFBD6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743" y="4371975"/>
            <a:ext cx="955221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카드 근거 조회</a:t>
            </a:r>
          </a:p>
        </p:txBody>
      </p:sp>
      <p:sp>
        <p:nvSpPr>
          <p:cNvPr id="102" name="E-5-badge">
            <a:extLst xmlns:a="http://schemas.openxmlformats.org/drawingml/2006/main">
              <a:ext uri="{FF2B5EF4-FFF2-40B4-BE49-F238E27FC236}">
                <a16:creationId xmlns:a16="http://schemas.microsoft.com/office/drawing/2014/main" id="{30C481B8-3ECD-4B39-AC56-04BFAEE4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843" y="4581525"/>
            <a:ext cx="314325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E-5</a:t>
            </a:r>
          </a:p>
        </p:txBody>
      </p:sp>
      <p:sp>
        <p:nvSpPr>
          <p:cNvPr id="103" name="E-5-title">
            <a:extLst xmlns:a="http://schemas.openxmlformats.org/drawingml/2006/main">
              <a:ext uri="{FF2B5EF4-FFF2-40B4-BE49-F238E27FC236}">
                <a16:creationId xmlns:a16="http://schemas.microsoft.com/office/drawing/2014/main" id="{B02781F1-C823-4F2F-A88A-4883F3F3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743" y="4581525"/>
            <a:ext cx="955221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카드 근거 확보됨</a:t>
            </a:r>
          </a:p>
        </p:txBody>
      </p:sp>
      <p:sp>
        <p:nvSpPr>
          <p:cNvPr id="104" name="C-6-badge">
            <a:extLst xmlns:a="http://schemas.openxmlformats.org/drawingml/2006/main">
              <a:ext uri="{FF2B5EF4-FFF2-40B4-BE49-F238E27FC236}">
                <a16:creationId xmlns:a16="http://schemas.microsoft.com/office/drawing/2014/main" id="{7850A319-C6BB-4E82-A137-C2578D41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843" y="4867275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C-6</a:t>
            </a:r>
          </a:p>
        </p:txBody>
      </p:sp>
      <p:sp>
        <p:nvSpPr>
          <p:cNvPr id="105" name="C-6-title">
            <a:extLst xmlns:a="http://schemas.openxmlformats.org/drawingml/2006/main">
              <a:ext uri="{FF2B5EF4-FFF2-40B4-BE49-F238E27FC236}">
                <a16:creationId xmlns:a16="http://schemas.microsoft.com/office/drawing/2014/main" id="{91DB5B2F-AFCC-48C9-85B2-D470F44A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843" y="4867275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sp>
        <p:nvSpPr>
          <p:cNvPr id="106" name="E-6-badge">
            <a:extLst xmlns:a="http://schemas.openxmlformats.org/drawingml/2006/main">
              <a:ext uri="{FF2B5EF4-FFF2-40B4-BE49-F238E27FC236}">
                <a16:creationId xmlns:a16="http://schemas.microsoft.com/office/drawing/2014/main" id="{306FB17C-2E0E-4582-BD54-AF937164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843" y="5143500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E-6</a:t>
            </a:r>
          </a:p>
        </p:txBody>
      </p:sp>
      <p:sp>
        <p:nvSpPr>
          <p:cNvPr id="107" name="E-6-title">
            <a:extLst xmlns:a="http://schemas.openxmlformats.org/drawingml/2006/main">
              <a:ext uri="{FF2B5EF4-FFF2-40B4-BE49-F238E27FC236}">
                <a16:creationId xmlns:a16="http://schemas.microsoft.com/office/drawing/2014/main" id="{CF45AC71-519F-4F90-BD23-0B09067F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843" y="5143500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9704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이탈 위험 예측됨</a:t>
            </a:r>
          </a:p>
        </p:txBody>
      </p:sp>
      <p:sp>
        <p:nvSpPr>
          <p:cNvPr id="108" name="C-7-badge">
            <a:extLst xmlns:a="http://schemas.openxmlformats.org/drawingml/2006/main">
              <a:ext uri="{FF2B5EF4-FFF2-40B4-BE49-F238E27FC236}">
                <a16:creationId xmlns:a16="http://schemas.microsoft.com/office/drawing/2014/main" id="{70E2BD5C-451A-4A6E-8150-909290FF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164" y="5534025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C-7</a:t>
            </a:r>
          </a:p>
        </p:txBody>
      </p:sp>
      <p:sp>
        <p:nvSpPr>
          <p:cNvPr id="109" name="C-7-title">
            <a:extLst xmlns:a="http://schemas.openxmlformats.org/drawingml/2006/main">
              <a:ext uri="{FF2B5EF4-FFF2-40B4-BE49-F238E27FC236}">
                <a16:creationId xmlns:a16="http://schemas.microsoft.com/office/drawing/2014/main" id="{98879DF3-4058-478F-A39B-A05D1291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164" y="5534025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제안 정보 선별</a:t>
            </a:r>
          </a:p>
        </p:txBody>
      </p:sp>
      <p:sp>
        <p:nvSpPr>
          <p:cNvPr id="110" name="E-7-badge">
            <a:extLst xmlns:a="http://schemas.openxmlformats.org/drawingml/2006/main">
              <a:ext uri="{FF2B5EF4-FFF2-40B4-BE49-F238E27FC236}">
                <a16:creationId xmlns:a16="http://schemas.microsoft.com/office/drawing/2014/main" id="{FA3FE32D-FACE-4747-A338-01D4760B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4164" y="5810250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E-7</a:t>
            </a:r>
          </a:p>
        </p:txBody>
      </p:sp>
      <p:sp>
        <p:nvSpPr>
          <p:cNvPr id="111" name="E-7-title">
            <a:extLst xmlns:a="http://schemas.openxmlformats.org/drawingml/2006/main">
              <a:ext uri="{FF2B5EF4-FFF2-40B4-BE49-F238E27FC236}">
                <a16:creationId xmlns:a16="http://schemas.microsoft.com/office/drawing/2014/main" id="{E44FBBAC-445C-49E5-AC9A-08CFA720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164" y="5810250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9704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제안 정보 구성됨</a:t>
            </a:r>
          </a:p>
        </p:txBody>
      </p:sp>
      <p:sp>
        <p:nvSpPr>
          <p:cNvPr id="112" name="C-8-badge">
            <a:extLst xmlns:a="http://schemas.openxmlformats.org/drawingml/2006/main">
              <a:ext uri="{FF2B5EF4-FFF2-40B4-BE49-F238E27FC236}">
                <a16:creationId xmlns:a16="http://schemas.microsoft.com/office/drawing/2014/main" id="{2F6BA402-1E46-4775-9EA8-EFB9159A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486" y="5534025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C-8</a:t>
            </a:r>
          </a:p>
        </p:txBody>
      </p:sp>
      <p:sp>
        <p:nvSpPr>
          <p:cNvPr id="113" name="C-8-title">
            <a:extLst xmlns:a="http://schemas.openxmlformats.org/drawingml/2006/main">
              <a:ext uri="{FF2B5EF4-FFF2-40B4-BE49-F238E27FC236}">
                <a16:creationId xmlns:a16="http://schemas.microsoft.com/office/drawing/2014/main" id="{47968270-2503-4D87-BE39-F7674B8E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486" y="5534025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상담 제안 작성</a:t>
            </a:r>
          </a:p>
        </p:txBody>
      </p:sp>
      <p:sp>
        <p:nvSpPr>
          <p:cNvPr id="114" name="E-8-badge">
            <a:extLst xmlns:a="http://schemas.openxmlformats.org/drawingml/2006/main">
              <a:ext uri="{FF2B5EF4-FFF2-40B4-BE49-F238E27FC236}">
                <a16:creationId xmlns:a16="http://schemas.microsoft.com/office/drawing/2014/main" id="{68D6B22E-9994-4AD3-AE0D-50843CF8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486" y="5810250"/>
            <a:ext cx="3524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E-8</a:t>
            </a:r>
          </a:p>
        </p:txBody>
      </p:sp>
      <p:sp>
        <p:nvSpPr>
          <p:cNvPr id="115" name="E-8-title">
            <a:extLst xmlns:a="http://schemas.openxmlformats.org/drawingml/2006/main">
              <a:ext uri="{FF2B5EF4-FFF2-40B4-BE49-F238E27FC236}">
                <a16:creationId xmlns:a16="http://schemas.microsoft.com/office/drawing/2014/main" id="{87B01866-CA59-4BB7-AEB7-40DC819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486" y="5810250"/>
            <a:ext cx="917121" cy="238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0EC"/>
            </a:solidFill>
            <a:prstDash val="solid"/>
          </a:ln>
        </p:spPr>
        <p:txBody>
          <a:bodyPr xmlns:a="http://schemas.openxmlformats.org/drawingml/2006/main" wrap="square" lIns="38100" tIns="0" rIns="19050" bIns="0" anchor="ctr">
            <a:normAutofit fontScale="9704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상담 제안 작성됨</a:t>
            </a:r>
          </a:p>
        </p:txBody>
      </p:sp>
      <p:sp>
        <p:nvSpPr>
          <p:cNvPr id="116" name="parallel-marker">
            <a:extLst xmlns:a="http://schemas.openxmlformats.org/drawingml/2006/main">
              <a:ext uri="{FF2B5EF4-FFF2-40B4-BE49-F238E27FC236}">
                <a16:creationId xmlns:a16="http://schemas.microsoft.com/office/drawing/2014/main" id="{F281E923-5637-425A-9232-20B83A33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043" y="1952625"/>
            <a:ext cx="1145721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E74C6"/>
            </a:solidFill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8534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5E9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55E9F"/>
                </a:solidFill>
                <a:latin typeface="Pretendard"/>
                <a:ea typeface="Pretendard"/>
                <a:cs typeface="Pretendard"/>
              </a:rPr>
              <a:t>조건에 따라 병렬</a:t>
            </a:r>
          </a:p>
        </p:txBody>
      </p:sp>
      <p:sp>
        <p:nvSpPr>
          <p:cNvPr id="117" name="legend-command">
            <a:extLst xmlns:a="http://schemas.openxmlformats.org/drawingml/2006/main">
              <a:ext uri="{FF2B5EF4-FFF2-40B4-BE49-F238E27FC236}">
                <a16:creationId xmlns:a16="http://schemas.microsoft.com/office/drawing/2014/main" id="{712DBF63-2C69-4809-99DC-39922753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210300"/>
            <a:ext cx="904875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18" name="legend-event">
            <a:extLst xmlns:a="http://schemas.openxmlformats.org/drawingml/2006/main">
              <a:ext uri="{FF2B5EF4-FFF2-40B4-BE49-F238E27FC236}">
                <a16:creationId xmlns:a16="http://schemas.microsoft.com/office/drawing/2014/main" id="{7846311F-6A71-45E9-8699-A3F90D10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210300"/>
            <a:ext cx="809625" cy="2381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19" name="legend-note">
            <a:extLst xmlns:a="http://schemas.openxmlformats.org/drawingml/2006/main">
              <a:ext uri="{FF2B5EF4-FFF2-40B4-BE49-F238E27FC236}">
                <a16:creationId xmlns:a16="http://schemas.microsoft.com/office/drawing/2014/main" id="{FFBAF3BD-9688-4793-84D9-A602DFB9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210300"/>
            <a:ext cx="4429125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7620">
            <a:solidFill>
              <a:srgbClr val="258A72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화면·Trigger·Read Model은 Slice 상세표에서 확인</a:t>
            </a:r>
          </a:p>
        </p:txBody>
      </p:sp>
      <p:sp>
        <p:nvSpPr>
          <p:cNvPr id="1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8AF9C4E-DF9A-4511-AD48-F835461A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F0F6"/>
            </a:solidFill>
            <a:prstDash val="solid"/>
          </a:ln>
        </p:spPr>
      </p:sp>
      <p:sp>
        <p:nvSpPr>
          <p:cNvPr id="1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ADEC268-B545-4B26-8B5D-BD027942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1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7D9F179-6C10-446A-9623-E8CD3A6A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378278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2026-09-23T12:51:27.5180000Z</dcterms:created>
  <dcterms:modified xsi:type="dcterms:W3CDTF">2026-09-23T12:51:27.5180000Z</dcterms:modified>
</coreProperties>
</file>