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세대는 한 시점에 함께 사용할 Chroma 벡터 저장소, BM25 색인, 청크 corpus, 카드명 사전과 manifest를 묶은 버전입니다. G1과 G2는 설명용 세대 이름입니다. 새 세대는 기존 활성 세대와 다른 디렉터리에서 준비합니다. 기존 세대를 만들던 도중 덮어쓰지 않으므로 미완성 산출물이 현재 사용 대상과 섞이는 위험을 줄일 수 있습니다. 이 그림은 게시자의 버전 선택 구조이며 실행 중인 모든 검색기가 즉시 전환한다는 뜻이 아닙니다.
실제 publish 순서는 다음과 같습니다. 먼저 빈 세대와 중복 chunk_id를 거부합니다. Chroma에서 저장된 ID 집합, 본문과 본문 해시, 메타데이터 및 해시, 벡터 행 수와 차원 일관성을 확인합니다. 준비된 BM25 경로, corpus, 카드명 사전, manifest와 stage 증거의 세대·개수·해시를 확인합니다. 준비 단계의 stage가 체크포인트와 generation_state에 기록된 값과 같은지, source_manifest_sha256가 최종 발행 입력과 같은지 비교합니다.
다음으로 .publish.lock을 잡은 짧은 구간에서 현재 활성 세대를 다시 읽습니다. 현재 세대가 이 구축이 시작될 때 기록한 base_generation 또는 이미 게시하려는 generation과 같을 때만 진행합니다. 다른 실행이 먼저 새로운 세대를 게시했다면 오래된 실행의 결과를 거부합니다. ready 상태를 먼저 기록한 뒤 전역 active_generation.json을 마지막에 교체합니다. 포인터에는 generation, chroma_path, search_index_root, collection, chunk_count, embedding_dimension, embedding_signature를 함께 기록합니다.
화면 코드는 실제 구현을 설명용으로 줄인 예시이며 독립 실행 프로그램이나 전체 함수가 아닙니다. current_generation을 active로 줄였고 오류 문구도 줄였습니다. ready_state는 실제 _replace_json(state_path, {...}) 호출의 인라인 dict를 이름 붙인 것으로, {**generation_state, 'status':'ready', 'chunk_count':len(chunks), 'embedding_dimension':dimension}에 해당합니다. pointer는 위에 설명한 두 경로와 세대 정보가 들어 있는 dict입니다. base_generation과 generation, state_path 등은 앞선 코드에서 준비된 값입니다. 앞선 무결성 검증과 포인터 구성은 화면에서 생략했습니다.
_replace_json()은 대상 파일과 같은 디렉터리에 임시 파일을 만들고 JSON을 쓴 뒤 flush와 os.fsync를 호출하고 os.replace로 대상 파일을 교체합니다. 이는 한 파일의 교체 단위를 제공합니다. 두 데이터베이스에 분산 트랜잭션을 실행하는 구현은 아닙니다. 저장장치 장애와 진행 중 요청을 포함한 서비스 전체의 완전 무중단을 이 동작만으로 보장하지 않습니다.
설계 표는 현재 값의 목록이 아니라 설계 시 정해야 할 항목입니다. 현재 구현에는 구조·무결성 검사, 게시 잠금, 기준 세대 비교, 단일 포인터 교체가 있습니다. 검색 품질 평가 기준이나 사람 승인 필요 여부, 충돌 재시도 정책, 세대 감지와 로딩 시점, 진행 중 요청이 사용할 세대 고정, 보관 세대 수·기간, 삭제 보호, 자동 또는 수동 롤백 절차는 목적에 맞게 별도로 정의해야 합니다.
전역 active_generation.json은 새 Chroma 경로와 검색 색인 루트를 함께 가리키지만, 현재 Retriever 앱은 CHROMA_PATH와 SEARCH_INDEX_ROOT를 별도 설정으로 받습니다. VersionedCorpusStore는 설정된 검색 루트의 active_index.json을 읽으며 BM25 인스턴스는 이 세대 변화를 확인합니다. 전역 포인터를 직접 읽어 Chroma와 BM25 두 경로를 함께 자동 전환하는 연동은 확인되지 않았습니다. 따라서 게시 완료만으로 실행 중 검색기의 자동 동시 전환이 구현되었다고 설명하지 않습니다.
포인터 교체 전 검증이나 기준 세대 확인이 실패하면 이전 포인터를 유지합니다. 이것은 이미 게시한 새 세대를 서비스 오류 후 자동으로 되돌리는 롤백 기능과 다릅니다. publish는 이전 세대 디렉터리를 자동 삭제하지 않으며 보관 기간과 정리 정책도 포함하지 않습니다. 이번 슬라이드 작업에서는 실제 게시나 장애 복구를 실행하지 않았습니다.
소스 근거:
hybrid-ai-lab/indexer/vector-bm25/app/infrastructure/index_repository.py:53–68 (_replace_json)
hybrid-ai-lab/indexer/vector-bm25/app/infrastructure/index_repository.py:155–181 (별도 세대 준비와 기준 세대 기록)
hybrid-ai-lab/indexer/vector-bm25/app/infrastructure/index_repository.py:299–328 (Chroma 검사)
hybrid-ai-lab/indexer/vector-bm25/app/infrastructure/index_repository.py:427–505 (publish)
hybrid-ai-lab/indexer/vector-bm25/app/infrastructure/lexical_index.py:397 (텍스트 색인 검증)
hybrid-ai-lab/retriever/vector-retriever/app/infrastructure/settings.py:122–139 (저장소 경로 설정)
hybrid-ai-lab/retriever/vector-retriever/app/infrastructure/corpus_store.py:30–35 (active_index 읽기)
hybrid-ai-lab/retriever/vector-retriever/app/infrastructure/bm25_index.py:43–99 (텍스트 세대 읽기)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362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구성 원리 › 마지막 단계: 게시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362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게시의 원리: 완성된 세대 선택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3624560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920240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1362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세대(generation)는 같은 시점의 벡터·BM25·본문·사전·구성 정보를 묶은 검색 버전입니다.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090672" cy="859536"/>
          </a:xfrm>
          <a:prstGeom prst="rect">
            <a:avLst/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8658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 유지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기존의 완성된 검색 묶음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94176" y="2670048"/>
            <a:ext cx="210312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14216" y="2240280"/>
            <a:ext cx="3090672" cy="859536"/>
          </a:xfrm>
          <a:prstGeom prst="rect">
            <a:avLst/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238658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 별도 구축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9664" y="2798064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데이터와 두 색인 준비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5472" y="2670048"/>
            <a:ext cx="210312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25512" y="2240280"/>
            <a:ext cx="3090672" cy="859536"/>
          </a:xfrm>
          <a:prstGeom prst="rect">
            <a:avLst/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38658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 전체 검증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0960" y="2798064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ID·본문·건수·차원·해시 확인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16768" y="2670048"/>
            <a:ext cx="210312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036808" y="2240280"/>
            <a:ext cx="3090672" cy="859536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92256" y="238658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포인터를 G2로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92256" y="2798064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벡터·BM25 경로를 함께 기록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1362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세대를 따로 완성하는 이유는 미완성 데이터 노출과 벡터·BM25의 버전 혼합을 막기 위해서입니다.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2920" y="38130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핵심 코드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55280" y="381304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설계할 때 정의할 항목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02920" y="4352544"/>
            <a:ext cx="7086600" cy="253288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457200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CrossPlatformFileLock(self.lock_path):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2376" y="4873752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current = self._active_pointer()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2376" y="5175504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active = current["generation"] if current else None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2376" y="5477256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if active not in {base_generation, generation}: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22376" y="5779008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raise RuntimeError("기준 세대가 바뀌었습니다.")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22376" y="60807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_replace_json(state_path, ready_state)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22376" y="6382512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_replace_json(self.active_pointer_path, pointer)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7004304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구현을 줄인 예시 · ready_state는 ready 상태·건수·차원 정보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733348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_replace_json(): 임시 JSON 저장 → fsync → os.replace()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4352544"/>
          <a:ext cx="6172200" cy="2807208"/>
        </p:xfrm>
        <a:graphic>
          <a:graphicData uri="http://schemas.openxmlformats.org/drawingml/2006/table">
            <a:tbl>
              <a:tblPr/>
              <a:tblGrid>
                <a:gridCol w="1627632"/>
                <a:gridCol w="45445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항목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정의할 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세대 범위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함께 전환할 데이터·색인·모델 설정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게시 합격 기준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ID·건수·해시·차원과 검색 품질 기준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동시 게시 제어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잠금·기준 세대 검사·충돌 시 재시도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검색기 전환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세대 감지·재로딩·진행 중 요청 처리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보관·복구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보관 기간·삭제 조건·되돌릴 대상과 절차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7955280" y="734263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 자동 경로 전환·보관·롤백 정책은 별도 정의가 필요합니다.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02920" y="7854696"/>
            <a:ext cx="13624560" cy="0"/>
          </a:xfrm>
          <a:prstGeom prst="line">
            <a:avLst/>
          </a:prstGeom>
          <a:noFill/>
          <a:ln w="8890">
            <a:solidFill>
              <a:srgbClr val="E9ECF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793699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근거: index_repository.py · publish() / _replace_json() · lexical_index.py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1887200" y="79369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 /  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게시의 원리: 완성된 세대 선택</dc:title>
  <dc:subject>세대 의미, 게시 방법과 코드, 설계 시 정의할 항목</dc:subject>
  <dc:creator>design-agentic-ai</dc:creator>
  <cp:lastModifiedBy>design-agentic-ai</cp:lastModifiedBy>
  <cp:revision>1</cp:revision>
  <dcterms:created xsi:type="dcterms:W3CDTF">2026-10-01T14:43:13Z</dcterms:created>
  <dcterms:modified xsi:type="dcterms:W3CDTF">2026-10-01T14:43:13Z</dcterms:modified>
</cp:coreProperties>
</file>