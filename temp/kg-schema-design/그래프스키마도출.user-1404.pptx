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34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카드가 어떤 청크에선 Brand, 어떤 청크에선 CardProduct로 뽑히면 병합 단계에서도 못 합침(라벨이 달라서). 그래서 추출 전에 정함. 실측: 로컬 gemma-4 12B로 스키마 없이 청크 2개를 추출했더니 라벨이 11종 나왔고, 카드는 Brand와 CardProduct, 요금은 Fee와 AnnualFee로 갈렸음. Native neo4j-graphrag는 스키마를 안 주면 SimpleKGPipeline이 매번 입력 글에서 스키마를 자동으로 뽑아 쓰므로(사람 검토 없음) 실행마다 달라질 수 있음. GraphSchema는 추출 프롬프트 안내와 추출 뒤 가지치기에 함께 쓰이고, 노드 타입을 주면 목록 밖 타입은 기본으로 허용하지 않음. 가지치기는 지운 개수를 통계로 남김.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①~⑤가 뼈대임: 노드 타입, 노드 속성, 관계 타입, 관계 속성, 그리고 어느 노드에서 어느 노드로 그 관계가 갈 수 있는지를 정하는 연결 패턴. ⑥ 제약은 고유키와 필수 속성이며 UNIQUENESS·EXISTENCE·KEY 세 종류가 있음. KEY는 필수이면서 고유함. ⑦ 허용 범위는 목록 밖 타입·패턴·속성을 지울지 통과시킬지이며, 목록을 주면 기본은 지움. 실행 확인(neo4j-graphrag 1.22.0): 이 코드로 만든 스키마로 가지치기를 돌리니 name이 없는 Card 노드가 MISSING_REQUIRED_PROPERTY로 지워졌음. 타입·속성마다 description을 적으면 추출 프롬프트에 들어가 LLM이 고르는 기준이 됨. 속성의 type(STRING·INTEGER 등)은 적을 수 있지만 지금 버전의 가지치기는 값 형식을 검사하지 않으므로 금액·날짜는 저장 전에 따로 변환함. 최대 홉 수·결과 상한·상충 관계 쌍은 검색과 검수에 쓰는 규칙이라 추출용 스키마에는 넣지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공식 관계형 → 그래프 변환 규칙과 같음: 테이블은 라벨, 행은 노드, 열은 속성, FK는 관계로 바꾸고 FK 열은 지움, 조인 테이블은 관계로 바꾸고 그 열은 관계 속성. 관계는 양 끝이 둘뿐이라 셋 이상을 묶으면 중간 노드로 풂. 조회 대상 질문을 먼저 하는 이유는 이체 기록 예: FK가 2개라 개수만 보면 관계로 흡수되어 이체 자체를 찾을 수 없게 됨. 업무 속성이 있는 연결 테이블은 관계 속성이 기본이고, 그 속성을 조회·집계 대상으로 삼으면 노드로 둠. 정형에서 나온 타입은 LLM 추출이 필요 없어 비용이 들지 않으므로 정형을 먼저 훑는 것이 이득임.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추출 결과는 표본에 있는 것만 담는 후보임. 사람이 3단계로 줄이고 이름을 정한 뒤 GraphSchema로 고정해야 매 실행 결과가 같아짐. Native는 SchemaFromTextExtractor로 표본 글에서 후보 스키마를 받을 수 있고, 확정본을 schema로 넘기지 않으면 SimpleKGPipeline이 매번 자동 추출함. Neo4j LLM Knowledge Graph Builder는 'Get Schema From Text'로 스키마를 제안하고, MS GraphRAG는 graphrag prompt-tune의 --discover-entity-types(기본 켜짐)로 표본 청크에서 엔티티 타입을 만들어 프롬프트 파일로 저장함. LangChain·LlamaIndex는 자동 후보 단계 없이 사람이 허용 목록을 먼저 적음. 3단계 확정은 온톨로지 공학의 용어 정리, 역량 질문(답해야 할 질문이 범위를 정함)과 같은 생각이며, 3단계(원천 없는 타입 제외)는 적재를 전제한 가이드 고유 규칙임. 확정 뒤 역량 질문으로 되짚는 검증은 가이드에 없는 보완점임.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도출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노드·관계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타입은 추출 전에 먼저 정함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스키마는 추출 결과가 아니라 추출기에 주는 허용 목록 — 먼저 정하지 않으면 같은 개념이 여러 라벨로 쪼개짐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청킹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7891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82580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82580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⓪ 스키마 도출 (새 단계)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539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14228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14228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21187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45876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45876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추출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52835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977524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977524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500" b="1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184483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209172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209172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 · KG 저장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9321" y="2487168"/>
            <a:ext cx="65836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509321" y="2487168"/>
            <a:ext cx="6583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없이 추출하면 (실측)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9321" y="2926080"/>
            <a:ext cx="6583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692201" y="30175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gemma-4 12B · 청크 2개 · 스키마 없음 → 라벨 11종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92201" y="3456432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92201" y="3456432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926641" y="3456432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926641" y="3456432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CardProduct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572561" y="3456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카드 하나가 라벨 2개로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2201" y="3913632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92201" y="3913632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926641" y="3913632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926641" y="3913632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AnnualFee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572561" y="3913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요금도 라벨 2개로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92201" y="440740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692201" y="4407408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926641" y="4407408"/>
            <a:ext cx="1097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1926641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115361" y="440740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3115361" y="4407408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Guardian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349801" y="4407408"/>
            <a:ext cx="9144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4349801" y="4407408"/>
            <a:ext cx="914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355641" y="4407408"/>
            <a:ext cx="82296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5355641" y="4407408"/>
            <a:ext cx="822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92201" y="4828032"/>
            <a:ext cx="8686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692201" y="4828032"/>
            <a:ext cx="8686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652321" y="4828032"/>
            <a:ext cx="2240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652321" y="4828032"/>
            <a:ext cx="2240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PerformanceCondition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92201" y="5285232"/>
            <a:ext cx="6217920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692201" y="534009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도구 기본 노드/관계 타입이 없거나 너무 일반적임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692201" y="563270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Neo4j: 스키마를 안 주면 매번 입력 글에서 자동 추출(사람 검토 없음)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MS GraphRAG 기본 타입: organization · person · geo · event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LangChain+Neo4j: 허용 목록이 비면 아무 타입이나 만듦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7321601" y="2487168"/>
            <a:ext cx="681228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7321601" y="2487168"/>
            <a:ext cx="6812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스키마를 주면 (Native GraphSchema)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321601" y="2926080"/>
            <a:ext cx="6812280" cy="1719072"/>
          </a:xfrm>
          <a:prstGeom prst="roundRect">
            <a:avLst>
              <a:gd name="adj" fmla="val 319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7431329" y="2999232"/>
            <a:ext cx="659282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"node_types": ["Card", "Benefit", "Fee"],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"relationship_types": ["HAS_BENEFIT", "HAS_FEE"],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"patterns": [("Card", "HAS_BENEFIT", "Benefit"),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("Card", "HAS_FEE", "Fee")]})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= await extractor.run(chunks=chunks, schema=schema)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= await GraphPruning().run(graph, schema)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321601" y="4754880"/>
            <a:ext cx="331470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7458761" y="4828032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추출 안내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7458761" y="5175504"/>
            <a:ext cx="3040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목록이 추출 프롬프트에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 LLM이 그 안에서 고름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0819181" y="4754880"/>
            <a:ext cx="331470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10956341" y="4828032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가지치기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10956341" y="5175504"/>
            <a:ext cx="3040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 노드·관계를 지우고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지운 개수를 통계로 남김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7321601" y="5943600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확인: 노드 타입을 주면 목록 밖 타입은 기본 불허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2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⓪ 스키마 도출을 ④ 추출 앞에 둠 — 무엇을 정하나(2장), 정형 테이블은 변환 규칙으로(3장), 문서는 표본 → 후보 → 사람 확정으로(4장) 스키마를 도출함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스키마에 정의하는 7가지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노드·관계 타입과 각각의 속성, 연결 패턴이 뼈대 — 제약과 허용 범위로 무엇을 지킬지 정함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 ① ~ 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338121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정의할 것 · GraphSchema 칸 · 카드 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0116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0761" y="21031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00761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39673" y="20116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00961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node_types[].label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35601" y="2011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Card, Benefit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25968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0761" y="26883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00761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39673" y="25968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속성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200961" y="25968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35601" y="25968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{name, annual_fee}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3182112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00761" y="327355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00761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39673" y="318211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200961" y="318211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.label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35601" y="31821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67328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587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39673" y="376732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속성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200961" y="37673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035601" y="376732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 {valid_until}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4352544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00761" y="44439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00761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9673" y="435254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패턴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200961" y="435254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(출발, 관계, 도착)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035601" y="435254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(Card, HAS_BENEFIT,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9321" y="52120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00761" y="53035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600761" y="53035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9673" y="52120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2200961" y="52120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UNIQUENESS · EXISTENCE · KEY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035601" y="52120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Card.name = KEY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57972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600761" y="58887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600761" y="58887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039673" y="57972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2200961" y="57972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additional_node_types</a:t>
            </a:r>
            <a:r>
              <a:rPr lang="en-US" sz="1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2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additional_relationship_types</a:t>
            </a:r>
            <a:r>
              <a:rPr lang="en-US" sz="1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2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additional_patterns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5035601" y="57972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r>
              <a:rPr lang="en-US" altLang="ko-KR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</a:t>
            </a:r>
            <a:r>
              <a:rPr lang="ko-KR" alt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⑤에 지정된 </a:t>
            </a:r>
            <a:r>
              <a:rPr lang="en-US" sz="1400" b="1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밖</a:t>
            </a:r>
            <a:r>
              <a:rPr lang="ko-KR" alt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허용할지 여부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09321" y="4937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지킬 규칙 ⑥ ⑦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413041" y="1737360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759592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68736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68736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:Card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73308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(키)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annual_fee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180216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1189360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1189360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:Benefit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193932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81337" y="2423160"/>
            <a:ext cx="198424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9744761" y="2075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:HAS_BENEFIT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9744761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{valid_until}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9470441" y="179222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9470441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9333281" y="259689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333281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784641" y="231343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8784641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10618013" y="176479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0618013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11459261" y="245973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1459261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10618013" y="275234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10618013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7413041" y="3493008"/>
            <a:ext cx="6720840" cy="2907792"/>
          </a:xfrm>
          <a:prstGeom prst="roundRect">
            <a:avLst>
              <a:gd name="adj" fmla="val 18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7522769" y="3566160"/>
            <a:ext cx="65013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"node_types": [                              # ① ②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"Card", "properties": [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"name", "type": "STRING"},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"annual_fee", "type": "INTEGER"}]},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"Benefit", "properties": [...]}],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"relationship_types": [{"label": "HAS_BENEFIT",   # ③ ④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"properties": [{"name": "valid_until", "type": "DATE"}]}],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"patterns": [("Card", "HAS_BENEFIT", "Benefit")],   # ⑤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"constraints": [{"type": "KEY", "node_type": "Card",  # ⑥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"property_names": ["name"]}],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"additional_node_types": False})                # ⑦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7413041" y="318211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7칸을 채운 Native GraphSchema — 실행 확인: name 없는 Card는 가지치기가 지움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최소한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① · ③ · ⑤ + ⑥ 고유키, 속성은 질문에 쓰는 것만 · 타입마다 description을 적으면 LLM이 고르는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기준이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됨</a:t>
            </a:r>
          </a:p>
          <a:p>
            <a:pPr marL="0" indent="0" algn="l">
              <a:buNone/>
            </a:pP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지정한 속성에 대해 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UNIQUENESS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고유 강제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EXISTENCE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존재 강제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KEY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고유 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존재를 강제함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UNIQUENESS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지정한 속성이 비어 있어도 허용하나 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불허함 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테이블 → 노드·관계 타입: 변환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없이 규칙으로 바꿈 — 단, FK를 세기 전에 '그 표 자체가 조회 대상인가'부터 물음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521001" y="17556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2521001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1개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6841" y="2157984"/>
            <a:ext cx="0" cy="18288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09321" y="2359152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09321" y="2359152"/>
            <a:ext cx="6035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그 표 자체가 조회 대상인 엔티티인가?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5201" y="2880360"/>
            <a:ext cx="0" cy="32004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908353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9881" y="2880360"/>
            <a:ext cx="0" cy="32004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063033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9321" y="321868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6481" y="321868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= 노드 속성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= 관계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열은 바꾼 뒤 지움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09321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0 · 1개인 보통 테이블은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여기로 옴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35401" y="321868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3435401" y="3218688"/>
            <a:ext cx="310896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FK 몇 개?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35401" y="373075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3545129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· 업무 열 없음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1개로 흡수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35401" y="4334256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545129" y="433425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+ 업무 속성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+ 관계 속성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(조회·집계하면 노드)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435401" y="515721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3545129" y="515721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이상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타입(중간 노드)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5797296"/>
            <a:ext cx="6035040" cy="585216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46481" y="5797296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Q1이 먼저? FK 수만 보면 이체 기록(FK 2개)이 관계로 흡수돼 이체 자체를 찾을 수 없음 (예 4)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18681" y="1755648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910121" y="184708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910121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321601" y="1865376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367321" y="1865376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· 재료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회원재료제외(회원FK, 재료FK)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699041" y="2295144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0019081" y="2084832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0019081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:회원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3128041" y="2084832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3128041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:재료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960913" y="2276856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10842041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:제외함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9973361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3 → 노드 타입 2 + 관계 타입 1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818681" y="2907792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6910121" y="299923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6910121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7321601" y="3017520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7367321" y="3017520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주문상품(주문FK, 상품FK,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단가)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699041" y="3447288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1001908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1001908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:주문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312804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312804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:상품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10960913" y="3429000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10842041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:포함 {수량, 단가}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973361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상품별 판매 집계가 잦으면 :주문상품 노드로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818681" y="4059936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6910121" y="41513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6910121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7321601" y="4169664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7367321" y="4169664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수강신청(학생FK, 과목FK,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학기FK)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9699041" y="4599432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1001908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1001908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:학생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1155070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1155070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:수강신청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308232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1308232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:과목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11006633" y="4581144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10887761" y="4279392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:신청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12538253" y="4581144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12419381" y="4279392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:대상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9973361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관계는 양 끝이 둘뿐 → 중간 노드(학기도 같은 방식), 홉 +1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6818681" y="5212080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6910121" y="53035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6910121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7321601" y="5321808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7367321" y="5321808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이체(출금계좌FK, 입금계좌FK,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금액, 일시)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9699041" y="5751576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1001908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1001908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1155070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1155070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:이체</a:t>
            </a:r>
            <a:endParaRPr lang="en-US" sz="1400" dirty="0"/>
          </a:p>
        </p:txBody>
      </p:sp>
      <p:sp>
        <p:nvSpPr>
          <p:cNvPr id="80" name="Shape 77"/>
          <p:cNvSpPr/>
          <p:nvPr/>
        </p:nvSpPr>
        <p:spPr>
          <a:xfrm>
            <a:off x="1308232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1308232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1100663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1088776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:출금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1253825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1241938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:입금</a:t>
            </a:r>
            <a:endParaRPr lang="en-US" sz="1400" dirty="0"/>
          </a:p>
        </p:txBody>
      </p:sp>
      <p:sp>
        <p:nvSpPr>
          <p:cNvPr id="86" name="Text 83"/>
          <p:cNvSpPr txBox="1"/>
          <p:nvPr/>
        </p:nvSpPr>
        <p:spPr>
          <a:xfrm>
            <a:off x="9973361" y="5943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2개지만 조회 대상 → 노드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공식 변환 규칙과 같음: 테이블 → 라벨 · FK → 관계 · 조인 테이블 → 관계 + 속성 · 셋 이상 → 중간 노드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이름에 공백 없음(Neo4j 권고: 라벨 PascalCase · 관계 대문자_밑줄) · 정형에서 나온 타입은 LLM 추출 비용이 들지 않음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문서 → 노드·관계 타입: 표본 → 후보 → 사람 확정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표본에서 후보만 뽑고 확정은 사람이 함 — 확정한 목록을 GraphSchema로 고정해 추출기에 넘김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종류별 표본 N건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42209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289097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289097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추출기 → 후보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21985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68873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068873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후보와 합침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1761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848649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848649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(사람)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1381537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628425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628425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 → 추출기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248716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509321" y="2487168"/>
            <a:ext cx="6309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뽑는 도구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9321" y="292608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00761" y="30175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00761" y="301752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neo4j-graphrag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338121" y="29260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SchemaFromTextExtractor().run(text=표본)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고친 스키마를 schema로 넘김(안 넘기면 매번 자동)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9476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8620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8620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LLM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Builder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38121" y="379476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'Get Schema From Text'가 스키마 제안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화면에서 사람이 고름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9321" y="466344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00761" y="475488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00761" y="475488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338121" y="466344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graphrag prompt-tune --discover-entity-types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저장된 프롬프트 파일을 사람이 고침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9321" y="553212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600761" y="562356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00761" y="562356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LlamaIndex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338121" y="55321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자동 후보 단계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사람이 허용 목록을 먼저 적음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047281" y="2487168"/>
            <a:ext cx="70866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047281" y="2487168"/>
            <a:ext cx="7086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— 사람이 줄이고 이름을 정함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047281" y="2926080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157009" y="3035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157009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7641641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의미는 합치고 이름을 정함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641641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용어 나열 · 계층 정리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41641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Brand · CardProduct → Card, Fee · AnnualFee → Fee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047281" y="4087368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157009" y="41970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7157009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641641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워크플로우 단계가 없는 관계 타입은 뺌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7641641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역량 질문(답해야 할 질문이 범위를 정함)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641641" y="48188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단계도 따라가지 않는 관계 → 다음 회차 후보로 1줄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7281" y="5248656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157009" y="53583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157009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7641641" y="5321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 원천이 없는 노드 타입은 뺌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7641641" y="5705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고유 규칙(빈 노드 방지)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7641641" y="5980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원천도 채우지 않는 타입 → 정의하지 않음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932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0076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0076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05796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표본에 없던 타입은 안 나옴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 종류마다 표본, 표본 수 기록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394975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404119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404119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449839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기본값(organization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 · geo · event) 그대로 금지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739018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748162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748162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793882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빼면 그래프에 아예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(가리는 것은 접근 필터의 일)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83061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1092205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092205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137925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뒤 역량 질문으로 되짚기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(가이드에 없는 보완점)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1837</Words>
  <Application>Microsoft Office PowerPoint</Application>
  <PresentationFormat>사용자 지정</PresentationFormat>
  <Paragraphs>227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Pretendard</vt:lpstr>
      <vt:lpstr>Pretendard SemiBold</vt:lpstr>
      <vt:lpstr>Office Theme</vt:lpstr>
      <vt:lpstr>1. 스키마 도출: 노드·관계 타입은 추출 전에 먼저 정함</vt:lpstr>
      <vt:lpstr>스키마에 정의하는 7가지</vt:lpstr>
      <vt:lpstr>정형 테이블 → 노드·관계 타입: 변환 규칙</vt:lpstr>
      <vt:lpstr>소스 문서 → 노드·관계 타입: 표본 → 후보 → 사람 확정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2026-10-14T04:42:19Z</dcterms:created>
  <dcterms:modified xsi:type="dcterms:W3CDTF">2026-10-14T05:04:24Z</dcterms:modified>
</cp:coreProperties>
</file>