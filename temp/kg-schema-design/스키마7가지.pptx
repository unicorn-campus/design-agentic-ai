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①~⑤가 뼈대임: 노드 타입, 노드 속성, 관계 타입, 관계 속성, 그리고 어느 노드에서 어느 노드로 그 관계가 갈 수 있는지를 정하는 연결 패턴. ⑥ 제약은 고유키와 필수 속성이며 UNIQUENESS·EXISTENCE·KEY 세 종류가 있음. KEY는 필수이면서 고유함. ⑦ 허용 범위는 목록 밖 타입·패턴·속성을 지울지 통과시킬지이며, 목록을 주면 기본은 지움. 실행 확인(neo4j-graphrag 1.22.0): 이 코드로 만든 스키마로 가지치기를 돌리니 name이 없는 Card 노드가 MISSING_REQUIRED_PROPERTY로 지워졌음. 타입·속성마다 description을 적으면 추출 프롬프트에 들어가 LLM이 고르는 기준이 됨. 속성의 type(STRING·INTEGER 등)은 적을 수 있지만 지금 버전의 가지치기는 값 형식을 검사하지 않으므로 금액·날짜는 저장 전에 따로 변환함. 최대 홉 수·결과 상한·상충 관계 쌍은 검색과 검수에 쓰는 규칙이라 추출용 스키마에는 넣지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스키마에 정의하는 7가지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노드·관계 타입과 각각의 속성, 연결 패턴이 뼈대 — 제약과 허용 범위로 무엇을 지킬지 정함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09321" y="1700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뼈대 ① ~ ⑤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338121" y="1700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정의할 것 · GraphSchema 칸 · 카드 예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9321" y="2011680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0761" y="210312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00761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39673" y="2011680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타입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200961" y="20116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node_types[].label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35601" y="201168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Card, Benefit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9321" y="2596896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0761" y="268833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00761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39673" y="2596896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속성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200961" y="2596896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node_types[]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.properties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035601" y="2596896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{name, annual_fee}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9321" y="3182112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0761" y="327355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00761" y="3273552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039673" y="3182112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타입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2200961" y="318211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relationship_types[]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.label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035601" y="318211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HAS_BENEFIT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9321" y="3767328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0761" y="385876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00761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039673" y="3767328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속성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2200961" y="376732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relationship_types[]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.properties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035601" y="376732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HAS_BENEFIT {valid_until}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09321" y="4352544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00761" y="444398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00761" y="4443984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039673" y="435254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패턴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2200961" y="4352544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patterns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(출발, 관계, 도착)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035601" y="435254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(Card, HAS_BENEFIT,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Benefit)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09321" y="5212080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00761" y="530352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00761" y="530352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1039673" y="5212080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2200961" y="52120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UNIQUENESS · EXISTENCE · KEY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5035601" y="521208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Card.name = KEY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(필수 + 고유)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09321" y="5797296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00761" y="588873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00761" y="5888736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</a:t>
            </a:r>
            <a:endParaRPr lang="en-US" sz="1600" dirty="0"/>
          </a:p>
        </p:txBody>
      </p:sp>
      <p:sp>
        <p:nvSpPr>
          <p:cNvPr id="46" name="Text 43"/>
          <p:cNvSpPr txBox="1"/>
          <p:nvPr/>
        </p:nvSpPr>
        <p:spPr>
          <a:xfrm>
            <a:off x="1039673" y="5797296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범위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2200961" y="5797296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additional_*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5035601" y="5797296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 밖은 지움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(목록을 주면 기본)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509321" y="4937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지킬 규칙 ⑥ ⑦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7413041" y="1737360"/>
            <a:ext cx="6720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595921" y="1883664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687361" y="1956816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1E2A5C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7687361" y="1956816"/>
            <a:ext cx="1965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:Card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7733081" y="2322576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 (키)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annual_fee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11802161" y="1883664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1893601" y="1956816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1E2A5C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11893601" y="1956816"/>
            <a:ext cx="1965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:Benefit</a:t>
            </a: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11939321" y="2322576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rate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9781337" y="2423160"/>
            <a:ext cx="1984248" cy="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60" name="Text 57"/>
          <p:cNvSpPr txBox="1"/>
          <p:nvPr/>
        </p:nvSpPr>
        <p:spPr>
          <a:xfrm>
            <a:off x="9744761" y="20756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:HAS_BENEFIT</a:t>
            </a:r>
            <a:endParaRPr lang="en-US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9744761" y="24780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{valid_until}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9470441" y="1792224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9470441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9333281" y="2596896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9333281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8784641" y="2313432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8784641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10618013" y="1764792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10618013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11459261" y="2459736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11459261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400" dirty="0"/>
          </a:p>
        </p:txBody>
      </p:sp>
      <p:sp>
        <p:nvSpPr>
          <p:cNvPr id="72" name="Shape 69"/>
          <p:cNvSpPr/>
          <p:nvPr/>
        </p:nvSpPr>
        <p:spPr>
          <a:xfrm>
            <a:off x="10618013" y="2752344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10618013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400" dirty="0"/>
          </a:p>
        </p:txBody>
      </p:sp>
      <p:sp>
        <p:nvSpPr>
          <p:cNvPr id="74" name="Shape 71"/>
          <p:cNvSpPr/>
          <p:nvPr/>
        </p:nvSpPr>
        <p:spPr>
          <a:xfrm>
            <a:off x="7413041" y="3493008"/>
            <a:ext cx="6720840" cy="2907792"/>
          </a:xfrm>
          <a:prstGeom prst="roundRect">
            <a:avLst>
              <a:gd name="adj" fmla="val 188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522769" y="3566160"/>
            <a:ext cx="6501384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 = GraphSchema.model_validate({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"node_types": [                              # ① ②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{"label": "Card", "properties": [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{"name": "name", "type": "STRING"},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{"name": "annual_fee", "type": "INTEGER"}]},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{"label": "Benefit", "properties": [...]}],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"relationship_types": [{"label": "HAS_BENEFIT",   # ③ ④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"properties": [{"name": "valid_until", "type": "DATE"}]}],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"patterns": [("Card", "HAS_BENEFIT", "Benefit")],   # ⑤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"constraints": [{"type": "KEY", "node_type": "Card",  # ⑥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"property_names": ["name"]}],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"additional_node_types": False})                # ⑦</a:t>
            </a:r>
            <a:endParaRPr lang="en-US" sz="1400" dirty="0"/>
          </a:p>
        </p:txBody>
      </p:sp>
      <p:sp>
        <p:nvSpPr>
          <p:cNvPr id="76" name="Text 73"/>
          <p:cNvSpPr txBox="1"/>
          <p:nvPr/>
        </p:nvSpPr>
        <p:spPr>
          <a:xfrm>
            <a:off x="7413041" y="318211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7칸을 채운 Native GraphSchema — 실행 확인: name 없는 Card는 가지치기가 지움</a:t>
            </a:r>
            <a:endParaRPr lang="en-US" sz="1400" dirty="0"/>
          </a:p>
        </p:txBody>
      </p:sp>
      <p:sp>
        <p:nvSpPr>
          <p:cNvPr id="77" name="Shape 74"/>
          <p:cNvSpPr/>
          <p:nvPr/>
        </p:nvSpPr>
        <p:spPr>
          <a:xfrm>
            <a:off x="509321" y="6492240"/>
            <a:ext cx="13624560" cy="73152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09321" y="6492240"/>
            <a:ext cx="82296" cy="73152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737921" y="6492240"/>
            <a:ext cx="1325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최소한 = ① · ③ · ⑤ + ⑥ 고유키, 속성은 질문에 쓰는 것만 · 타입마다 description을 적으면 LLM이 고르는 기준이 됨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홉 수 · 결과 상한 · 상충 관계는 검색 규칙이라 스키마에 넣지 않음 · 값 형식(type)은 아직 검사 안 함 → 저장 전 따로 변환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2026-10-14T04:39:01Z</dcterms:created>
  <dcterms:modified xsi:type="dcterms:W3CDTF">2026-10-14T04:39:01Z</dcterms:modified>
</cp:coreProperties>
</file>