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결과만 주면 LLM은 왜 불확실한지 다시 짐작해야 함. 규칙이 이미 알아낸 원인(어느 신호에 걸렸는지)을 버리는 셈임.
'추가'로 표시한 세 입력(판정 근거·결과 조각·이전 시도)은 현재 라우터가 받지 않는 것임. 지금은 원 질문과 기법 규칙만 받음.
우측 표처럼 규칙이 원인별로 기법 후보를 좁히면, LLM은 후보 안에서 고르고 질의를 쓰는 일만 함. 엉뚱한 기법을 고를 여지가 줄어듦.
이전 시도 기록이 있어야 재검색 때 같은 변환을 되풀이하지 않음. 재검색 횟수 상한과 함께 씀.
가드레일 1·2가 가장 중요함. 권한 밖 문서 조각이 LLM 입력에 섞이거나, 문서 속 문장이 지시처럼 작동하면 사고로 이어짐.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754112"/>
            <a:ext cx="13624560" cy="18288"/>
          </a:xfrm>
          <a:prstGeom prst="rect">
            <a:avLst/>
          </a:prstGeom>
          <a:solidFill>
            <a:srgbClr val="E9ECF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8181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design-agentic-ai  ·  불확실 판정 시 질문 변환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01.15884" TargetMode="External"/><Relationship Id="rId2" Type="http://schemas.openxmlformats.org/officeDocument/2006/relationships/hyperlink" Target="https://github.com/cna-bootcamp/aistudy/blob/main/agentic-ai/textbook/10.RAG.md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문서 검색 아키텍처 › Pre-Retrieval › 6. 불확실 판정 후 변환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25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불확실 판정 시 질문 변환 맡기기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99616"/>
            <a:ext cx="1362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결과만으로는 부족함 — 규칙이 진단한 「불확실 이유」를 함께 줘야 LLM이 맞는 기법을 고름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818388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LLM에 무엇을 함께 주나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8183880" cy="3310128"/>
          </a:xfrm>
          <a:prstGeom prst="roundRect">
            <a:avLst>
              <a:gd name="adj" fmla="val 276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15184"/>
            <a:ext cx="2514600" cy="713232"/>
          </a:xfrm>
          <a:prstGeom prst="flowChartDecision">
            <a:avLst/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CRAG 채점: 불확실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54680" y="2971800"/>
            <a:ext cx="36576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520440" y="2679192"/>
            <a:ext cx="3291840" cy="585216"/>
          </a:xfrm>
          <a:prstGeom prst="roundRect">
            <a:avLst>
              <a:gd name="adj" fmla="val 9375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규칙: 원인 진단 → 기법 후보 좁힘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66360" y="3264408"/>
            <a:ext cx="388620" cy="502920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623560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기법 후보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3767328"/>
            <a:ext cx="2331720" cy="868680"/>
          </a:xfrm>
          <a:prstGeom prst="hexagon">
            <a:avLst/>
          </a:prstGeom>
          <a:solidFill>
            <a:srgbClr val="2E74C6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선택 · 질의 작성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419856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27248" y="3493008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3CEE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0" y="3621024"/>
            <a:ext cx="658368" cy="580644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85800" y="3895344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 근거(신호값)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27248" y="3968496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40480" y="4096512"/>
            <a:ext cx="658368" cy="105156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85800" y="4370832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결과 조각 + 제목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27248" y="4443984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 flipV="1">
            <a:off x="3840480" y="4201668"/>
            <a:ext cx="658368" cy="370332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85800" y="4846320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시도 기록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27248" y="4919472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 flipV="1">
            <a:off x="3840480" y="4201668"/>
            <a:ext cx="658368" cy="84582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85800" y="5321808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선택지 · 규칙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27248" y="5394960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3CEE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 flipV="1">
            <a:off x="3840480" y="4201668"/>
            <a:ext cx="658368" cy="1321308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720840" y="4201668"/>
            <a:ext cx="27432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995160" y="3968496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질의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772400" y="4425696"/>
            <a:ext cx="0" cy="438912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995160" y="4864608"/>
            <a:ext cx="1554480" cy="731520"/>
          </a:xfrm>
          <a:prstGeom prst="can">
            <a:avLst/>
          </a:prstGeom>
          <a:solidFill>
            <a:srgbClr val="EEF3FA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재검색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(상한)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160520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「추가」 = 현재 라우터가 받지 않는 입력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961120" y="2011680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→ 기법 후보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961120" y="2615184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D9E0EC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핵심어가 결과에 없음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1740896" y="2889504"/>
            <a:ext cx="256032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2024360" y="2651760"/>
            <a:ext cx="2103120" cy="475488"/>
          </a:xfrm>
          <a:prstGeom prst="roundRect">
            <a:avLst>
              <a:gd name="adj" fmla="val 11538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Multi-Query · Rewriting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961120" y="3264408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D9E0EC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질문 · 긴 설명문, 점수 중간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1740896" y="3538728"/>
            <a:ext cx="256032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2024360" y="3300984"/>
            <a:ext cx="2103120" cy="475488"/>
          </a:xfrm>
          <a:prstGeom prst="roundRect">
            <a:avLst>
              <a:gd name="adj" fmla="val 11538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HyDE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961120" y="3913632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D9E0EC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원칙 문서만 걸림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1740896" y="4187952"/>
            <a:ext cx="256032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2024360" y="3950208"/>
            <a:ext cx="2103120" cy="475488"/>
          </a:xfrm>
          <a:prstGeom prst="roundRect">
            <a:avLst>
              <a:gd name="adj" fmla="val 11538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Step-Back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961120" y="4562856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D9E0EC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1·2위 격차 작음(비슷한 상품 경쟁)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1740896" y="4837176"/>
            <a:ext cx="256032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12024360" y="4599432"/>
            <a:ext cx="2103120" cy="475488"/>
          </a:xfrm>
          <a:prstGeom prst="roundRect">
            <a:avLst>
              <a:gd name="adj" fmla="val 11538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Rewriting · clarify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961120" y="52120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D9E0EC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하위 질문 일부만 충족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1740896" y="5486400"/>
            <a:ext cx="256032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12024360" y="5248656"/>
            <a:ext cx="2103120" cy="475488"/>
          </a:xfrm>
          <a:prstGeom prst="roundRect">
            <a:avLst>
              <a:gd name="adj" fmla="val 11538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하위 질문만 Rewriting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02920" y="5989320"/>
            <a:ext cx="3303270" cy="749808"/>
          </a:xfrm>
          <a:prstGeom prst="roundRect">
            <a:avLst>
              <a:gd name="adj" fmla="val 1219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" y="62087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005840" y="5989320"/>
            <a:ext cx="27363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필터 후 결과만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restricted 조각 유출 방지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3943350" y="5989320"/>
            <a:ext cx="3303270" cy="749808"/>
          </a:xfrm>
          <a:prstGeom prst="roundRect">
            <a:avLst>
              <a:gd name="adj" fmla="val 1219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53078" y="62087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446270" y="5989320"/>
            <a:ext cx="27363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조각은 데이터로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XML 태그로 감싸 지시 차단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383780" y="5989320"/>
            <a:ext cx="3303270" cy="749808"/>
          </a:xfrm>
          <a:prstGeom prst="roundRect">
            <a:avLst>
              <a:gd name="adj" fmla="val 1219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93508" y="62087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886700" y="5989320"/>
            <a:ext cx="27363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 수·길이 상한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토큰·비용·지연 억제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10824210" y="5989320"/>
            <a:ext cx="3303270" cy="749808"/>
          </a:xfrm>
          <a:prstGeom prst="roundRect">
            <a:avLst>
              <a:gd name="adj" fmla="val 1219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933938" y="62087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11327130" y="5989320"/>
            <a:ext cx="27363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 보존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상품명·수치 끌어오지 않음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02920" y="6821424"/>
            <a:ext cx="64008" cy="384048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4" name="Text 62"/>
          <p:cNvSpPr/>
          <p:nvPr/>
        </p:nvSpPr>
        <p:spPr>
          <a:xfrm>
            <a:off x="685800" y="6821424"/>
            <a:ext cx="134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규칙이 원인을 진단해 후보를 좁히고, LLM은 고르고 쓰기만 함 — 흐름의 운전대는 개발자</a:t>
            </a:r>
            <a:endParaRPr lang="en-US" sz="1900" dirty="0"/>
          </a:p>
        </p:txBody>
      </p:sp>
      <p:sp>
        <p:nvSpPr>
          <p:cNvPr id="65" name="Text 63"/>
          <p:cNvSpPr/>
          <p:nvPr/>
        </p:nvSpPr>
        <p:spPr>
          <a:xfrm>
            <a:off x="502920" y="7296912"/>
            <a:ext cx="1362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CRAG, Yan et al.(2024)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교재 「10. RAG」 4.1 · 5.3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구성: 세 패턴 결합 워크플로우 기준 설계안(현재 소스 기준 아님)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불확실 판정 시 질문 변환</dc:title>
  <dc:subject>PptxGenJS Presentation</dc:subject>
  <dc:creator>PptxGenJS</dc:creator>
  <cp:lastModifiedBy>PptxGenJS</cp:lastModifiedBy>
  <cp:revision>1</cp:revision>
  <dcterms:created xsi:type="dcterms:W3CDTF">2026-10-02T12:47:55Z</dcterms:created>
  <dcterms:modified xsi:type="dcterms:W3CDTF">2026-10-02T12:47:55Z</dcterms:modified>
</cp:coreProperties>
</file>