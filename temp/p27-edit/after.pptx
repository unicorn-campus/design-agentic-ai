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3" r:id="rId2"/>
    <p:sldMasterId id="2147483656" r:id="rId3"/>
    <p:sldMasterId id="2147483658" r:id="rId4"/>
  </p:sldMasterIdLst>
  <p:notesMasterIdLst>
    <p:notesMasterId r:id="rId58"/>
  </p:notesMasterIdLst>
  <p:handoutMasterIdLst>
    <p:handoutMasterId r:id="rId59"/>
  </p:handoutMasterIdLst>
  <p:sldIdLst>
    <p:sldId id="267" r:id="rId31"/>
  </p:sldIdLst>
  <p:sldSz cx="14630400" cy="8229600"/>
  <p:notesSz cx="6858000" cy="9144000"/>
  <p:embeddedFontLst>
    <p:embeddedFont>
      <p:font typeface="Chilgok Gwon Anja" panose="02020603020101020101" pitchFamily="18" charset="-127"/>
      <p:regular r:id="rId60"/>
    </p:embeddedFont>
    <p:embeddedFont>
      <p:font typeface="Pretendard" panose="02000503000000020004" pitchFamily="50" charset="-127"/>
      <p:regular r:id="rId61"/>
      <p:bold r:id="rId62"/>
    </p:embeddedFont>
    <p:embeddedFont>
      <p:font typeface="Pretendard Medium" panose="02000603000000020004" pitchFamily="50" charset="-127"/>
      <p:regular r:id="rId63"/>
    </p:embeddedFont>
    <p:embeddedFont>
      <p:font typeface="Pretendard SemiBold" panose="02000703000000020004" pitchFamily="50" charset="-127"/>
      <p:bold r:id="rId64"/>
    </p:embeddedFont>
    <p:embeddedFont>
      <p:font typeface="맑은 고딕" panose="020B0503020000020004" pitchFamily="50" charset="-127"/>
      <p:regular r:id="rId65"/>
      <p:bold r:id="rId66"/>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3FF2FC35-9BBC-42FF-9607-B1D85A875367}">
          <p14:sldIdLst>
            <p14:sldId id="256"/>
          </p14:sldIdLst>
        </p14:section>
        <p14:section name="W05" id="{509678FC-A16B-4F62-9D53-D1B6070C35F6}">
          <p14:sldIdLst>
            <p14:sldId id="257"/>
            <p14:sldId id="314"/>
            <p14:sldId id="364"/>
            <p14:sldId id="365"/>
            <p14:sldId id="367"/>
            <p14:sldId id="366"/>
            <p14:sldId id="368"/>
            <p14:sldId id="369"/>
            <p14:sldId id="258"/>
            <p14:sldId id="370"/>
            <p14:sldId id="371"/>
            <p14:sldId id="372"/>
            <p14:sldId id="373"/>
            <p14:sldId id="376"/>
            <p14:sldId id="377"/>
            <p14:sldId id="378"/>
            <p14:sldId id="259"/>
            <p14:sldId id="260"/>
            <p14:sldId id="759"/>
            <p14:sldId id="261"/>
            <p14:sldId id="262"/>
            <p14:sldId id="263"/>
            <p14:sldId id="264"/>
            <p14:sldId id="265"/>
            <p14:sldId id="266"/>
            <p14:sldId id="267"/>
            <p14:sldId id="379"/>
            <p14:sldId id="380"/>
            <p14:sldId id="743"/>
            <p14:sldId id="744"/>
            <p14:sldId id="745"/>
            <p14:sldId id="754"/>
            <p14:sldId id="746"/>
            <p14:sldId id="747"/>
            <p14:sldId id="748"/>
            <p14:sldId id="749"/>
            <p14:sldId id="750"/>
            <p14:sldId id="751"/>
            <p14:sldId id="752"/>
            <p14:sldId id="753"/>
            <p14:sldId id="755"/>
            <p14:sldId id="756"/>
            <p14:sldId id="757"/>
            <p14:sldId id="740"/>
            <p14:sldId id="726"/>
            <p14:sldId id="735"/>
            <p14:sldId id="736"/>
            <p14:sldId id="737"/>
            <p14:sldId id="738"/>
            <p14:sldId id="739"/>
            <p14:sldId id="741"/>
          </p14:sldIdLst>
        </p14:section>
        <p14:section name="W06" id="{A583B148-2602-4045-838E-FBD9292EFDB2}">
          <p14:sldIdLst/>
        </p14:section>
        <p14:section name="W07" id="{1952629C-9675-4893-BEA5-A8CF8BB44A69}">
          <p14:sldIdLst>
            <p14:sldId id="31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91" autoAdjust="0"/>
    <p:restoredTop sz="96230" autoAdjust="0"/>
  </p:normalViewPr>
  <p:slideViewPr>
    <p:cSldViewPr snapToGrid="0" snapToObjects="1">
      <p:cViewPr varScale="1">
        <p:scale>
          <a:sx n="86" d="100"/>
          <a:sy n="86" d="100"/>
        </p:scale>
        <p:origin x="700" y="64"/>
      </p:cViewPr>
      <p:guideLst/>
    </p:cSldViewPr>
  </p:slideViewPr>
  <p:notesTextViewPr>
    <p:cViewPr>
      <p:scale>
        <a:sx n="1" d="1"/>
        <a:sy n="1" d="1"/>
      </p:scale>
      <p:origin x="0" y="0"/>
    </p:cViewPr>
  </p:notesTextViewPr>
  <p:notesViewPr>
    <p:cSldViewPr snapToGrid="0" snapToObjects="1">
      <p:cViewPr varScale="1">
        <p:scale>
          <a:sx n="81" d="100"/>
          <a:sy n="81" d="100"/>
        </p:scale>
        <p:origin x="3260" y="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31" Type="http://schemas.openxmlformats.org/officeDocument/2006/relationships/slide" Target="slides/slide1.xml"/><Relationship Id="rId58" Type="http://schemas.openxmlformats.org/officeDocument/2006/relationships/notesMaster" Target="notesMasters/notesMaster1.xml"/><Relationship Id="rId59" Type="http://schemas.openxmlformats.org/officeDocument/2006/relationships/handoutMaster" Target="handoutMasters/handoutMaster1.xml"/><Relationship Id="rId60" Type="http://schemas.openxmlformats.org/officeDocument/2006/relationships/font" Target="fonts/font1.fntdata"/><Relationship Id="rId61" Type="http://schemas.openxmlformats.org/officeDocument/2006/relationships/font" Target="fonts/font2.fntdata"/><Relationship Id="rId62" Type="http://schemas.openxmlformats.org/officeDocument/2006/relationships/font" Target="fonts/font3.fntdata"/><Relationship Id="rId63" Type="http://schemas.openxmlformats.org/officeDocument/2006/relationships/font" Target="fonts/font4.fntdata"/><Relationship Id="rId64" Type="http://schemas.openxmlformats.org/officeDocument/2006/relationships/font" Target="fonts/font5.fntdata"/><Relationship Id="rId65" Type="http://schemas.openxmlformats.org/officeDocument/2006/relationships/font" Target="fonts/font6.fntdata"/><Relationship Id="rId66" Type="http://schemas.openxmlformats.org/officeDocument/2006/relationships/font" Target="fonts/font7.fntdata"/><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E5DCA01C-C363-F8CC-9DBF-19B43BA1C07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65FCCA52-EBF6-F782-F6CC-DDCBD807592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8115D1F-4C77-430F-B6B0-FAEE16B92D3B}" type="datetimeFigureOut">
              <a:rPr lang="ko-KR" altLang="en-US" smtClean="0"/>
              <a:t>2026-10-23</a:t>
            </a:fld>
            <a:endParaRPr lang="ko-KR" altLang="en-US"/>
          </a:p>
        </p:txBody>
      </p:sp>
      <p:sp>
        <p:nvSpPr>
          <p:cNvPr id="4" name="바닥글 개체 틀 3">
            <a:extLst>
              <a:ext uri="{FF2B5EF4-FFF2-40B4-BE49-F238E27FC236}">
                <a16:creationId xmlns:a16="http://schemas.microsoft.com/office/drawing/2014/main" id="{154501FB-CA35-512A-7A5E-D3D4EFE26C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F0E8CD52-B23D-F4F4-6118-E3874537EBD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E0482B-E4C4-421F-AAE5-350C1761BC82}" type="slidenum">
              <a:rPr lang="ko-KR" altLang="en-US" smtClean="0"/>
              <a:t>‹#›</a:t>
            </a:fld>
            <a:endParaRPr lang="ko-KR" altLang="en-US"/>
          </a:p>
        </p:txBody>
      </p:sp>
    </p:spTree>
    <p:extLst>
      <p:ext uri="{BB962C8B-B14F-4D97-AF65-F5344CB8AC3E}">
        <p14:creationId xmlns:p14="http://schemas.microsoft.com/office/powerpoint/2010/main" val="36184602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lvl1pPr>
  </p:notesStyle>
</p:notesMaster>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정형 테이블은 규칙만으로 대부분 판정할 수 있어 사람이 세 번 답했지만, 문서는 테이블 구조가 없어 LLM이 후보와 초안을 내고 사람이 역량 질문 기준으로 확정해야 함. 그래서 승인 단계가 1, 2, 3, 5, 7, 8 여섯 곳임. 1단계에서 AI는 청크 위치 파일(예: 인덱서의 활성 세대 기록)을 받아 실제 청크 파일을 찾고, 본문 칸과 문서 종류를 제안하고, 개인정보 꼴이 남았는지 셈. 3단계에서 청크 하나에 조항이 여러 개 들었으면 표본으로 뽑힌 청크만 제목 줄로 나눔. 원본이 많아도 다시 청킹하지 않으며, 인덱싱도 추출 직전에 같은 규칙으로 나눔. 4단계는 역량 질문만 examples로 넘겨 후보를 넓게 뽑고, 5단계에서 AI가 병합, 제거, 추가를 질문 번호와 함께 추천하면 사람이 제약까지 확정함. 7단계 기대 답은 정답표가 있으면 그것을 씀. 8단계는 후보에 쓰지 않은 표본으로 시험해 질문마다 지표를 보고, 미달이면 설명(description)을 고쳐 5단계부터 다시 함. 자동 승인으로 돌려 본 실행에서 혜택과 상담은 통과해 파일을 만들었고, 약관은 조항 단위로 바꾼 뒤에도 기대 답 검토가 먼저 필요해 멈춤.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레슨명">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C53F5F21-2B28-AE43-9DA2-A7B0FC6B0A24}"/>
              </a:ext>
            </a:extLst>
          </p:cNvPr>
          <p:cNvSpPr>
            <a:spLocks noGrp="1"/>
          </p:cNvSpPr>
          <p:nvPr>
            <p:ph type="body" idx="11" hasCustomPrompt="1"/>
          </p:nvPr>
        </p:nvSpPr>
        <p:spPr>
          <a:xfrm>
            <a:off x="1611630" y="3782402"/>
            <a:ext cx="11407140" cy="664797"/>
          </a:xfrm>
          <a:prstGeom prst="rect">
            <a:avLst/>
          </a:prstGeom>
        </p:spPr>
        <p:txBody>
          <a:bodyPr lIns="0" tIns="0" rIns="0" bIns="0" anchor="ctr">
            <a:spAutoFit/>
          </a:bodyPr>
          <a:lstStyle>
            <a:lvl1pPr marL="0" indent="0">
              <a:buNone/>
              <a:defRPr sz="4320" b="1" i="0">
                <a:solidFill>
                  <a:srgbClr val="00BBFF"/>
                </a:solidFill>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레슨 명</a:t>
            </a:r>
            <a:endParaRPr sz="4320" b="1" i="0" u="none" kern="1200" cap="none" spc="0" baseline="0">
              <a:ln>
                <a:noFill/>
              </a:ln>
              <a:solidFill>
                <a:prstClr val="black"/>
              </a:solidFill>
              <a:latin typeface="Pretendard SemiBold"/>
              <a:ea typeface="Pretendard SemiBold"/>
              <a:cs typeface="Pretendard SemiBold"/>
            </a:endParaRPr>
          </a:p>
        </p:txBody>
      </p:sp>
      <p:sp>
        <p:nvSpPr>
          <p:cNvPr id="3" name="텍스트 개체 틀 2">
            <a:extLst>
              <a:ext uri="{FF2B5EF4-FFF2-40B4-BE49-F238E27FC236}">
                <a16:creationId xmlns:a16="http://schemas.microsoft.com/office/drawing/2014/main" id="{6B1DDAFE-F754-ED4C-B038-38E623E81867}"/>
              </a:ext>
            </a:extLst>
          </p:cNvPr>
          <p:cNvSpPr>
            <a:spLocks noGrp="1"/>
          </p:cNvSpPr>
          <p:nvPr>
            <p:ph type="body" idx="12" hasCustomPrompt="1"/>
          </p:nvPr>
        </p:nvSpPr>
        <p:spPr>
          <a:xfrm>
            <a:off x="445772" y="444907"/>
            <a:ext cx="4406264" cy="258532"/>
          </a:xfrm>
          <a:prstGeom prst="rect">
            <a:avLst/>
          </a:prstGeom>
        </p:spPr>
        <p:txBody>
          <a:bodyPr wrap="square" lIns="0" tIns="0" rIns="0" bIns="0">
            <a:spAutoFit/>
          </a:bodyPr>
          <a:lstStyle>
            <a:lvl1pPr marL="0" indent="0">
              <a:buNone/>
              <a:defRPr sz="1680" b="0" i="0">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1680" b="0" i="0" u="none" cap="none" spc="0">
                <a:ln>
                  <a:noFill/>
                </a:ln>
                <a:solidFill>
                  <a:prstClr val="black">
                    <a:lumMod val="85000"/>
                    <a:lumOff val="15000"/>
                  </a:prstClr>
                </a:solidFill>
                <a:latin typeface="Pretendard Medium"/>
                <a:ea typeface="Pretendard Medium"/>
                <a:cs typeface="Pretendard Medium"/>
              </a:rPr>
              <a:t>강의명</a:t>
            </a:r>
          </a:p>
        </p:txBody>
      </p:sp>
      <p:sp>
        <p:nvSpPr>
          <p:cNvPr id="10" name="텍스트 개체 틀 2">
            <a:extLst>
              <a:ext uri="{FF2B5EF4-FFF2-40B4-BE49-F238E27FC236}">
                <a16:creationId xmlns:a16="http://schemas.microsoft.com/office/drawing/2014/main" id="{B2EE320A-D5D4-304E-92E5-242A401C379F}"/>
              </a:ext>
            </a:extLst>
          </p:cNvPr>
          <p:cNvSpPr>
            <a:spLocks noGrp="1"/>
          </p:cNvSpPr>
          <p:nvPr>
            <p:ph type="body" idx="13" hasCustomPrompt="1"/>
          </p:nvPr>
        </p:nvSpPr>
        <p:spPr>
          <a:xfrm>
            <a:off x="5113022" y="444907"/>
            <a:ext cx="9071608" cy="258532"/>
          </a:xfrm>
          <a:prstGeom prst="rect">
            <a:avLst/>
          </a:prstGeom>
        </p:spPr>
        <p:txBody>
          <a:bodyPr wrap="square" lIns="0" tIns="0" rIns="0" bIns="0">
            <a:spAutoFit/>
          </a:bodyPr>
          <a:lstStyle>
            <a:lvl1pPr marL="0" indent="0">
              <a:buNone/>
              <a:defRPr sz="1680" b="0" i="0">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1680" b="0" i="0" u="none" cap="none" spc="0">
                <a:ln>
                  <a:noFill/>
                </a:ln>
                <a:solidFill>
                  <a:prstClr val="black">
                    <a:lumMod val="85000"/>
                    <a:lumOff val="15000"/>
                  </a:prstClr>
                </a:solidFill>
                <a:latin typeface="Pretendard Medium"/>
                <a:ea typeface="Pretendard Medium"/>
                <a:cs typeface="Pretendard Medium"/>
              </a:rPr>
              <a:t>SECTION 명</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타이틀(한 줄 입력)">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56CB18B5-34B9-004A-8998-8E830A33D43A}"/>
              </a:ext>
            </a:extLst>
          </p:cNvPr>
          <p:cNvSpPr>
            <a:spLocks noGrp="1"/>
          </p:cNvSpPr>
          <p:nvPr>
            <p:ph type="body" idx="11" hasCustomPrompt="1"/>
          </p:nvPr>
        </p:nvSpPr>
        <p:spPr>
          <a:xfrm>
            <a:off x="1611630" y="3524406"/>
            <a:ext cx="11407140" cy="1097280"/>
          </a:xfrm>
          <a:prstGeom prst="rect">
            <a:avLst/>
          </a:prstGeom>
        </p:spPr>
        <p:txBody>
          <a:bodyPr lIns="0" tIns="0" rIns="0" bIns="288000"/>
          <a:lstStyle>
            <a:lvl1pPr marL="0" indent="0">
              <a:buNone/>
              <a:defRPr sz="4320" b="1" i="0">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강의명 (한 줄 입력)</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a:ext uri="{FF2B5EF4-FFF2-40B4-BE49-F238E27FC236}">
                <a16:creationId xmlns:a16="http://schemas.microsoft.com/office/drawing/2014/main" id="{D1A66BF0-CFDB-6C4A-B293-18338A2FFF66}"/>
              </a:ext>
            </a:extLst>
          </p:cNvPr>
          <p:cNvSpPr>
            <a:spLocks noGrp="1"/>
          </p:cNvSpPr>
          <p:nvPr>
            <p:ph type="body" idx="12" hasCustomPrompt="1"/>
          </p:nvPr>
        </p:nvSpPr>
        <p:spPr>
          <a:xfrm>
            <a:off x="1611629" y="4621686"/>
            <a:ext cx="11407140" cy="369332"/>
          </a:xfrm>
          <a:prstGeom prst="rect">
            <a:avLst/>
          </a:prstGeom>
        </p:spPr>
        <p:txBody>
          <a:bodyPr wrap="square" lIns="0" tIns="0" rIns="0" bIns="0">
            <a:spAutoFit/>
          </a:bodyPr>
          <a:lstStyle>
            <a:lvl1pPr marL="0" indent="0">
              <a:buNone/>
              <a:defRPr sz="2400" b="0" i="0">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강사명</a:t>
            </a:r>
          </a:p>
        </p:txBody>
      </p:sp>
      <p:sp>
        <p:nvSpPr>
          <p:cNvPr id="20" name="Slide Number Placeholder 20">
            <a:extLst>
              <a:ext uri="{FF2B5EF4-FFF2-40B4-BE49-F238E27FC236}">
                <a16:creationId xmlns:a16="http://schemas.microsoft.com/office/drawing/2014/main" id="{A95BA6E2-9490-4840-A13F-92DB906B9C4B}"/>
              </a:ext>
            </a:extLst>
          </p:cNvPr>
          <p:cNvSpPr>
            <a:spLocks noGrp="1"/>
          </p:cNvSpPr>
          <p:nvPr>
            <p:ph type="sldNum" idx="4"/>
          </p:nvPr>
        </p:nvSpPr>
        <p:spPr>
          <a:xfrm>
            <a:off x="6045200" y="7775887"/>
            <a:ext cx="2540000" cy="251795"/>
          </a:xfrm>
          <a:prstGeom prst="rect">
            <a:avLst/>
          </a:prstGeom>
        </p:spPr>
        <p:txBody>
          <a:bodyPr vert="horz" lIns="0" tIns="36000" rIns="0" bIns="0" anchor="ctr">
            <a:spAutoFit/>
          </a:bodyPr>
          <a:lstStyle>
            <a:lvl1pPr algn="ctr">
              <a:buNone/>
              <a:defRPr sz="1400" b="0" i="0">
                <a:solidFill>
                  <a:schemeClr val="bg2">
                    <a:lumMod val="75000"/>
                  </a:schemeClr>
                </a:solidFill>
                <a:latin typeface="Pretendard"/>
                <a:ea typeface="Pretendard"/>
                <a:cs typeface="Pretendard"/>
              </a:defRPr>
            </a:lvl1pPr>
          </a:lstStyle>
          <a:p>
            <a:fld id="{6D069905-AE10-E849-B625-D412908E376F}" type="slidenum">
              <a:t>‹#›</a:t>
            </a:fld>
            <a:endParaRPr>
              <a:latin typeface="Pretendard"/>
              <a:ea typeface="Pretendard"/>
              <a:cs typeface="Pretendar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내용_단쪽">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1F567C2C-E8FD-074C-9A88-0B27279F61F3}"/>
              </a:ext>
            </a:extLst>
          </p:cNvPr>
          <p:cNvSpPr>
            <a:spLocks noGrp="1"/>
          </p:cNvSpPr>
          <p:nvPr>
            <p:ph type="title" hasCustomPrompt="1"/>
          </p:nvPr>
        </p:nvSpPr>
        <p:spPr>
          <a:xfrm>
            <a:off x="509567" y="99294"/>
            <a:ext cx="13738860" cy="828899"/>
          </a:xfrm>
          <a:prstGeom prst="rect">
            <a:avLst/>
          </a:prstGeom>
        </p:spPr>
        <p:txBody>
          <a:bodyPr wrap="square" lIns="0" tIns="180000" rIns="0" bIns="180000">
            <a:spAutoFit/>
          </a:bodyPr>
          <a:lstStyle>
            <a:lvl1pPr>
              <a:buNone/>
              <a:defRPr sz="3200" b="1" i="0" baseline="0">
                <a:latin typeface="Pretendard"/>
                <a:ea typeface="Pretendard"/>
                <a:cs typeface="Pretendard"/>
              </a:defRPr>
            </a:lvl1pPr>
          </a:lstStyle>
          <a:p>
            <a:r>
              <a:rPr dirty="0" err="1"/>
              <a:t>파트별</a:t>
            </a:r>
            <a:r>
              <a:rPr dirty="0"/>
              <a:t> </a:t>
            </a:r>
            <a:r>
              <a:rPr dirty="0" err="1"/>
              <a:t>소제목</a:t>
            </a:r>
            <a:endParaRPr dirty="0"/>
          </a:p>
        </p:txBody>
      </p:sp>
      <p:sp>
        <p:nvSpPr>
          <p:cNvPr id="2" name="슬라이드 번호 개체 틀 5">
            <a:extLst>
              <a:ext uri="{FF2B5EF4-FFF2-40B4-BE49-F238E27FC236}">
                <a16:creationId xmlns:a16="http://schemas.microsoft.com/office/drawing/2014/main" id="{3DDA118C-05D5-6480-770D-EAA836890B0F}"/>
              </a:ext>
            </a:extLst>
          </p:cNvPr>
          <p:cNvSpPr>
            <a:spLocks noGrp="1"/>
          </p:cNvSpPr>
          <p:nvPr>
            <p:ph type="sldNum" idx="4"/>
          </p:nvPr>
        </p:nvSpPr>
        <p:spPr>
          <a:xfrm>
            <a:off x="10892790" y="7787640"/>
            <a:ext cx="3291840" cy="228288"/>
          </a:xfrm>
          <a:prstGeom prst="rect">
            <a:avLst/>
          </a:prstGeom>
        </p:spPr>
        <p:txBody>
          <a:bodyPr vert="horz" lIns="0" tIns="36000" rIns="0" bIns="0" anchor="ctr">
            <a:spAutoFit/>
          </a:bodyPr>
          <a:lstStyle>
            <a:lvl1pPr algn="r">
              <a:buNone/>
              <a:defRPr sz="1200" b="0" i="0">
                <a:solidFill>
                  <a:schemeClr val="bg2">
                    <a:lumMod val="75000"/>
                  </a:schemeClr>
                </a:solidFill>
                <a:latin typeface="Pretendard"/>
                <a:ea typeface="Pretendard"/>
                <a:cs typeface="Pretendard"/>
              </a:defRPr>
            </a:lvl1pPr>
          </a:lstStyle>
          <a:p>
            <a:fld id="{5D069905-AE10-E849-B625-D412908E376F}" type="slidenum">
              <a:t>‹#›</a:t>
            </a:fld>
            <a:endParaRPr>
              <a:latin typeface="Pretendard"/>
              <a:ea typeface="Pretendard"/>
              <a:cs typeface="Pretendard"/>
            </a:endParaRPr>
          </a:p>
        </p:txBody>
      </p:sp>
      <p:sp>
        <p:nvSpPr>
          <p:cNvPr id="3" name="Shape 2">
            <a:extLst>
              <a:ext uri="{FF2B5EF4-FFF2-40B4-BE49-F238E27FC236}">
                <a16:creationId xmlns:a16="http://schemas.microsoft.com/office/drawing/2014/main" id="{407103BA-706F-CD5E-5D8C-CDBB2EFB70F6}"/>
              </a:ext>
            </a:extLst>
          </p:cNvPr>
          <p:cNvSpPr>
            <a:spLocks noGrp="1"/>
          </p:cNvSpPr>
          <p:nvPr/>
        </p:nvSpPr>
        <p:spPr>
          <a:xfrm>
            <a:off x="508406" y="868680"/>
            <a:ext cx="13613587" cy="0"/>
          </a:xfrm>
          <a:prstGeom prst="line">
            <a:avLst/>
          </a:prstGeom>
          <a:noFill/>
          <a:ln w="19050">
            <a:solidFill>
              <a:srgbClr val="E2E8F0"/>
            </a:solidFill>
            <a:prstDash val="solid"/>
          </a:ln>
        </p:spPr>
        <p:txBody>
          <a:bodyPr/>
          <a:lstStyle/>
          <a:p>
            <a:endParaRPr>
              <a:latin typeface="Pretendard"/>
              <a:ea typeface="Pretendard"/>
              <a:cs typeface="Pretendar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3775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명_한 줄 입력">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56CB18B5-34B9-004A-8998-8E830A33D43A}"/>
              </a:ext>
            </a:extLst>
          </p:cNvPr>
          <p:cNvSpPr>
            <a:spLocks noGrp="1"/>
          </p:cNvSpPr>
          <p:nvPr>
            <p:ph type="body" idx="11" hasCustomPrompt="1"/>
          </p:nvPr>
        </p:nvSpPr>
        <p:spPr>
          <a:xfrm>
            <a:off x="1604010" y="3657770"/>
            <a:ext cx="11414760" cy="810204"/>
          </a:xfrm>
          <a:prstGeom prst="rect">
            <a:avLst/>
          </a:prstGeom>
        </p:spPr>
        <p:txBody>
          <a:bodyPr lIns="0" tIns="144000" rIns="0" bIns="0">
            <a:spAutoFit/>
          </a:bodyPr>
          <a:lstStyle>
            <a:lvl1pPr marL="0" indent="0">
              <a:buNone/>
              <a:defRPr sz="4320" b="1" i="0">
                <a:solidFill>
                  <a:schemeClr val="bg2">
                    <a:lumMod val="10000"/>
                  </a:schemeClr>
                </a:solidFill>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SECTION명 (한 줄 입력)</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a:ext uri="{FF2B5EF4-FFF2-40B4-BE49-F238E27FC236}">
                <a16:creationId xmlns:a16="http://schemas.microsoft.com/office/drawing/2014/main" id="{D1A66BF0-CFDB-6C4A-B293-18338A2FFF66}"/>
              </a:ext>
            </a:extLst>
          </p:cNvPr>
          <p:cNvSpPr>
            <a:spLocks noGrp="1"/>
          </p:cNvSpPr>
          <p:nvPr>
            <p:ph type="body" idx="12" hasCustomPrompt="1"/>
          </p:nvPr>
        </p:nvSpPr>
        <p:spPr>
          <a:xfrm>
            <a:off x="1611630" y="3288438"/>
            <a:ext cx="11414760" cy="369332"/>
          </a:xfrm>
          <a:prstGeom prst="rect">
            <a:avLst/>
          </a:prstGeom>
        </p:spPr>
        <p:txBody>
          <a:bodyPr wrap="square" lIns="0" tIns="0" rIns="0" bIns="0">
            <a:spAutoFit/>
          </a:bodyPr>
          <a:lstStyle>
            <a:lvl1pPr marL="0" indent="0">
              <a:buNone/>
              <a:defRPr sz="2400" b="0" i="0">
                <a:solidFill>
                  <a:schemeClr val="bg2">
                    <a:lumMod val="10000"/>
                  </a:schemeClr>
                </a:solidFill>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강의명</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타이틀(한 줄 입력)">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56CB18B5-34B9-004A-8998-8E830A33D43A}"/>
              </a:ext>
            </a:extLst>
          </p:cNvPr>
          <p:cNvSpPr>
            <a:spLocks noGrp="1"/>
          </p:cNvSpPr>
          <p:nvPr>
            <p:ph type="body" idx="11" hasCustomPrompt="1"/>
          </p:nvPr>
        </p:nvSpPr>
        <p:spPr>
          <a:xfrm>
            <a:off x="1611630" y="3524406"/>
            <a:ext cx="11407140" cy="1097280"/>
          </a:xfrm>
          <a:prstGeom prst="rect">
            <a:avLst/>
          </a:prstGeom>
        </p:spPr>
        <p:txBody>
          <a:bodyPr lIns="0" tIns="0" rIns="0" bIns="288000"/>
          <a:lstStyle>
            <a:lvl1pPr marL="0" indent="0">
              <a:buNone/>
              <a:defRPr sz="4320" b="1" i="0">
                <a:latin typeface="Pretendard SemiBold"/>
                <a:ea typeface="Pretendard SemiBold"/>
                <a:cs typeface="Pretendard SemiBol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강의명 (한 줄 입력)</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a:ext uri="{FF2B5EF4-FFF2-40B4-BE49-F238E27FC236}">
                <a16:creationId xmlns:a16="http://schemas.microsoft.com/office/drawing/2014/main" id="{D1A66BF0-CFDB-6C4A-B293-18338A2FFF66}"/>
              </a:ext>
            </a:extLst>
          </p:cNvPr>
          <p:cNvSpPr>
            <a:spLocks noGrp="1"/>
          </p:cNvSpPr>
          <p:nvPr>
            <p:ph type="body" idx="12" hasCustomPrompt="1"/>
          </p:nvPr>
        </p:nvSpPr>
        <p:spPr>
          <a:xfrm>
            <a:off x="1611629" y="4621686"/>
            <a:ext cx="11407140" cy="369332"/>
          </a:xfrm>
          <a:prstGeom prst="rect">
            <a:avLst/>
          </a:prstGeom>
        </p:spPr>
        <p:txBody>
          <a:bodyPr wrap="square" lIns="0" tIns="0" rIns="0" bIns="0">
            <a:spAutoFit/>
          </a:bodyPr>
          <a:lstStyle>
            <a:lvl1pPr marL="0" indent="0">
              <a:buNone/>
              <a:defRPr sz="2400" b="0" i="0">
                <a:latin typeface="Pretendard Medium"/>
                <a:ea typeface="Pretendard Medium"/>
                <a:cs typeface="Pretendard Medium"/>
              </a:defRPr>
            </a:lvl1pPr>
          </a:lstStyle>
          <a:p>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강사명</a:t>
            </a:r>
          </a:p>
        </p:txBody>
      </p:sp>
      <p:sp>
        <p:nvSpPr>
          <p:cNvPr id="20" name="Slide Number Placeholder 20">
            <a:extLst>
              <a:ext uri="{FF2B5EF4-FFF2-40B4-BE49-F238E27FC236}">
                <a16:creationId xmlns:a16="http://schemas.microsoft.com/office/drawing/2014/main" id="{4322BDAA-AE1F-425D-83AC-D8E534CCB60C}"/>
              </a:ext>
            </a:extLst>
          </p:cNvPr>
          <p:cNvSpPr>
            <a:spLocks noGrp="1"/>
          </p:cNvSpPr>
          <p:nvPr>
            <p:ph type="sldNum" idx="4"/>
          </p:nvPr>
        </p:nvSpPr>
        <p:spPr>
          <a:xfrm>
            <a:off x="6045200" y="7787640"/>
            <a:ext cx="2540000" cy="228288"/>
          </a:xfrm>
          <a:prstGeom prst="rect">
            <a:avLst/>
          </a:prstGeom>
        </p:spPr>
        <p:txBody>
          <a:bodyPr vert="horz" lIns="0" tIns="36000" rIns="0" bIns="0" anchor="ctr">
            <a:spAutoFit/>
          </a:bodyPr>
          <a:lstStyle>
            <a:lvl1pPr algn="ctr">
              <a:buNone/>
              <a:defRPr sz="1400" b="0" i="0">
                <a:solidFill>
                  <a:schemeClr val="bg2">
                    <a:lumMod val="75000"/>
                  </a:schemeClr>
                </a:solidFill>
                <a:latin typeface="Pretendard Medium"/>
                <a:ea typeface="Pretendard Medium"/>
                <a:cs typeface="Pretendard Medium"/>
              </a:defRPr>
            </a:lvl1pPr>
          </a:lstStyle>
          <a:p>
            <a:fld id="{6D069905-AE10-E849-B625-D412908E376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타이틀(한 줄 입력)">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56CB18B5-34B9-004A-8998-8E830A33D43A}"/>
              </a:ext>
            </a:extLst>
          </p:cNvPr>
          <p:cNvSpPr>
            <a:spLocks noGrp="1"/>
          </p:cNvSpPr>
          <p:nvPr>
            <p:ph type="body" idx="11" hasCustomPrompt="1"/>
          </p:nvPr>
        </p:nvSpPr>
        <p:spPr>
          <a:xfrm>
            <a:off x="1611630" y="3524406"/>
            <a:ext cx="11407140" cy="1097280"/>
          </a:xfrm>
          <a:prstGeom prst="rect">
            <a:avLst/>
          </a:prstGeom>
        </p:spPr>
        <p:txBody>
          <a:bodyPr lIns="0" tIns="0" rIns="0" bIns="288000"/>
          <a:lstStyle>
            <a:lvl1pPr marL="0" indent="0">
              <a:buNone/>
              <a:defRPr sz="4320" b="1" i="0">
                <a:latin typeface="Pretendard SemiBold"/>
                <a:ea typeface="Pretendard SemiBold"/>
                <a:cs typeface="Pretendard SemiBol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강의명 (한 줄 입력)</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a:ext uri="{FF2B5EF4-FFF2-40B4-BE49-F238E27FC236}">
                <a16:creationId xmlns:a16="http://schemas.microsoft.com/office/drawing/2014/main" id="{D1A66BF0-CFDB-6C4A-B293-18338A2FFF66}"/>
              </a:ext>
            </a:extLst>
          </p:cNvPr>
          <p:cNvSpPr>
            <a:spLocks noGrp="1"/>
          </p:cNvSpPr>
          <p:nvPr>
            <p:ph type="body" idx="12" hasCustomPrompt="1"/>
          </p:nvPr>
        </p:nvSpPr>
        <p:spPr>
          <a:xfrm>
            <a:off x="1611629" y="4621686"/>
            <a:ext cx="11407140" cy="369332"/>
          </a:xfrm>
          <a:prstGeom prst="rect">
            <a:avLst/>
          </a:prstGeom>
        </p:spPr>
        <p:txBody>
          <a:bodyPr wrap="square" lIns="0" tIns="0" rIns="0" bIns="0">
            <a:spAutoFit/>
          </a:bodyPr>
          <a:lstStyle>
            <a:lvl1pPr marL="0" indent="0">
              <a:buNone/>
              <a:defRPr sz="2400" b="0" i="0">
                <a:latin typeface="Pretendard Medium"/>
                <a:ea typeface="Pretendard Medium"/>
                <a:cs typeface="Pretendard Medium"/>
              </a:defRPr>
            </a:lvl1pPr>
          </a:lstStyle>
          <a:p>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강사명</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3.xml"/><Relationship Id="rId3"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1097280">
        <a:lnSpc>
          <a:spcPct val="90000"/>
        </a:lnSpc>
        <a:spcBef>
          <a:spcPct val="0"/>
        </a:spcBef>
        <a:buNone/>
        <a:defRPr sz="5280" kern="1200">
          <a:solidFill>
            <a:schemeClr val="tx1"/>
          </a:solidFill>
          <a:latin typeface="+mj-lt"/>
          <a:ea typeface="+mj-lt"/>
          <a:cs typeface="+mj-lt"/>
        </a:defRPr>
      </a:lvl1pPr>
    </p:titleStyle>
    <p:bodyStyle>
      <a:lvl1pPr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marL="0" algn="l" defTabSz="1097280">
        <a:buNone/>
        <a:defRPr sz="2160" kern="1200">
          <a:solidFill>
            <a:schemeClr val="tx1"/>
          </a:solidFill>
          <a:latin typeface="+mn-lt"/>
          <a:ea typeface="+mn-lt"/>
          <a:cs typeface="+mn-lt"/>
        </a:defRPr>
      </a:lvl1pPr>
      <a:lvl2pPr marL="548640" algn="l" defTabSz="1097280">
        <a:buNone/>
        <a:defRPr sz="2160" kern="1200">
          <a:solidFill>
            <a:schemeClr val="tx1"/>
          </a:solidFill>
          <a:latin typeface="+mn-lt"/>
          <a:ea typeface="+mn-lt"/>
          <a:cs typeface="+mn-lt"/>
        </a:defRPr>
      </a:lvl2pPr>
      <a:lvl3pPr marL="1097280" algn="l" defTabSz="1097280">
        <a:buNone/>
        <a:defRPr sz="2160" kern="1200">
          <a:solidFill>
            <a:schemeClr val="tx1"/>
          </a:solidFill>
          <a:latin typeface="+mn-lt"/>
          <a:ea typeface="+mn-lt"/>
          <a:cs typeface="+mn-lt"/>
        </a:defRPr>
      </a:lvl3pPr>
      <a:lvl4pPr marL="1645920" algn="l" defTabSz="1097280">
        <a:buNone/>
        <a:defRPr sz="2160" kern="1200">
          <a:solidFill>
            <a:schemeClr val="tx1"/>
          </a:solidFill>
          <a:latin typeface="+mn-lt"/>
          <a:ea typeface="+mn-lt"/>
          <a:cs typeface="+mn-lt"/>
        </a:defRPr>
      </a:lvl4pPr>
      <a:lvl5pPr marL="2194560" algn="l" defTabSz="1097280">
        <a:buNone/>
        <a:defRPr sz="2160" kern="1200">
          <a:solidFill>
            <a:schemeClr val="tx1"/>
          </a:solidFill>
          <a:latin typeface="+mn-lt"/>
          <a:ea typeface="+mn-lt"/>
          <a:cs typeface="+mn-lt"/>
        </a:defRPr>
      </a:lvl5pPr>
      <a:lvl6pPr marL="2743200" algn="l" defTabSz="1097280">
        <a:buNone/>
        <a:defRPr sz="2160" kern="1200">
          <a:solidFill>
            <a:schemeClr val="tx1"/>
          </a:solidFill>
          <a:latin typeface="+mn-lt"/>
          <a:ea typeface="+mn-lt"/>
          <a:cs typeface="+mn-lt"/>
        </a:defRPr>
      </a:lvl6pPr>
      <a:lvl7pPr marL="3291840" algn="l" defTabSz="1097280">
        <a:buNone/>
        <a:defRPr sz="2160" kern="1200">
          <a:solidFill>
            <a:schemeClr val="tx1"/>
          </a:solidFill>
          <a:latin typeface="+mn-lt"/>
          <a:ea typeface="+mn-lt"/>
          <a:cs typeface="+mn-lt"/>
        </a:defRPr>
      </a:lvl7pPr>
      <a:lvl8pPr marL="3840480" algn="l" defTabSz="1097280">
        <a:buNone/>
        <a:defRPr sz="2160" kern="1200">
          <a:solidFill>
            <a:schemeClr val="tx1"/>
          </a:solidFill>
          <a:latin typeface="+mn-lt"/>
          <a:ea typeface="+mn-lt"/>
          <a:cs typeface="+mn-lt"/>
        </a:defRPr>
      </a:lvl8pPr>
      <a:lvl9pPr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234">
          <p15:clr>
            <a:srgbClr val="A4A3A4"/>
          </p15:clr>
        </p15:guide>
        <p15:guide id="6" pos="7446">
          <p15:clr>
            <a:srgbClr val="A4A3A4"/>
          </p15:clr>
        </p15:guide>
        <p15:guide id="7" pos="3908">
          <p15:clr>
            <a:srgbClr val="5ACBF0"/>
          </p15:clr>
        </p15:guide>
        <p15:guide id="8" pos="3772">
          <p15:clr>
            <a:srgbClr val="5ACBF0"/>
          </p15:clr>
        </p15:guide>
        <p15:guide id="9" pos="3296">
          <p15:clr>
            <a:srgbClr val="5ACBF0"/>
          </p15:clr>
        </p15:guide>
        <p15:guide id="10" pos="4384">
          <p15:clr>
            <a:srgbClr val="5ACBF0"/>
          </p15:clr>
        </p15:guide>
        <p15:guide id="11" pos="3160">
          <p15:clr>
            <a:srgbClr val="5ACBF0"/>
          </p15:clr>
        </p15:guide>
        <p15:guide id="12" pos="4520">
          <p15:clr>
            <a:srgbClr val="5ACBF0"/>
          </p15:clr>
        </p15:guide>
        <p15:guide id="13" pos="2683">
          <p15:clr>
            <a:srgbClr val="5ACBF0"/>
          </p15:clr>
        </p15:guide>
        <p15:guide id="14" pos="2547">
          <p15:clr>
            <a:srgbClr val="5ACBF0"/>
          </p15:clr>
        </p15:guide>
        <p15:guide id="15" pos="4997">
          <p15:clr>
            <a:srgbClr val="5ACBF0"/>
          </p15:clr>
        </p15:guide>
        <p15:guide id="16" pos="5133">
          <p15:clr>
            <a:srgbClr val="5ACBF0"/>
          </p15:clr>
        </p15:guide>
        <p15:guide id="17" pos="2071">
          <p15:clr>
            <a:srgbClr val="5ACBF0"/>
          </p15:clr>
        </p15:guide>
        <p15:guide id="18" pos="1935">
          <p15:clr>
            <a:srgbClr val="5ACBF0"/>
          </p15:clr>
        </p15:guide>
        <p15:guide id="19" pos="5609">
          <p15:clr>
            <a:srgbClr val="5ACBF0"/>
          </p15:clr>
        </p15:guide>
        <p15:guide id="20" pos="5745">
          <p15:clr>
            <a:srgbClr val="5ACBF0"/>
          </p15:clr>
        </p15:guide>
        <p15:guide id="21" pos="6221">
          <p15:clr>
            <a:srgbClr val="5ACBF0"/>
          </p15:clr>
        </p15:guide>
        <p15:guide id="22" pos="6357">
          <p15:clr>
            <a:srgbClr val="5ACBF0"/>
          </p15:clr>
        </p15:guide>
        <p15:guide id="23" pos="1459">
          <p15:clr>
            <a:srgbClr val="5ACBF0"/>
          </p15:clr>
        </p15:guide>
        <p15:guide id="24" pos="1323">
          <p15:clr>
            <a:srgbClr val="5ACBF0"/>
          </p15:clr>
        </p15:guide>
        <p15:guide id="25" pos="846">
          <p15:clr>
            <a:srgbClr val="5ACBF0"/>
          </p15:clr>
        </p15:guide>
        <p15:guide id="26" pos="710">
          <p15:clr>
            <a:srgbClr val="5ACBF0"/>
          </p15:clr>
        </p15:guide>
        <p15:guide id="27" pos="6834">
          <p15:clr>
            <a:srgbClr val="5ACBF0"/>
          </p15:clr>
        </p15:guide>
        <p15:guide id="28" pos="6970">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791BBE-66E3-4442-970C-F4A0E0147611}"/>
              </a:ext>
            </a:extLst>
          </p:cNvPr>
          <p:cNvSpPr>
            <a:spLocks noGrp="1"/>
          </p:cNvSpPr>
          <p:nvPr/>
        </p:nvSpPr>
        <p:spPr>
          <a:xfrm>
            <a:off x="445771" y="7787686"/>
            <a:ext cx="1531573" cy="247139"/>
          </a:xfrm>
          <a:prstGeom prst="rect">
            <a:avLst/>
          </a:prstGeom>
        </p:spPr>
        <p:txBody>
          <a:bodyPr vert="horz" lIns="0" tIns="43200" rIns="0" bIns="0" anchor="ctr">
            <a:spAutoFit/>
          </a:bodyPr>
          <a:lstStyle>
            <a:lvl1pPr marR="0" indent="0">
              <a:lnSpc>
                <a:spcPct val="120000"/>
              </a:lnSpc>
              <a:spcBef>
                <a:spcPts val="0"/>
              </a:spcBef>
              <a:spcAft>
                <a:spcPts val="0"/>
              </a:spcAft>
              <a:buClrTx/>
              <a:buSzTx/>
              <a:buFontTx/>
              <a:buNone/>
              <a:defRPr sz="1000" b="0" i="0">
                <a:ln w="5080">
                  <a:noFill/>
                </a:ln>
                <a:solidFill>
                  <a:srgbClr val="E7E6E6">
                    <a:lumMod val="75000"/>
                  </a:srgbClr>
                </a:solidFill>
                <a:latin typeface="Pretendard"/>
                <a:ea typeface="Pretendard"/>
                <a:cs typeface="Pretendard"/>
              </a:defRPr>
            </a:lvl1pPr>
          </a:lstStyle>
          <a:p>
            <a:pPr lvl="0">
              <a:buNone/>
            </a:pPr>
            <a:r>
              <a:rPr sz="1200" b="0" i="0">
                <a:latin typeface="Pretendard"/>
                <a:ea typeface="Pretendard"/>
                <a:cs typeface="Pretendard"/>
              </a:rPr>
              <a:t>무단전재 및 배포 금지</a:t>
            </a:r>
          </a:p>
        </p:txBody>
      </p:sp>
      <p:sp>
        <p:nvSpPr>
          <p:cNvPr id="2" name="슬라이드 번호 개체 틀 5">
            <a:extLst>
              <a:ext uri="{FF2B5EF4-FFF2-40B4-BE49-F238E27FC236}">
                <a16:creationId xmlns:a16="http://schemas.microsoft.com/office/drawing/2014/main" id="{05222549-9B6D-AE4D-BB3C-20284003EA23}"/>
              </a:ext>
            </a:extLst>
          </p:cNvPr>
          <p:cNvSpPr>
            <a:spLocks noGrp="1"/>
          </p:cNvSpPr>
          <p:nvPr>
            <p:ph type="sldNum" idx="4"/>
          </p:nvPr>
        </p:nvSpPr>
        <p:spPr>
          <a:xfrm>
            <a:off x="10892790" y="7787640"/>
            <a:ext cx="3291840" cy="228288"/>
          </a:xfrm>
          <a:prstGeom prst="rect">
            <a:avLst/>
          </a:prstGeom>
        </p:spPr>
        <p:txBody>
          <a:bodyPr vert="horz" lIns="0" tIns="36000" rIns="0" bIns="0" anchor="ctr">
            <a:spAutoFit/>
          </a:bodyPr>
          <a:lstStyle>
            <a:lvl1pPr algn="r">
              <a:buNone/>
              <a:defRPr sz="1200" b="0" i="0">
                <a:solidFill>
                  <a:schemeClr val="bg2">
                    <a:lumMod val="75000"/>
                  </a:schemeClr>
                </a:solidFill>
                <a:latin typeface="Pretendard"/>
                <a:ea typeface="Pretendard"/>
                <a:cs typeface="Pretendard"/>
              </a:defRPr>
            </a:lvl1pPr>
          </a:lstStyle>
          <a:p>
            <a:fld id="{5D069905-AE10-E849-B625-D412908E376F}" type="slidenum">
              <a:t>‹#›</a:t>
            </a:fld>
            <a:endParaRPr>
              <a:latin typeface="Pretendard"/>
              <a:ea typeface="Pretendard"/>
              <a:cs typeface="Pretendard"/>
            </a:endParaRPr>
          </a:p>
        </p:txBody>
      </p:sp>
    </p:spTree>
  </p:cSld>
  <p:clrMap bg1="lt1" tx1="dk1" bg2="lt2" tx2="dk2" accent1="accent1" accent2="accent2" accent3="accent3" accent4="accent4" accent5="accent5" accent6="accent6" hlink="hlink" folHlink="folHlink"/>
  <p:sldLayoutIdLst>
    <p:sldLayoutId id="2147483654" r:id="rId1"/>
    <p:sldLayoutId id="2147483661" r:id="rId2"/>
  </p:sldLayoutIdLst>
  <p:hf hdr="0" ftr="0" dt="0"/>
  <p:txStyles>
    <p:titleStyle>
      <a:lvl1pPr algn="l" defTabSz="1097280">
        <a:lnSpc>
          <a:spcPct val="90000"/>
        </a:lnSpc>
        <a:spcBef>
          <a:spcPct val="0"/>
        </a:spcBef>
        <a:buNone/>
        <a:defRPr sz="5280" kern="1200">
          <a:solidFill>
            <a:schemeClr val="tx1"/>
          </a:solidFill>
          <a:latin typeface="+mj-lt"/>
          <a:ea typeface="+mj-lt"/>
          <a:cs typeface="+mj-lt"/>
        </a:defRPr>
      </a:lvl1pPr>
    </p:titleStyle>
    <p:bodyStyle>
      <a:lvl1pPr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marL="0" algn="l" defTabSz="1097280">
        <a:buNone/>
        <a:defRPr sz="2160" kern="1200">
          <a:solidFill>
            <a:schemeClr val="tx1"/>
          </a:solidFill>
          <a:latin typeface="+mn-lt"/>
          <a:ea typeface="+mn-lt"/>
          <a:cs typeface="+mn-lt"/>
        </a:defRPr>
      </a:lvl1pPr>
      <a:lvl2pPr marL="548640" algn="l" defTabSz="1097280">
        <a:buNone/>
        <a:defRPr sz="2160" kern="1200">
          <a:solidFill>
            <a:schemeClr val="tx1"/>
          </a:solidFill>
          <a:latin typeface="+mn-lt"/>
          <a:ea typeface="+mn-lt"/>
          <a:cs typeface="+mn-lt"/>
        </a:defRPr>
      </a:lvl2pPr>
      <a:lvl3pPr marL="1097280" algn="l" defTabSz="1097280">
        <a:buNone/>
        <a:defRPr sz="2160" kern="1200">
          <a:solidFill>
            <a:schemeClr val="tx1"/>
          </a:solidFill>
          <a:latin typeface="+mn-lt"/>
          <a:ea typeface="+mn-lt"/>
          <a:cs typeface="+mn-lt"/>
        </a:defRPr>
      </a:lvl3pPr>
      <a:lvl4pPr marL="1645920" algn="l" defTabSz="1097280">
        <a:buNone/>
        <a:defRPr sz="2160" kern="1200">
          <a:solidFill>
            <a:schemeClr val="tx1"/>
          </a:solidFill>
          <a:latin typeface="+mn-lt"/>
          <a:ea typeface="+mn-lt"/>
          <a:cs typeface="+mn-lt"/>
        </a:defRPr>
      </a:lvl4pPr>
      <a:lvl5pPr marL="2194560" algn="l" defTabSz="1097280">
        <a:buNone/>
        <a:defRPr sz="2160" kern="1200">
          <a:solidFill>
            <a:schemeClr val="tx1"/>
          </a:solidFill>
          <a:latin typeface="+mn-lt"/>
          <a:ea typeface="+mn-lt"/>
          <a:cs typeface="+mn-lt"/>
        </a:defRPr>
      </a:lvl5pPr>
      <a:lvl6pPr marL="2743200" algn="l" defTabSz="1097280">
        <a:buNone/>
        <a:defRPr sz="2160" kern="1200">
          <a:solidFill>
            <a:schemeClr val="tx1"/>
          </a:solidFill>
          <a:latin typeface="+mn-lt"/>
          <a:ea typeface="+mn-lt"/>
          <a:cs typeface="+mn-lt"/>
        </a:defRPr>
      </a:lvl6pPr>
      <a:lvl7pPr marL="3291840" algn="l" defTabSz="1097280">
        <a:buNone/>
        <a:defRPr sz="2160" kern="1200">
          <a:solidFill>
            <a:schemeClr val="tx1"/>
          </a:solidFill>
          <a:latin typeface="+mn-lt"/>
          <a:ea typeface="+mn-lt"/>
          <a:cs typeface="+mn-lt"/>
        </a:defRPr>
      </a:lvl7pPr>
      <a:lvl8pPr marL="3840480" algn="l" defTabSz="1097280">
        <a:buNone/>
        <a:defRPr sz="2160" kern="1200">
          <a:solidFill>
            <a:schemeClr val="tx1"/>
          </a:solidFill>
          <a:latin typeface="+mn-lt"/>
          <a:ea typeface="+mn-lt"/>
          <a:cs typeface="+mn-lt"/>
        </a:defRPr>
      </a:lvl8pPr>
      <a:lvl9pPr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234">
          <p15:clr>
            <a:srgbClr val="A4A3A4"/>
          </p15:clr>
        </p15:guide>
        <p15:guide id="6" pos="7446">
          <p15:clr>
            <a:srgbClr val="A4A3A4"/>
          </p15:clr>
        </p15:guide>
        <p15:guide id="7" pos="3908">
          <p15:clr>
            <a:srgbClr val="5ACBF0"/>
          </p15:clr>
        </p15:guide>
        <p15:guide id="8" pos="3769" userDrawn="1">
          <p15:clr>
            <a:srgbClr val="5ACBF0"/>
          </p15:clr>
        </p15:guide>
        <p15:guide id="9" pos="3296">
          <p15:clr>
            <a:srgbClr val="5ACBF0"/>
          </p15:clr>
        </p15:guide>
        <p15:guide id="10" pos="4384">
          <p15:clr>
            <a:srgbClr val="5ACBF0"/>
          </p15:clr>
        </p15:guide>
        <p15:guide id="11" pos="3160">
          <p15:clr>
            <a:srgbClr val="5ACBF0"/>
          </p15:clr>
        </p15:guide>
        <p15:guide id="12" pos="4520">
          <p15:clr>
            <a:srgbClr val="5ACBF0"/>
          </p15:clr>
        </p15:guide>
        <p15:guide id="13" pos="2683">
          <p15:clr>
            <a:srgbClr val="5ACBF0"/>
          </p15:clr>
        </p15:guide>
        <p15:guide id="14" pos="2547">
          <p15:clr>
            <a:srgbClr val="5ACBF0"/>
          </p15:clr>
        </p15:guide>
        <p15:guide id="15" pos="4997">
          <p15:clr>
            <a:srgbClr val="5ACBF0"/>
          </p15:clr>
        </p15:guide>
        <p15:guide id="16" pos="5133">
          <p15:clr>
            <a:srgbClr val="5ACBF0"/>
          </p15:clr>
        </p15:guide>
        <p15:guide id="17" pos="2071">
          <p15:clr>
            <a:srgbClr val="5ACBF0"/>
          </p15:clr>
        </p15:guide>
        <p15:guide id="18" pos="1935">
          <p15:clr>
            <a:srgbClr val="5ACBF0"/>
          </p15:clr>
        </p15:guide>
        <p15:guide id="19" pos="5609">
          <p15:clr>
            <a:srgbClr val="5ACBF0"/>
          </p15:clr>
        </p15:guide>
        <p15:guide id="20" pos="5745">
          <p15:clr>
            <a:srgbClr val="5ACBF0"/>
          </p15:clr>
        </p15:guide>
        <p15:guide id="21" pos="6221">
          <p15:clr>
            <a:srgbClr val="5ACBF0"/>
          </p15:clr>
        </p15:guide>
        <p15:guide id="22" pos="6357">
          <p15:clr>
            <a:srgbClr val="5ACBF0"/>
          </p15:clr>
        </p15:guide>
        <p15:guide id="23" pos="1459">
          <p15:clr>
            <a:srgbClr val="5ACBF0"/>
          </p15:clr>
        </p15:guide>
        <p15:guide id="24" pos="1323">
          <p15:clr>
            <a:srgbClr val="5ACBF0"/>
          </p15:clr>
        </p15:guide>
        <p15:guide id="25" pos="846">
          <p15:clr>
            <a:srgbClr val="5ACBF0"/>
          </p15:clr>
        </p15:guide>
        <p15:guide id="26" pos="710">
          <p15:clr>
            <a:srgbClr val="5ACBF0"/>
          </p15:clr>
        </p15:guide>
        <p15:guide id="27" pos="6834">
          <p15:clr>
            <a:srgbClr val="5ACBF0"/>
          </p15:clr>
        </p15:guide>
        <p15:guide id="28" pos="6970">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그림 3"/>
          <p:cNvPicPr>
            <a:picLocks noChangeAspect="1"/>
          </p:cNvPicPr>
          <p:nvPr/>
        </p:nvPicPr>
        <p:blipFill>
          <a:blip r:embed="rId3"/>
          <a:stretch>
            <a:fillRect/>
          </a:stretch>
        </p:blipFill>
        <p:spPr>
          <a:xfrm>
            <a:off x="0" y="0"/>
            <a:ext cx="14630400" cy="8229600"/>
          </a:xfrm>
          <a:prstGeom prst="rect">
            <a:avLst/>
          </a:prstGeom>
        </p:spPr>
      </p:pic>
      <p:sp>
        <p:nvSpPr>
          <p:cNvPr id="2" name="TextBox 1">
            <a:extLst>
              <a:ext uri="{FF2B5EF4-FFF2-40B4-BE49-F238E27FC236}">
                <a16:creationId xmlns:a16="http://schemas.microsoft.com/office/drawing/2014/main" id="{3A0CC5AA-B0B5-FF4C-833B-2E01C84DA731}"/>
              </a:ext>
            </a:extLst>
          </p:cNvPr>
          <p:cNvSpPr>
            <a:spLocks noGrp="1"/>
          </p:cNvSpPr>
          <p:nvPr/>
        </p:nvSpPr>
        <p:spPr>
          <a:xfrm>
            <a:off x="445770" y="7343904"/>
            <a:ext cx="9771127" cy="444161"/>
          </a:xfrm>
          <a:prstGeom prst="rect">
            <a:avLst/>
          </a:prstGeom>
          <a:noFill/>
        </p:spPr>
        <p:txBody>
          <a:bodyPr wrap="square" lIns="0" tIns="0" rIns="0" bIns="0">
            <a:spAutoFit/>
          </a:bodyPr>
          <a:lstStyle/>
          <a:p>
            <a:pPr algn="l">
              <a:lnSpc>
                <a:spcPct val="120000"/>
              </a:lnSpc>
              <a:buNone/>
            </a:pPr>
            <a:r>
              <a:rPr sz="1260">
                <a:ln w="5080">
                  <a:noFill/>
                </a:ln>
                <a:solidFill>
                  <a:schemeClr val="bg1">
                    <a:lumMod val="85000"/>
                  </a:schemeClr>
                </a:solidFill>
                <a:latin typeface="Pretendard"/>
                <a:ea typeface="Pretendard"/>
                <a:cs typeface="Pretendard"/>
              </a:rPr>
              <a:t>유니콘 주식회사</a:t>
            </a:r>
          </a:p>
          <a:p>
            <a:pPr algn="l">
              <a:lnSpc>
                <a:spcPct val="120000"/>
              </a:lnSpc>
              <a:buNone/>
            </a:pPr>
            <a:r>
              <a:rPr sz="1260">
                <a:ln w="5080">
                  <a:noFill/>
                </a:ln>
                <a:solidFill>
                  <a:schemeClr val="bg1">
                    <a:lumMod val="85000"/>
                  </a:schemeClr>
                </a:solidFill>
                <a:latin typeface="Pretendard"/>
                <a:ea typeface="Pretendard"/>
                <a:cs typeface="Pretendard"/>
              </a:rPr>
              <a:t>Copyright ⓒUnicorn Corp. All Rights Reserved. 무단전재 및 배포금지</a:t>
            </a:r>
          </a:p>
        </p:txBody>
      </p:sp>
    </p:spTree>
  </p:cSld>
  <p:clrMap bg1="lt1" tx1="dk1" bg2="lt2" tx2="dk2" accent1="accent1" accent2="accent2" accent3="accent3" accent4="accent4" accent5="accent5" accent6="accent6" hlink="hlink" folHlink="folHlink"/>
  <p:sldLayoutIdLst>
    <p:sldLayoutId id="2147483657" r:id="rId1"/>
  </p:sldLayoutIdLst>
  <p:hf hdr="0" ftr="0" dt="0"/>
  <p:txStyles>
    <p:titleStyle>
      <a:lvl1pPr algn="l" defTabSz="1097280">
        <a:lnSpc>
          <a:spcPct val="90000"/>
        </a:lnSpc>
        <a:spcBef>
          <a:spcPct val="0"/>
        </a:spcBef>
        <a:buNone/>
        <a:defRPr sz="5280" kern="1200">
          <a:solidFill>
            <a:schemeClr val="tx1"/>
          </a:solidFill>
          <a:latin typeface="+mj-lt"/>
          <a:ea typeface="+mj-lt"/>
          <a:cs typeface="+mj-lt"/>
        </a:defRPr>
      </a:lvl1pPr>
    </p:titleStyle>
    <p:bodyStyle>
      <a:lvl1pPr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marL="0" algn="l" defTabSz="1097280">
        <a:buNone/>
        <a:defRPr sz="2160" kern="1200">
          <a:solidFill>
            <a:schemeClr val="tx1"/>
          </a:solidFill>
          <a:latin typeface="+mn-lt"/>
          <a:ea typeface="+mn-lt"/>
          <a:cs typeface="+mn-lt"/>
        </a:defRPr>
      </a:lvl1pPr>
      <a:lvl2pPr marL="548640" algn="l" defTabSz="1097280">
        <a:buNone/>
        <a:defRPr sz="2160" kern="1200">
          <a:solidFill>
            <a:schemeClr val="tx1"/>
          </a:solidFill>
          <a:latin typeface="+mn-lt"/>
          <a:ea typeface="+mn-lt"/>
          <a:cs typeface="+mn-lt"/>
        </a:defRPr>
      </a:lvl2pPr>
      <a:lvl3pPr marL="1097280" algn="l" defTabSz="1097280">
        <a:buNone/>
        <a:defRPr sz="2160" kern="1200">
          <a:solidFill>
            <a:schemeClr val="tx1"/>
          </a:solidFill>
          <a:latin typeface="+mn-lt"/>
          <a:ea typeface="+mn-lt"/>
          <a:cs typeface="+mn-lt"/>
        </a:defRPr>
      </a:lvl3pPr>
      <a:lvl4pPr marL="1645920" algn="l" defTabSz="1097280">
        <a:buNone/>
        <a:defRPr sz="2160" kern="1200">
          <a:solidFill>
            <a:schemeClr val="tx1"/>
          </a:solidFill>
          <a:latin typeface="+mn-lt"/>
          <a:ea typeface="+mn-lt"/>
          <a:cs typeface="+mn-lt"/>
        </a:defRPr>
      </a:lvl4pPr>
      <a:lvl5pPr marL="2194560" algn="l" defTabSz="1097280">
        <a:buNone/>
        <a:defRPr sz="2160" kern="1200">
          <a:solidFill>
            <a:schemeClr val="tx1"/>
          </a:solidFill>
          <a:latin typeface="+mn-lt"/>
          <a:ea typeface="+mn-lt"/>
          <a:cs typeface="+mn-lt"/>
        </a:defRPr>
      </a:lvl5pPr>
      <a:lvl6pPr marL="2743200" algn="l" defTabSz="1097280">
        <a:buNone/>
        <a:defRPr sz="2160" kern="1200">
          <a:solidFill>
            <a:schemeClr val="tx1"/>
          </a:solidFill>
          <a:latin typeface="+mn-lt"/>
          <a:ea typeface="+mn-lt"/>
          <a:cs typeface="+mn-lt"/>
        </a:defRPr>
      </a:lvl6pPr>
      <a:lvl7pPr marL="3291840" algn="l" defTabSz="1097280">
        <a:buNone/>
        <a:defRPr sz="2160" kern="1200">
          <a:solidFill>
            <a:schemeClr val="tx1"/>
          </a:solidFill>
          <a:latin typeface="+mn-lt"/>
          <a:ea typeface="+mn-lt"/>
          <a:cs typeface="+mn-lt"/>
        </a:defRPr>
      </a:lvl7pPr>
      <a:lvl8pPr marL="3840480" algn="l" defTabSz="1097280">
        <a:buNone/>
        <a:defRPr sz="2160" kern="1200">
          <a:solidFill>
            <a:schemeClr val="tx1"/>
          </a:solidFill>
          <a:latin typeface="+mn-lt"/>
          <a:ea typeface="+mn-lt"/>
          <a:cs typeface="+mn-lt"/>
        </a:defRPr>
      </a:lvl8pPr>
      <a:lvl9pPr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234">
          <p15:clr>
            <a:srgbClr val="A4A3A4"/>
          </p15:clr>
        </p15:guide>
        <p15:guide id="6" pos="7446">
          <p15:clr>
            <a:srgbClr val="A4A3A4"/>
          </p15:clr>
        </p15:guide>
        <p15:guide id="7" pos="3908">
          <p15:clr>
            <a:srgbClr val="5ACBF0"/>
          </p15:clr>
        </p15:guide>
        <p15:guide id="8" pos="3772">
          <p15:clr>
            <a:srgbClr val="5ACBF0"/>
          </p15:clr>
        </p15:guide>
        <p15:guide id="9" pos="3296">
          <p15:clr>
            <a:srgbClr val="5ACBF0"/>
          </p15:clr>
        </p15:guide>
        <p15:guide id="10" pos="4384">
          <p15:clr>
            <a:srgbClr val="5ACBF0"/>
          </p15:clr>
        </p15:guide>
        <p15:guide id="11" pos="3160">
          <p15:clr>
            <a:srgbClr val="5ACBF0"/>
          </p15:clr>
        </p15:guide>
        <p15:guide id="12" pos="4520">
          <p15:clr>
            <a:srgbClr val="5ACBF0"/>
          </p15:clr>
        </p15:guide>
        <p15:guide id="13" pos="2683">
          <p15:clr>
            <a:srgbClr val="5ACBF0"/>
          </p15:clr>
        </p15:guide>
        <p15:guide id="14" pos="2547">
          <p15:clr>
            <a:srgbClr val="5ACBF0"/>
          </p15:clr>
        </p15:guide>
        <p15:guide id="15" pos="4997">
          <p15:clr>
            <a:srgbClr val="5ACBF0"/>
          </p15:clr>
        </p15:guide>
        <p15:guide id="16" pos="5133">
          <p15:clr>
            <a:srgbClr val="5ACBF0"/>
          </p15:clr>
        </p15:guide>
        <p15:guide id="17" pos="2071">
          <p15:clr>
            <a:srgbClr val="5ACBF0"/>
          </p15:clr>
        </p15:guide>
        <p15:guide id="18" pos="1935">
          <p15:clr>
            <a:srgbClr val="5ACBF0"/>
          </p15:clr>
        </p15:guide>
        <p15:guide id="19" pos="5609">
          <p15:clr>
            <a:srgbClr val="5ACBF0"/>
          </p15:clr>
        </p15:guide>
        <p15:guide id="20" pos="5745">
          <p15:clr>
            <a:srgbClr val="5ACBF0"/>
          </p15:clr>
        </p15:guide>
        <p15:guide id="21" pos="6221">
          <p15:clr>
            <a:srgbClr val="5ACBF0"/>
          </p15:clr>
        </p15:guide>
        <p15:guide id="22" pos="6357">
          <p15:clr>
            <a:srgbClr val="5ACBF0"/>
          </p15:clr>
        </p15:guide>
        <p15:guide id="23" pos="1459">
          <p15:clr>
            <a:srgbClr val="5ACBF0"/>
          </p15:clr>
        </p15:guide>
        <p15:guide id="24" pos="1323">
          <p15:clr>
            <a:srgbClr val="5ACBF0"/>
          </p15:clr>
        </p15:guide>
        <p15:guide id="25" pos="846">
          <p15:clr>
            <a:srgbClr val="5ACBF0"/>
          </p15:clr>
        </p15:guide>
        <p15:guide id="26" pos="710">
          <p15:clr>
            <a:srgbClr val="5ACBF0"/>
          </p15:clr>
        </p15:guide>
        <p15:guide id="27" pos="6834">
          <p15:clr>
            <a:srgbClr val="5ACBF0"/>
          </p15:clr>
        </p15:guide>
        <p15:guide id="28" pos="6970">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99F470B4-9F94-4342-A82F-FD10569135EF}"/>
              </a:ext>
            </a:extLst>
          </p:cNvPr>
          <p:cNvSpPr>
            <a:spLocks noGrp="1"/>
          </p:cNvSpPr>
          <p:nvPr/>
        </p:nvSpPr>
        <p:spPr>
          <a:xfrm>
            <a:off x="0" y="0"/>
            <a:ext cx="14630400" cy="8229600"/>
          </a:xfrm>
          <a:prstGeom prst="rect">
            <a:avLst/>
          </a:prstGeom>
          <a:solidFill>
            <a:srgbClr val="00BB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160"/>
          </a:p>
        </p:txBody>
      </p:sp>
      <p:sp>
        <p:nvSpPr>
          <p:cNvPr id="2" name="TextBox 1">
            <a:extLst>
              <a:ext uri="{FF2B5EF4-FFF2-40B4-BE49-F238E27FC236}">
                <a16:creationId xmlns:a16="http://schemas.microsoft.com/office/drawing/2014/main" id="{3A0CC5AA-B0B5-FF4C-833B-2E01C84DA731}"/>
              </a:ext>
            </a:extLst>
          </p:cNvPr>
          <p:cNvSpPr>
            <a:spLocks noGrp="1"/>
          </p:cNvSpPr>
          <p:nvPr/>
        </p:nvSpPr>
        <p:spPr>
          <a:xfrm>
            <a:off x="445770" y="7343904"/>
            <a:ext cx="9771127" cy="444161"/>
          </a:xfrm>
          <a:prstGeom prst="rect">
            <a:avLst/>
          </a:prstGeom>
          <a:noFill/>
        </p:spPr>
        <p:txBody>
          <a:bodyPr wrap="square" lIns="0" tIns="0" rIns="0" bIns="0">
            <a:spAutoFit/>
          </a:bodyPr>
          <a:lstStyle/>
          <a:p>
            <a:pPr algn="l">
              <a:lnSpc>
                <a:spcPct val="120000"/>
              </a:lnSpc>
              <a:buNone/>
            </a:pPr>
            <a:r>
              <a:rPr sz="1260">
                <a:ln w="5080">
                  <a:noFill/>
                </a:ln>
                <a:solidFill>
                  <a:schemeClr val="bg1">
                    <a:lumMod val="95000"/>
                  </a:schemeClr>
                </a:solidFill>
                <a:latin typeface="Pretendard"/>
                <a:ea typeface="Pretendard"/>
                <a:cs typeface="Pretendard"/>
              </a:rPr>
              <a:t>유니콘 주식회사</a:t>
            </a:r>
          </a:p>
          <a:p>
            <a:pPr algn="l">
              <a:lnSpc>
                <a:spcPct val="120000"/>
              </a:lnSpc>
              <a:buNone/>
            </a:pPr>
            <a:r>
              <a:rPr sz="1260">
                <a:ln w="5080">
                  <a:noFill/>
                </a:ln>
                <a:solidFill>
                  <a:schemeClr val="bg1">
                    <a:lumMod val="95000"/>
                  </a:schemeClr>
                </a:solidFill>
                <a:latin typeface="Pretendard"/>
                <a:ea typeface="Pretendard"/>
                <a:cs typeface="Pretendard"/>
              </a:rPr>
              <a:t>Copyright ⓒ Unicorn Corp. All Rights Reserved. 무단전재 및 배포금지</a:t>
            </a:r>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Lst>
  <p:hf hdr="0" ftr="0" dt="0"/>
  <p:txStyles>
    <p:titleStyle>
      <a:lvl1pPr algn="l" defTabSz="1097280">
        <a:lnSpc>
          <a:spcPct val="90000"/>
        </a:lnSpc>
        <a:spcBef>
          <a:spcPct val="0"/>
        </a:spcBef>
        <a:buNone/>
        <a:defRPr sz="5280" kern="1200">
          <a:solidFill>
            <a:schemeClr val="tx1"/>
          </a:solidFill>
          <a:latin typeface="+mj-lt"/>
          <a:ea typeface="+mj-lt"/>
          <a:cs typeface="+mj-lt"/>
        </a:defRPr>
      </a:lvl1pPr>
    </p:titleStyle>
    <p:bodyStyle>
      <a:lvl1pPr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marL="0" algn="l" defTabSz="1097280">
        <a:buNone/>
        <a:defRPr sz="2160" kern="1200">
          <a:solidFill>
            <a:schemeClr val="tx1"/>
          </a:solidFill>
          <a:latin typeface="+mn-lt"/>
          <a:ea typeface="+mn-lt"/>
          <a:cs typeface="+mn-lt"/>
        </a:defRPr>
      </a:lvl1pPr>
      <a:lvl2pPr marL="548640" algn="l" defTabSz="1097280">
        <a:buNone/>
        <a:defRPr sz="2160" kern="1200">
          <a:solidFill>
            <a:schemeClr val="tx1"/>
          </a:solidFill>
          <a:latin typeface="+mn-lt"/>
          <a:ea typeface="+mn-lt"/>
          <a:cs typeface="+mn-lt"/>
        </a:defRPr>
      </a:lvl2pPr>
      <a:lvl3pPr marL="1097280" algn="l" defTabSz="1097280">
        <a:buNone/>
        <a:defRPr sz="2160" kern="1200">
          <a:solidFill>
            <a:schemeClr val="tx1"/>
          </a:solidFill>
          <a:latin typeface="+mn-lt"/>
          <a:ea typeface="+mn-lt"/>
          <a:cs typeface="+mn-lt"/>
        </a:defRPr>
      </a:lvl3pPr>
      <a:lvl4pPr marL="1645920" algn="l" defTabSz="1097280">
        <a:buNone/>
        <a:defRPr sz="2160" kern="1200">
          <a:solidFill>
            <a:schemeClr val="tx1"/>
          </a:solidFill>
          <a:latin typeface="+mn-lt"/>
          <a:ea typeface="+mn-lt"/>
          <a:cs typeface="+mn-lt"/>
        </a:defRPr>
      </a:lvl4pPr>
      <a:lvl5pPr marL="2194560" algn="l" defTabSz="1097280">
        <a:buNone/>
        <a:defRPr sz="2160" kern="1200">
          <a:solidFill>
            <a:schemeClr val="tx1"/>
          </a:solidFill>
          <a:latin typeface="+mn-lt"/>
          <a:ea typeface="+mn-lt"/>
          <a:cs typeface="+mn-lt"/>
        </a:defRPr>
      </a:lvl5pPr>
      <a:lvl6pPr marL="2743200" algn="l" defTabSz="1097280">
        <a:buNone/>
        <a:defRPr sz="2160" kern="1200">
          <a:solidFill>
            <a:schemeClr val="tx1"/>
          </a:solidFill>
          <a:latin typeface="+mn-lt"/>
          <a:ea typeface="+mn-lt"/>
          <a:cs typeface="+mn-lt"/>
        </a:defRPr>
      </a:lvl6pPr>
      <a:lvl7pPr marL="3291840" algn="l" defTabSz="1097280">
        <a:buNone/>
        <a:defRPr sz="2160" kern="1200">
          <a:solidFill>
            <a:schemeClr val="tx1"/>
          </a:solidFill>
          <a:latin typeface="+mn-lt"/>
          <a:ea typeface="+mn-lt"/>
          <a:cs typeface="+mn-lt"/>
        </a:defRPr>
      </a:lvl7pPr>
      <a:lvl8pPr marL="3840480" algn="l" defTabSz="1097280">
        <a:buNone/>
        <a:defRPr sz="2160" kern="1200">
          <a:solidFill>
            <a:schemeClr val="tx1"/>
          </a:solidFill>
          <a:latin typeface="+mn-lt"/>
          <a:ea typeface="+mn-lt"/>
          <a:cs typeface="+mn-lt"/>
        </a:defRPr>
      </a:lvl8pPr>
      <a:lvl9pPr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234">
          <p15:clr>
            <a:srgbClr val="A4A3A4"/>
          </p15:clr>
        </p15:guide>
        <p15:guide id="6" pos="7446">
          <p15:clr>
            <a:srgbClr val="A4A3A4"/>
          </p15:clr>
        </p15:guide>
        <p15:guide id="7" pos="3908">
          <p15:clr>
            <a:srgbClr val="5ACBF0"/>
          </p15:clr>
        </p15:guide>
        <p15:guide id="8" pos="3772">
          <p15:clr>
            <a:srgbClr val="5ACBF0"/>
          </p15:clr>
        </p15:guide>
        <p15:guide id="9" pos="3296">
          <p15:clr>
            <a:srgbClr val="5ACBF0"/>
          </p15:clr>
        </p15:guide>
        <p15:guide id="10" pos="4384">
          <p15:clr>
            <a:srgbClr val="5ACBF0"/>
          </p15:clr>
        </p15:guide>
        <p15:guide id="11" pos="3160">
          <p15:clr>
            <a:srgbClr val="5ACBF0"/>
          </p15:clr>
        </p15:guide>
        <p15:guide id="12" pos="4520">
          <p15:clr>
            <a:srgbClr val="5ACBF0"/>
          </p15:clr>
        </p15:guide>
        <p15:guide id="13" pos="2683">
          <p15:clr>
            <a:srgbClr val="5ACBF0"/>
          </p15:clr>
        </p15:guide>
        <p15:guide id="14" pos="2547">
          <p15:clr>
            <a:srgbClr val="5ACBF0"/>
          </p15:clr>
        </p15:guide>
        <p15:guide id="15" pos="4997">
          <p15:clr>
            <a:srgbClr val="5ACBF0"/>
          </p15:clr>
        </p15:guide>
        <p15:guide id="16" pos="5133">
          <p15:clr>
            <a:srgbClr val="5ACBF0"/>
          </p15:clr>
        </p15:guide>
        <p15:guide id="17" pos="2071">
          <p15:clr>
            <a:srgbClr val="5ACBF0"/>
          </p15:clr>
        </p15:guide>
        <p15:guide id="18" pos="1935">
          <p15:clr>
            <a:srgbClr val="5ACBF0"/>
          </p15:clr>
        </p15:guide>
        <p15:guide id="19" pos="5609">
          <p15:clr>
            <a:srgbClr val="5ACBF0"/>
          </p15:clr>
        </p15:guide>
        <p15:guide id="20" pos="5745">
          <p15:clr>
            <a:srgbClr val="5ACBF0"/>
          </p15:clr>
        </p15:guide>
        <p15:guide id="21" pos="6221">
          <p15:clr>
            <a:srgbClr val="5ACBF0"/>
          </p15:clr>
        </p15:guide>
        <p15:guide id="22" pos="6357">
          <p15:clr>
            <a:srgbClr val="5ACBF0"/>
          </p15:clr>
        </p15:guide>
        <p15:guide id="23" pos="1459">
          <p15:clr>
            <a:srgbClr val="5ACBF0"/>
          </p15:clr>
        </p15:guide>
        <p15:guide id="24" pos="1323">
          <p15:clr>
            <a:srgbClr val="5ACBF0"/>
          </p15:clr>
        </p15:guide>
        <p15:guide id="25" pos="846">
          <p15:clr>
            <a:srgbClr val="5ACBF0"/>
          </p15:clr>
        </p15:guide>
        <p15:guide id="26" pos="710">
          <p15:clr>
            <a:srgbClr val="5ACBF0"/>
          </p15:clr>
        </p15:guide>
        <p15:guide id="27" pos="6834">
          <p15:clr>
            <a:srgbClr val="5ACBF0"/>
          </p15:clr>
        </p15:guide>
        <p15:guide id="28" pos="6970">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a:t>
            </a:r>
            <a:r>
              <a:rPr lang="en-US" sz="3200" b="1" dirty="0" err="1">
                <a:solidFill>
                  <a:srgbClr val="2C2926"/>
                </a:solidFill>
                <a:latin typeface="Pretendard" pitchFamily="34" charset="0"/>
                <a:ea typeface="Pretendard" pitchFamily="34" charset="-122"/>
                <a:cs typeface="Pretendard" pitchFamily="34" charset="-120"/>
              </a:rPr>
              <a:t>프롬프트로</a:t>
            </a:r>
            <a:r>
              <a:rPr lang="en-US" sz="3200" b="1" dirty="0">
                <a:solidFill>
                  <a:srgbClr val="2C2926"/>
                </a:solidFill>
                <a:latin typeface="Pretendard" pitchFamily="34" charset="0"/>
                <a:ea typeface="Pretendard" pitchFamily="34" charset="-122"/>
                <a:cs typeface="Pretendard" pitchFamily="34" charset="-120"/>
              </a:rPr>
              <a:t> </a:t>
            </a:r>
            <a:r>
              <a:rPr lang="ko-KR" altLang="en-US" dirty="0">
                <a:solidFill>
                  <a:srgbClr val="2C2926"/>
                </a:solidFill>
                <a:latin typeface="Pretendard" pitchFamily="34" charset="0"/>
                <a:ea typeface="Pretendard" pitchFamily="34" charset="-122"/>
                <a:cs typeface="Pretendard" pitchFamily="34" charset="-120"/>
              </a:rPr>
              <a:t>비정형</a:t>
            </a:r>
            <a:r>
              <a:rPr lang="en-US" sz="3200" b="1" dirty="0">
                <a:solidFill>
                  <a:srgbClr val="2C2926"/>
                </a:solidFill>
                <a:latin typeface="Pretendard" pitchFamily="34" charset="0"/>
                <a:ea typeface="Pretendard" pitchFamily="34" charset="-122"/>
                <a:cs typeface="Pretendard" pitchFamily="34" charset="-120"/>
              </a:rPr>
              <a:t> 문서의 스키마 도출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앞의 다섯 단계를 프롬프트에 담아 바이브 코딩 도구에 맡김 — AI는 초안을 내고 시험하며, 사람은 여섯 번 확정함</a:t>
            </a:r>
            <a:endParaRPr lang="en-US" sz="1800" dirty="0"/>
          </a:p>
        </p:txBody>
      </p:sp>
      <p:sp>
        <p:nvSpPr>
          <p:cNvPr id="5" name="Shape 2"/>
          <p:cNvSpPr/>
          <p:nvPr/>
        </p:nvSpPr>
        <p:spPr>
          <a:xfrm>
            <a:off x="2127809" y="1700784"/>
            <a:ext cx="12006072" cy="749808"/>
          </a:xfrm>
          <a:prstGeom prst="roundRect">
            <a:avLst>
              <a:gd name="adj" fmla="val 7317"/>
            </a:avLst>
          </a:prstGeom>
          <a:solidFill>
            <a:srgbClr val="F5F8FC"/>
          </a:solidFill>
          <a:ln/>
        </p:spPr>
        <p:txBody>
          <a:bodyPr/>
          <a:lstStyle/>
          <a:p>
            <a:endParaRPr/>
          </a:p>
        </p:txBody>
      </p:sp>
      <p:sp>
        <p:nvSpPr>
          <p:cNvPr id="6" name="Shape 3"/>
          <p:cNvSpPr/>
          <p:nvPr/>
        </p:nvSpPr>
        <p:spPr>
          <a:xfrm>
            <a:off x="509321" y="1700784"/>
            <a:ext cx="1554480" cy="749808"/>
          </a:xfrm>
          <a:prstGeom prst="roundRect">
            <a:avLst>
              <a:gd name="adj" fmla="val 7317"/>
            </a:avLst>
          </a:prstGeom>
          <a:solidFill>
            <a:srgbClr val="2E74C6"/>
          </a:solidFill>
          <a:ln/>
        </p:spPr>
        <p:txBody>
          <a:bodyPr/>
          <a:lstStyle/>
          <a:p>
            <a:endParaRPr/>
          </a:p>
        </p:txBody>
      </p:sp>
      <p:sp>
        <p:nvSpPr>
          <p:cNvPr id="7" name="Text 4"/>
          <p:cNvSpPr txBox="1"/>
          <p:nvPr/>
        </p:nvSpPr>
        <p:spPr>
          <a:xfrm>
            <a:off x="509321" y="17007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사람</a:t>
            </a:r>
            <a:endParaRPr lang="en-US" sz="1400" dirty="0"/>
          </a:p>
        </p:txBody>
      </p:sp>
      <p:sp>
        <p:nvSpPr>
          <p:cNvPr id="8" name="Shape 5"/>
          <p:cNvSpPr/>
          <p:nvPr/>
        </p:nvSpPr>
        <p:spPr>
          <a:xfrm>
            <a:off x="2127809" y="2615184"/>
            <a:ext cx="12006072" cy="749808"/>
          </a:xfrm>
          <a:prstGeom prst="roundRect">
            <a:avLst>
              <a:gd name="adj" fmla="val 7317"/>
            </a:avLst>
          </a:prstGeom>
          <a:solidFill>
            <a:srgbClr val="F5F8FC"/>
          </a:solidFill>
          <a:ln/>
        </p:spPr>
        <p:txBody>
          <a:bodyPr/>
          <a:lstStyle/>
          <a:p>
            <a:endParaRPr/>
          </a:p>
        </p:txBody>
      </p:sp>
      <p:sp>
        <p:nvSpPr>
          <p:cNvPr id="9" name="Shape 6"/>
          <p:cNvSpPr/>
          <p:nvPr/>
        </p:nvSpPr>
        <p:spPr>
          <a:xfrm>
            <a:off x="509321" y="2615184"/>
            <a:ext cx="1554480" cy="749808"/>
          </a:xfrm>
          <a:prstGeom prst="roundRect">
            <a:avLst>
              <a:gd name="adj" fmla="val 7317"/>
            </a:avLst>
          </a:prstGeom>
          <a:solidFill>
            <a:srgbClr val="1E2A5C"/>
          </a:solidFill>
          <a:ln/>
        </p:spPr>
        <p:txBody>
          <a:bodyPr/>
          <a:lstStyle/>
          <a:p>
            <a:endParaRPr/>
          </a:p>
        </p:txBody>
      </p:sp>
      <p:sp>
        <p:nvSpPr>
          <p:cNvPr id="10" name="Text 7"/>
          <p:cNvSpPr txBox="1"/>
          <p:nvPr/>
        </p:nvSpPr>
        <p:spPr>
          <a:xfrm>
            <a:off x="509321" y="26151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AI</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(바이브 코딩 도구)</a:t>
            </a:r>
            <a:endParaRPr lang="en-US" sz="1400" dirty="0"/>
          </a:p>
        </p:txBody>
      </p:sp>
      <p:sp>
        <p:nvSpPr>
          <p:cNvPr id="11" name="Shape 8"/>
          <p:cNvSpPr/>
          <p:nvPr/>
        </p:nvSpPr>
        <p:spPr>
          <a:xfrm>
            <a:off x="22009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12" name="Text 9"/>
          <p:cNvSpPr txBox="1"/>
          <p:nvPr/>
        </p:nvSpPr>
        <p:spPr>
          <a:xfrm>
            <a:off x="22009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1. 입력 받기</a:t>
            </a:r>
            <a:endParaRPr lang="en-US" sz="1400" dirty="0"/>
          </a:p>
        </p:txBody>
      </p:sp>
      <p:sp>
        <p:nvSpPr>
          <p:cNvPr id="13" name="Shape 10"/>
          <p:cNvSpPr/>
          <p:nvPr/>
        </p:nvSpPr>
        <p:spPr>
          <a:xfrm>
            <a:off x="2200961" y="1755648"/>
            <a:ext cx="1163320" cy="640080"/>
          </a:xfrm>
          <a:prstGeom prst="roundRect">
            <a:avLst>
              <a:gd name="adj" fmla="val 11429"/>
            </a:avLst>
          </a:prstGeom>
          <a:solidFill>
            <a:srgbClr val="2E74C6"/>
          </a:solidFill>
          <a:ln/>
        </p:spPr>
        <p:txBody>
          <a:bodyPr/>
          <a:lstStyle/>
          <a:p>
            <a:endParaRPr/>
          </a:p>
        </p:txBody>
      </p:sp>
      <p:sp>
        <p:nvSpPr>
          <p:cNvPr id="14" name="Text 11"/>
          <p:cNvSpPr txBox="1"/>
          <p:nvPr/>
        </p:nvSpPr>
        <p:spPr>
          <a:xfrm>
            <a:off x="22009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입력값</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확인</a:t>
            </a:r>
            <a:endParaRPr lang="en-US" sz="1400" dirty="0"/>
          </a:p>
        </p:txBody>
      </p:sp>
      <p:sp>
        <p:nvSpPr>
          <p:cNvPr id="15" name="Shape 12"/>
          <p:cNvSpPr/>
          <p:nvPr/>
        </p:nvSpPr>
        <p:spPr>
          <a:xfrm flipV="1">
            <a:off x="2782621" y="2414016"/>
            <a:ext cx="0" cy="237744"/>
          </a:xfrm>
          <a:prstGeom prst="line">
            <a:avLst/>
          </a:prstGeom>
          <a:noFill/>
          <a:ln w="19050">
            <a:solidFill>
              <a:srgbClr val="2E74C6"/>
            </a:solidFill>
            <a:prstDash val="solid"/>
            <a:tailEnd type="triangle"/>
          </a:ln>
        </p:spPr>
        <p:txBody>
          <a:bodyPr/>
          <a:lstStyle/>
          <a:p>
            <a:endParaRPr/>
          </a:p>
        </p:txBody>
      </p:sp>
      <p:sp>
        <p:nvSpPr>
          <p:cNvPr id="16" name="Shape 13"/>
          <p:cNvSpPr/>
          <p:nvPr/>
        </p:nvSpPr>
        <p:spPr>
          <a:xfrm>
            <a:off x="3391713" y="2990088"/>
            <a:ext cx="128016" cy="0"/>
          </a:xfrm>
          <a:prstGeom prst="line">
            <a:avLst/>
          </a:prstGeom>
          <a:noFill/>
          <a:ln w="22225">
            <a:solidFill>
              <a:srgbClr val="4A5364"/>
            </a:solidFill>
            <a:prstDash val="solid"/>
            <a:tailEnd type="triangle"/>
          </a:ln>
        </p:spPr>
        <p:txBody>
          <a:bodyPr/>
          <a:lstStyle/>
          <a:p>
            <a:endParaRPr/>
          </a:p>
        </p:txBody>
      </p:sp>
      <p:sp>
        <p:nvSpPr>
          <p:cNvPr id="17" name="Shape 14"/>
          <p:cNvSpPr/>
          <p:nvPr/>
        </p:nvSpPr>
        <p:spPr>
          <a:xfrm>
            <a:off x="3547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18" name="Text 15"/>
          <p:cNvSpPr txBox="1"/>
          <p:nvPr/>
        </p:nvSpPr>
        <p:spPr>
          <a:xfrm>
            <a:off x="3547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2. 역량 질문</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a:t>
            </a:r>
            <a:endParaRPr lang="en-US" sz="1400" dirty="0"/>
          </a:p>
        </p:txBody>
      </p:sp>
      <p:sp>
        <p:nvSpPr>
          <p:cNvPr id="19" name="Shape 16"/>
          <p:cNvSpPr/>
          <p:nvPr/>
        </p:nvSpPr>
        <p:spPr>
          <a:xfrm>
            <a:off x="3547161" y="1755648"/>
            <a:ext cx="1163320" cy="640080"/>
          </a:xfrm>
          <a:prstGeom prst="roundRect">
            <a:avLst>
              <a:gd name="adj" fmla="val 11429"/>
            </a:avLst>
          </a:prstGeom>
          <a:solidFill>
            <a:srgbClr val="2E74C6"/>
          </a:solidFill>
          <a:ln/>
        </p:spPr>
        <p:txBody>
          <a:bodyPr/>
          <a:lstStyle/>
          <a:p>
            <a:endParaRPr/>
          </a:p>
        </p:txBody>
      </p:sp>
      <p:sp>
        <p:nvSpPr>
          <p:cNvPr id="20" name="Text 17"/>
          <p:cNvSpPr txBox="1"/>
          <p:nvPr/>
        </p:nvSpPr>
        <p:spPr>
          <a:xfrm>
            <a:off x="35471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질문</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확정</a:t>
            </a:r>
            <a:endParaRPr lang="en-US" sz="1400" dirty="0"/>
          </a:p>
        </p:txBody>
      </p:sp>
      <p:sp>
        <p:nvSpPr>
          <p:cNvPr id="21" name="Shape 18"/>
          <p:cNvSpPr/>
          <p:nvPr/>
        </p:nvSpPr>
        <p:spPr>
          <a:xfrm flipV="1">
            <a:off x="4128821" y="2414016"/>
            <a:ext cx="0" cy="237744"/>
          </a:xfrm>
          <a:prstGeom prst="line">
            <a:avLst/>
          </a:prstGeom>
          <a:noFill/>
          <a:ln w="19050">
            <a:solidFill>
              <a:srgbClr val="2E74C6"/>
            </a:solidFill>
            <a:prstDash val="solid"/>
            <a:tailEnd type="triangle"/>
          </a:ln>
        </p:spPr>
        <p:txBody>
          <a:bodyPr/>
          <a:lstStyle/>
          <a:p>
            <a:endParaRPr/>
          </a:p>
        </p:txBody>
      </p:sp>
      <p:sp>
        <p:nvSpPr>
          <p:cNvPr id="22" name="Shape 19"/>
          <p:cNvSpPr/>
          <p:nvPr/>
        </p:nvSpPr>
        <p:spPr>
          <a:xfrm>
            <a:off x="4737913" y="2990088"/>
            <a:ext cx="128016" cy="0"/>
          </a:xfrm>
          <a:prstGeom prst="line">
            <a:avLst/>
          </a:prstGeom>
          <a:noFill/>
          <a:ln w="22225">
            <a:solidFill>
              <a:srgbClr val="4A5364"/>
            </a:solidFill>
            <a:prstDash val="solid"/>
            <a:tailEnd type="triangle"/>
          </a:ln>
        </p:spPr>
        <p:txBody>
          <a:bodyPr/>
          <a:lstStyle/>
          <a:p>
            <a:endParaRPr/>
          </a:p>
        </p:txBody>
      </p:sp>
      <p:sp>
        <p:nvSpPr>
          <p:cNvPr id="23" name="Shape 20"/>
          <p:cNvSpPr/>
          <p:nvPr/>
        </p:nvSpPr>
        <p:spPr>
          <a:xfrm>
            <a:off x="48933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24" name="Text 21"/>
          <p:cNvSpPr txBox="1"/>
          <p:nvPr/>
        </p:nvSpPr>
        <p:spPr>
          <a:xfrm>
            <a:off x="48933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3. 추출 단위,</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표본 계획</a:t>
            </a:r>
            <a:endParaRPr lang="en-US" sz="1400" dirty="0"/>
          </a:p>
        </p:txBody>
      </p:sp>
      <p:sp>
        <p:nvSpPr>
          <p:cNvPr id="25" name="Shape 22"/>
          <p:cNvSpPr/>
          <p:nvPr/>
        </p:nvSpPr>
        <p:spPr>
          <a:xfrm>
            <a:off x="4893361" y="1755648"/>
            <a:ext cx="1163320" cy="640080"/>
          </a:xfrm>
          <a:prstGeom prst="roundRect">
            <a:avLst>
              <a:gd name="adj" fmla="val 11429"/>
            </a:avLst>
          </a:prstGeom>
          <a:solidFill>
            <a:srgbClr val="2E74C6"/>
          </a:solidFill>
          <a:ln/>
        </p:spPr>
        <p:txBody>
          <a:bodyPr/>
          <a:lstStyle/>
          <a:p>
            <a:endParaRPr/>
          </a:p>
        </p:txBody>
      </p:sp>
      <p:sp>
        <p:nvSpPr>
          <p:cNvPr id="26" name="Text 23"/>
          <p:cNvSpPr txBox="1"/>
          <p:nvPr/>
        </p:nvSpPr>
        <p:spPr>
          <a:xfrm>
            <a:off x="48933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단위, 표본</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승인</a:t>
            </a:r>
            <a:endParaRPr lang="en-US" sz="1400" dirty="0"/>
          </a:p>
        </p:txBody>
      </p:sp>
      <p:sp>
        <p:nvSpPr>
          <p:cNvPr id="27" name="Shape 24"/>
          <p:cNvSpPr/>
          <p:nvPr/>
        </p:nvSpPr>
        <p:spPr>
          <a:xfrm flipV="1">
            <a:off x="5475021" y="2414016"/>
            <a:ext cx="0" cy="237744"/>
          </a:xfrm>
          <a:prstGeom prst="line">
            <a:avLst/>
          </a:prstGeom>
          <a:noFill/>
          <a:ln w="19050">
            <a:solidFill>
              <a:srgbClr val="2E74C6"/>
            </a:solidFill>
            <a:prstDash val="solid"/>
            <a:tailEnd type="triangle"/>
          </a:ln>
        </p:spPr>
        <p:txBody>
          <a:bodyPr/>
          <a:lstStyle/>
          <a:p>
            <a:endParaRPr/>
          </a:p>
        </p:txBody>
      </p:sp>
      <p:sp>
        <p:nvSpPr>
          <p:cNvPr id="28" name="Shape 25"/>
          <p:cNvSpPr/>
          <p:nvPr/>
        </p:nvSpPr>
        <p:spPr>
          <a:xfrm>
            <a:off x="6084113" y="2990088"/>
            <a:ext cx="128016" cy="0"/>
          </a:xfrm>
          <a:prstGeom prst="line">
            <a:avLst/>
          </a:prstGeom>
          <a:noFill/>
          <a:ln w="22225">
            <a:solidFill>
              <a:srgbClr val="4A5364"/>
            </a:solidFill>
            <a:prstDash val="solid"/>
            <a:tailEnd type="triangle"/>
          </a:ln>
        </p:spPr>
        <p:txBody>
          <a:bodyPr/>
          <a:lstStyle/>
          <a:p>
            <a:endParaRPr/>
          </a:p>
        </p:txBody>
      </p:sp>
      <p:sp>
        <p:nvSpPr>
          <p:cNvPr id="29" name="Shape 26"/>
          <p:cNvSpPr/>
          <p:nvPr/>
        </p:nvSpPr>
        <p:spPr>
          <a:xfrm>
            <a:off x="62395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30" name="Text 27"/>
          <p:cNvSpPr txBox="1"/>
          <p:nvPr/>
        </p:nvSpPr>
        <p:spPr>
          <a:xfrm>
            <a:off x="62395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4. 후보</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넓게 뽑기</a:t>
            </a:r>
            <a:endParaRPr lang="en-US" sz="1400" dirty="0"/>
          </a:p>
        </p:txBody>
      </p:sp>
      <p:sp>
        <p:nvSpPr>
          <p:cNvPr id="31" name="Shape 28"/>
          <p:cNvSpPr/>
          <p:nvPr/>
        </p:nvSpPr>
        <p:spPr>
          <a:xfrm>
            <a:off x="7430313" y="2990088"/>
            <a:ext cx="128016" cy="0"/>
          </a:xfrm>
          <a:prstGeom prst="line">
            <a:avLst/>
          </a:prstGeom>
          <a:noFill/>
          <a:ln w="22225">
            <a:solidFill>
              <a:srgbClr val="4A5364"/>
            </a:solidFill>
            <a:prstDash val="solid"/>
            <a:tailEnd type="triangle"/>
          </a:ln>
        </p:spPr>
        <p:txBody>
          <a:bodyPr/>
          <a:lstStyle/>
          <a:p>
            <a:endParaRPr/>
          </a:p>
        </p:txBody>
      </p:sp>
      <p:sp>
        <p:nvSpPr>
          <p:cNvPr id="32" name="Shape 29"/>
          <p:cNvSpPr/>
          <p:nvPr/>
        </p:nvSpPr>
        <p:spPr>
          <a:xfrm>
            <a:off x="75857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33" name="Text 30"/>
          <p:cNvSpPr txBox="1"/>
          <p:nvPr/>
        </p:nvSpPr>
        <p:spPr>
          <a:xfrm>
            <a:off x="75857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5. 스키마</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 추천</a:t>
            </a:r>
            <a:endParaRPr lang="en-US" sz="1400" dirty="0"/>
          </a:p>
        </p:txBody>
      </p:sp>
      <p:sp>
        <p:nvSpPr>
          <p:cNvPr id="34" name="Shape 31"/>
          <p:cNvSpPr/>
          <p:nvPr/>
        </p:nvSpPr>
        <p:spPr>
          <a:xfrm>
            <a:off x="7585761" y="1755648"/>
            <a:ext cx="1163320" cy="640080"/>
          </a:xfrm>
          <a:prstGeom prst="roundRect">
            <a:avLst>
              <a:gd name="adj" fmla="val 11429"/>
            </a:avLst>
          </a:prstGeom>
          <a:solidFill>
            <a:srgbClr val="2E74C6"/>
          </a:solidFill>
          <a:ln/>
        </p:spPr>
        <p:txBody>
          <a:bodyPr/>
          <a:lstStyle/>
          <a:p>
            <a:endParaRPr/>
          </a:p>
        </p:txBody>
      </p:sp>
      <p:sp>
        <p:nvSpPr>
          <p:cNvPr id="35" name="Text 32"/>
          <p:cNvSpPr txBox="1"/>
          <p:nvPr/>
        </p:nvSpPr>
        <p:spPr>
          <a:xfrm>
            <a:off x="75857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초안, 제약</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확정</a:t>
            </a:r>
            <a:endParaRPr lang="en-US" sz="1400" dirty="0"/>
          </a:p>
        </p:txBody>
      </p:sp>
      <p:sp>
        <p:nvSpPr>
          <p:cNvPr id="36" name="Shape 33"/>
          <p:cNvSpPr/>
          <p:nvPr/>
        </p:nvSpPr>
        <p:spPr>
          <a:xfrm flipV="1">
            <a:off x="8167421" y="2414016"/>
            <a:ext cx="0" cy="237744"/>
          </a:xfrm>
          <a:prstGeom prst="line">
            <a:avLst/>
          </a:prstGeom>
          <a:noFill/>
          <a:ln w="19050">
            <a:solidFill>
              <a:srgbClr val="2E74C6"/>
            </a:solidFill>
            <a:prstDash val="solid"/>
            <a:tailEnd type="triangle"/>
          </a:ln>
        </p:spPr>
        <p:txBody>
          <a:bodyPr/>
          <a:lstStyle/>
          <a:p>
            <a:endParaRPr/>
          </a:p>
        </p:txBody>
      </p:sp>
      <p:sp>
        <p:nvSpPr>
          <p:cNvPr id="37" name="Shape 34"/>
          <p:cNvSpPr/>
          <p:nvPr/>
        </p:nvSpPr>
        <p:spPr>
          <a:xfrm>
            <a:off x="8776513" y="2990088"/>
            <a:ext cx="128016" cy="0"/>
          </a:xfrm>
          <a:prstGeom prst="line">
            <a:avLst/>
          </a:prstGeom>
          <a:noFill/>
          <a:ln w="22225">
            <a:solidFill>
              <a:srgbClr val="4A5364"/>
            </a:solidFill>
            <a:prstDash val="solid"/>
            <a:tailEnd type="triangle"/>
          </a:ln>
        </p:spPr>
        <p:txBody>
          <a:bodyPr/>
          <a:lstStyle/>
          <a:p>
            <a:endParaRPr/>
          </a:p>
        </p:txBody>
      </p:sp>
      <p:sp>
        <p:nvSpPr>
          <p:cNvPr id="38" name="Shape 35"/>
          <p:cNvSpPr/>
          <p:nvPr/>
        </p:nvSpPr>
        <p:spPr>
          <a:xfrm>
            <a:off x="89319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39" name="Text 36"/>
          <p:cNvSpPr txBox="1"/>
          <p:nvPr/>
        </p:nvSpPr>
        <p:spPr>
          <a:xfrm>
            <a:off x="89319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6. 기계 검증</a:t>
            </a:r>
            <a:endParaRPr lang="en-US" sz="1400" dirty="0"/>
          </a:p>
        </p:txBody>
      </p:sp>
      <p:sp>
        <p:nvSpPr>
          <p:cNvPr id="40" name="Shape 37"/>
          <p:cNvSpPr/>
          <p:nvPr/>
        </p:nvSpPr>
        <p:spPr>
          <a:xfrm>
            <a:off x="10122713" y="2990088"/>
            <a:ext cx="128016" cy="0"/>
          </a:xfrm>
          <a:prstGeom prst="line">
            <a:avLst/>
          </a:prstGeom>
          <a:noFill/>
          <a:ln w="22225">
            <a:solidFill>
              <a:srgbClr val="4A5364"/>
            </a:solidFill>
            <a:prstDash val="solid"/>
            <a:tailEnd type="triangle"/>
          </a:ln>
        </p:spPr>
        <p:txBody>
          <a:bodyPr/>
          <a:lstStyle/>
          <a:p>
            <a:endParaRPr/>
          </a:p>
        </p:txBody>
      </p:sp>
      <p:sp>
        <p:nvSpPr>
          <p:cNvPr id="41" name="Shape 38"/>
          <p:cNvSpPr/>
          <p:nvPr/>
        </p:nvSpPr>
        <p:spPr>
          <a:xfrm>
            <a:off x="10278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42" name="Text 39"/>
          <p:cNvSpPr txBox="1"/>
          <p:nvPr/>
        </p:nvSpPr>
        <p:spPr>
          <a:xfrm>
            <a:off x="10278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7. 기대 답</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a:t>
            </a:r>
            <a:endParaRPr lang="en-US" sz="1400" dirty="0"/>
          </a:p>
        </p:txBody>
      </p:sp>
      <p:sp>
        <p:nvSpPr>
          <p:cNvPr id="43" name="Shape 40"/>
          <p:cNvSpPr/>
          <p:nvPr/>
        </p:nvSpPr>
        <p:spPr>
          <a:xfrm>
            <a:off x="10278161" y="1755648"/>
            <a:ext cx="1163320" cy="640080"/>
          </a:xfrm>
          <a:prstGeom prst="roundRect">
            <a:avLst>
              <a:gd name="adj" fmla="val 11429"/>
            </a:avLst>
          </a:prstGeom>
          <a:solidFill>
            <a:srgbClr val="2E74C6"/>
          </a:solidFill>
          <a:ln/>
        </p:spPr>
        <p:txBody>
          <a:bodyPr/>
          <a:lstStyle/>
          <a:p>
            <a:endParaRPr/>
          </a:p>
        </p:txBody>
      </p:sp>
      <p:sp>
        <p:nvSpPr>
          <p:cNvPr id="44" name="Text 41"/>
          <p:cNvSpPr txBox="1"/>
          <p:nvPr/>
        </p:nvSpPr>
        <p:spPr>
          <a:xfrm>
            <a:off x="102781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기대 답,</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기준 확정</a:t>
            </a:r>
            <a:endParaRPr lang="en-US" sz="1400" dirty="0"/>
          </a:p>
        </p:txBody>
      </p:sp>
      <p:sp>
        <p:nvSpPr>
          <p:cNvPr id="45" name="Shape 42"/>
          <p:cNvSpPr/>
          <p:nvPr/>
        </p:nvSpPr>
        <p:spPr>
          <a:xfrm flipV="1">
            <a:off x="10859821" y="2414016"/>
            <a:ext cx="0" cy="237744"/>
          </a:xfrm>
          <a:prstGeom prst="line">
            <a:avLst/>
          </a:prstGeom>
          <a:noFill/>
          <a:ln w="19050">
            <a:solidFill>
              <a:srgbClr val="2E74C6"/>
            </a:solidFill>
            <a:prstDash val="solid"/>
            <a:tailEnd type="triangle"/>
          </a:ln>
        </p:spPr>
        <p:txBody>
          <a:bodyPr/>
          <a:lstStyle/>
          <a:p>
            <a:endParaRPr/>
          </a:p>
        </p:txBody>
      </p:sp>
      <p:sp>
        <p:nvSpPr>
          <p:cNvPr id="46" name="Shape 43"/>
          <p:cNvSpPr/>
          <p:nvPr/>
        </p:nvSpPr>
        <p:spPr>
          <a:xfrm>
            <a:off x="11468913" y="2990088"/>
            <a:ext cx="128016" cy="0"/>
          </a:xfrm>
          <a:prstGeom prst="line">
            <a:avLst/>
          </a:prstGeom>
          <a:noFill/>
          <a:ln w="22225">
            <a:solidFill>
              <a:srgbClr val="4A5364"/>
            </a:solidFill>
            <a:prstDash val="solid"/>
            <a:tailEnd type="triangle"/>
          </a:ln>
        </p:spPr>
        <p:txBody>
          <a:bodyPr/>
          <a:lstStyle/>
          <a:p>
            <a:endParaRPr/>
          </a:p>
        </p:txBody>
      </p:sp>
      <p:sp>
        <p:nvSpPr>
          <p:cNvPr id="47" name="Shape 44"/>
          <p:cNvSpPr/>
          <p:nvPr/>
        </p:nvSpPr>
        <p:spPr>
          <a:xfrm>
            <a:off x="116243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48" name="Text 45"/>
          <p:cNvSpPr txBox="1"/>
          <p:nvPr/>
        </p:nvSpPr>
        <p:spPr>
          <a:xfrm>
            <a:off x="116243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8. 채우기</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시험</a:t>
            </a:r>
            <a:endParaRPr lang="en-US" sz="1400" dirty="0"/>
          </a:p>
        </p:txBody>
      </p:sp>
      <p:sp>
        <p:nvSpPr>
          <p:cNvPr id="49" name="Shape 46"/>
          <p:cNvSpPr/>
          <p:nvPr/>
        </p:nvSpPr>
        <p:spPr>
          <a:xfrm>
            <a:off x="11624361" y="1755648"/>
            <a:ext cx="1163320" cy="640080"/>
          </a:xfrm>
          <a:prstGeom prst="roundRect">
            <a:avLst>
              <a:gd name="adj" fmla="val 11429"/>
            </a:avLst>
          </a:prstGeom>
          <a:solidFill>
            <a:srgbClr val="2E74C6"/>
          </a:solidFill>
          <a:ln/>
        </p:spPr>
        <p:txBody>
          <a:bodyPr/>
          <a:lstStyle/>
          <a:p>
            <a:endParaRPr/>
          </a:p>
        </p:txBody>
      </p:sp>
      <p:sp>
        <p:nvSpPr>
          <p:cNvPr id="50" name="Text 47"/>
          <p:cNvSpPr txBox="1"/>
          <p:nvPr/>
        </p:nvSpPr>
        <p:spPr>
          <a:xfrm>
            <a:off x="116243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통과</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판정</a:t>
            </a:r>
            <a:endParaRPr lang="en-US" sz="1400" dirty="0"/>
          </a:p>
        </p:txBody>
      </p:sp>
      <p:sp>
        <p:nvSpPr>
          <p:cNvPr id="51" name="Shape 48"/>
          <p:cNvSpPr/>
          <p:nvPr/>
        </p:nvSpPr>
        <p:spPr>
          <a:xfrm flipV="1">
            <a:off x="12206021" y="2414016"/>
            <a:ext cx="0" cy="237744"/>
          </a:xfrm>
          <a:prstGeom prst="line">
            <a:avLst/>
          </a:prstGeom>
          <a:noFill/>
          <a:ln w="19050">
            <a:solidFill>
              <a:srgbClr val="2E74C6"/>
            </a:solidFill>
            <a:prstDash val="solid"/>
            <a:tailEnd type="triangle"/>
          </a:ln>
        </p:spPr>
        <p:txBody>
          <a:bodyPr/>
          <a:lstStyle/>
          <a:p>
            <a:endParaRPr/>
          </a:p>
        </p:txBody>
      </p:sp>
      <p:sp>
        <p:nvSpPr>
          <p:cNvPr id="52" name="Shape 49"/>
          <p:cNvSpPr/>
          <p:nvPr/>
        </p:nvSpPr>
        <p:spPr>
          <a:xfrm>
            <a:off x="12815113" y="2990088"/>
            <a:ext cx="128016" cy="0"/>
          </a:xfrm>
          <a:prstGeom prst="line">
            <a:avLst/>
          </a:prstGeom>
          <a:noFill/>
          <a:ln w="22225">
            <a:solidFill>
              <a:srgbClr val="4A5364"/>
            </a:solidFill>
            <a:prstDash val="solid"/>
            <a:tailEnd type="triangle"/>
          </a:ln>
        </p:spPr>
        <p:txBody>
          <a:bodyPr/>
          <a:lstStyle/>
          <a:p>
            <a:endParaRPr/>
          </a:p>
        </p:txBody>
      </p:sp>
      <p:sp>
        <p:nvSpPr>
          <p:cNvPr id="53" name="Shape 50"/>
          <p:cNvSpPr/>
          <p:nvPr/>
        </p:nvSpPr>
        <p:spPr>
          <a:xfrm>
            <a:off x="129705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54" name="Text 51"/>
          <p:cNvSpPr txBox="1"/>
          <p:nvPr/>
        </p:nvSpPr>
        <p:spPr>
          <a:xfrm>
            <a:off x="129705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9. 저장과</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다시 읽기</a:t>
            </a:r>
            <a:endParaRPr lang="en-US" sz="1400" dirty="0"/>
          </a:p>
        </p:txBody>
      </p:sp>
      <p:sp>
        <p:nvSpPr>
          <p:cNvPr id="55" name="Shape 52"/>
          <p:cNvSpPr/>
          <p:nvPr/>
        </p:nvSpPr>
        <p:spPr>
          <a:xfrm>
            <a:off x="12206021" y="3328416"/>
            <a:ext cx="0" cy="164592"/>
          </a:xfrm>
          <a:prstGeom prst="line">
            <a:avLst/>
          </a:prstGeom>
          <a:noFill/>
          <a:ln w="19050">
            <a:solidFill>
              <a:srgbClr val="2E74C6"/>
            </a:solidFill>
            <a:prstDash val="dash"/>
            <a:tailEnd type="none"/>
          </a:ln>
        </p:spPr>
        <p:txBody>
          <a:bodyPr/>
          <a:lstStyle/>
          <a:p>
            <a:endParaRPr/>
          </a:p>
        </p:txBody>
      </p:sp>
      <p:sp>
        <p:nvSpPr>
          <p:cNvPr id="56" name="Shape 53"/>
          <p:cNvSpPr/>
          <p:nvPr/>
        </p:nvSpPr>
        <p:spPr>
          <a:xfrm>
            <a:off x="8167421" y="3493008"/>
            <a:ext cx="4038600" cy="0"/>
          </a:xfrm>
          <a:prstGeom prst="line">
            <a:avLst/>
          </a:prstGeom>
          <a:noFill/>
          <a:ln w="19050">
            <a:solidFill>
              <a:srgbClr val="2E74C6"/>
            </a:solidFill>
            <a:prstDash val="dash"/>
          </a:ln>
        </p:spPr>
        <p:txBody>
          <a:bodyPr/>
          <a:lstStyle/>
          <a:p>
            <a:endParaRPr/>
          </a:p>
        </p:txBody>
      </p:sp>
      <p:sp>
        <p:nvSpPr>
          <p:cNvPr id="57" name="Shape 54"/>
          <p:cNvSpPr/>
          <p:nvPr/>
        </p:nvSpPr>
        <p:spPr>
          <a:xfrm flipV="1">
            <a:off x="8167421" y="3328416"/>
            <a:ext cx="0" cy="164592"/>
          </a:xfrm>
          <a:prstGeom prst="line">
            <a:avLst/>
          </a:prstGeom>
          <a:noFill/>
          <a:ln w="19050">
            <a:solidFill>
              <a:srgbClr val="2E74C6"/>
            </a:solidFill>
            <a:prstDash val="dash"/>
            <a:tailEnd type="triangle"/>
          </a:ln>
        </p:spPr>
        <p:txBody>
          <a:bodyPr/>
          <a:lstStyle/>
          <a:p>
            <a:endParaRPr/>
          </a:p>
        </p:txBody>
      </p:sp>
      <p:sp>
        <p:nvSpPr>
          <p:cNvPr id="58" name="Text 55"/>
          <p:cNvSpPr txBox="1"/>
          <p:nvPr/>
        </p:nvSpPr>
        <p:spPr>
          <a:xfrm>
            <a:off x="8258861" y="3511296"/>
            <a:ext cx="3855720" cy="274320"/>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설명 고치기 시 5단계부터 다시(최대 5회)</a:t>
            </a:r>
            <a:endParaRPr lang="en-US" sz="1400" dirty="0"/>
          </a:p>
        </p:txBody>
      </p:sp>
      <p:sp>
        <p:nvSpPr>
          <p:cNvPr id="104" name="Shape 101"/>
          <p:cNvSpPr/>
          <p:nvPr/>
        </p:nvSpPr>
        <p:spPr>
          <a:xfrm>
            <a:off x="509321" y="6601968"/>
            <a:ext cx="13624560" cy="694944"/>
          </a:xfrm>
          <a:prstGeom prst="roundRect">
            <a:avLst>
              <a:gd name="adj" fmla="val 10526"/>
            </a:avLst>
          </a:prstGeom>
          <a:solidFill>
            <a:srgbClr val="EEF3FA"/>
          </a:solidFill>
          <a:ln w="19050">
            <a:solidFill>
              <a:srgbClr val="2E74C6"/>
            </a:solidFill>
            <a:prstDash val="solid"/>
          </a:ln>
        </p:spPr>
        <p:txBody>
          <a:bodyPr/>
          <a:lstStyle/>
          <a:p>
            <a:endParaRPr/>
          </a:p>
        </p:txBody>
      </p:sp>
      <p:sp>
        <p:nvSpPr>
          <p:cNvPr id="105" name="Shape 102"/>
          <p:cNvSpPr/>
          <p:nvPr/>
        </p:nvSpPr>
        <p:spPr>
          <a:xfrm>
            <a:off x="509321" y="6601968"/>
            <a:ext cx="82296" cy="694944"/>
          </a:xfrm>
          <a:prstGeom prst="rect">
            <a:avLst/>
          </a:prstGeom>
          <a:solidFill>
            <a:srgbClr val="2E74C6"/>
          </a:solidFill>
          <a:ln/>
        </p:spPr>
        <p:txBody>
          <a:bodyPr/>
          <a:lstStyle/>
          <a:p>
            <a:endParaRPr/>
          </a:p>
        </p:txBody>
      </p:sp>
      <p:sp>
        <p:nvSpPr>
          <p:cNvPr id="106" name="Text 103"/>
          <p:cNvSpPr txBox="1"/>
          <p:nvPr/>
        </p:nvSpPr>
        <p:spPr>
          <a:xfrm>
            <a:off x="737921" y="6601968"/>
            <a:ext cx="13258800" cy="694944"/>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결과: 문서 종류마다 graph_schema.json과 approval.json(승인자, 일시, 입력 SHA-256, 마지막 시험 지표, 추출 단위)</a:t>
            </a:r>
            <a:endParaRPr lang="en-US" sz="1500" dirty="0"/>
          </a:p>
          <a:p>
            <a:pPr marL="0" indent="0" algn="l">
              <a:buNone/>
            </a:pPr>
            <a:r>
              <a:rPr lang="en-US" sz="1500" b="1" dirty="0">
                <a:solidFill>
                  <a:srgbClr val="1E2A5C"/>
                </a:solidFill>
                <a:latin typeface="Pretendard" pitchFamily="34" charset="0"/>
                <a:ea typeface="Pretendard" pitchFamily="34" charset="-122"/>
                <a:cs typeface="Pretendard" pitchFamily="34" charset="-120"/>
              </a:rPr>
              <a:t>시험 보고서 fill_report.md는 질문마다 뽑음, 잘못 뽑음, 값 같음과 합격 판정을 보여 줌. 인덱싱은 승인 파일을 읽기만 함</a:t>
            </a:r>
            <a:endParaRPr lang="en-US" sz="1500" dirty="0"/>
          </a:p>
        </p:txBody>
      </p:sp>
      <p:sp>
        <p:nvSpPr>
          <p:cNvPr id="107" name="Text 104"/>
          <p:cNvSpPr txBox="1"/>
          <p:nvPr/>
        </p:nvSpPr>
        <p:spPr>
          <a:xfrm>
            <a:off x="470916" y="7433158"/>
            <a:ext cx="13525805" cy="338328"/>
          </a:xfrm>
          <a:prstGeom prst="rect">
            <a:avLst/>
          </a:prstGeom>
          <a:noFill/>
          <a:ln/>
        </p:spPr>
        <p:txBody>
          <a:bodyPr wrap="square" lIns="0" tIns="0" rIns="0" bIns="0" rtlCol="0" anchor="ctr"/>
          <a:lstStyle/>
          <a:p>
            <a:pPr marL="0" indent="0" algn="l">
              <a:buNone/>
            </a:pPr>
            <a:r>
              <a:rPr lang="en-US" sz="1600" dirty="0">
                <a:solidFill>
                  <a:srgbClr val="2B3242"/>
                </a:solidFill>
                <a:latin typeface="Pretendard" pitchFamily="34" charset="0"/>
                <a:ea typeface="Pretendard" pitchFamily="34" charset="-122"/>
                <a:cs typeface="Pretendard" pitchFamily="34" charset="-120"/>
              </a:rPr>
              <a:t>※ 기대 답을 LLM이 쓰면 시험하는 모델과 같아 점수가 후해질 수 있음 → 7단계에서 사람이 반드시 검토함</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27</a:t>
            </a:fld>
            <a:endParaRPr lang="en-US"/>
          </a:p>
        </p:txBody>
      </p:sp>
      <p:sp>
        <p:nvSpPr>
          <p:cNvPr id="85" name="Shape 82"/>
          <p:cNvSpPr/>
          <p:nvPr/>
        </p:nvSpPr>
        <p:spPr>
          <a:xfrm>
            <a:off x="512064" y="3858768"/>
            <a:ext cx="1600200" cy="365760"/>
          </a:xfrm>
          <a:prstGeom prst="roundRect">
            <a:avLst>
              <a:gd name="adj" fmla="val 12500"/>
            </a:avLst>
          </a:prstGeom>
          <a:solidFill>
            <a:srgbClr val="1E2A5C"/>
          </a:solidFill>
          <a:ln/>
        </p:spPr>
        <p:txBody>
          <a:bodyPr/>
          <a:lstStyle/>
          <a:p>
            <a:endParaRPr/>
          </a:p>
        </p:txBody>
      </p:sp>
      <p:sp>
        <p:nvSpPr>
          <p:cNvPr id="86" name="Text 83"/>
          <p:cNvSpPr txBox="1"/>
          <p:nvPr/>
        </p:nvSpPr>
        <p:spPr>
          <a:xfrm>
            <a:off x="512064" y="3858768"/>
            <a:ext cx="16002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단계</a:t>
            </a:r>
            <a:endParaRPr lang="en-US" sz="1600" dirty="0"/>
          </a:p>
        </p:txBody>
      </p:sp>
      <p:sp>
        <p:nvSpPr>
          <p:cNvPr id="85" name="Shape 82"/>
          <p:cNvSpPr/>
          <p:nvPr/>
        </p:nvSpPr>
        <p:spPr>
          <a:xfrm>
            <a:off x="2139696" y="3858768"/>
            <a:ext cx="4818888" cy="365760"/>
          </a:xfrm>
          <a:prstGeom prst="roundRect">
            <a:avLst>
              <a:gd name="adj" fmla="val 12500"/>
            </a:avLst>
          </a:prstGeom>
          <a:solidFill>
            <a:srgbClr val="1E2A5C"/>
          </a:solidFill>
          <a:ln/>
        </p:spPr>
        <p:txBody>
          <a:bodyPr/>
          <a:lstStyle/>
          <a:p>
            <a:endParaRPr/>
          </a:p>
        </p:txBody>
      </p:sp>
      <p:sp>
        <p:nvSpPr>
          <p:cNvPr id="86" name="Text 83"/>
          <p:cNvSpPr txBox="1"/>
          <p:nvPr/>
        </p:nvSpPr>
        <p:spPr>
          <a:xfrm>
            <a:off x="2139696" y="3858768"/>
            <a:ext cx="4818888"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AI가 하는 일</a:t>
            </a:r>
            <a:endParaRPr lang="en-US" sz="1600" dirty="0"/>
          </a:p>
        </p:txBody>
      </p:sp>
      <p:sp>
        <p:nvSpPr>
          <p:cNvPr id="59" name="Shape 56"/>
          <p:cNvSpPr/>
          <p:nvPr/>
        </p:nvSpPr>
        <p:spPr>
          <a:xfrm>
            <a:off x="6986016" y="3858768"/>
            <a:ext cx="2743200" cy="365760"/>
          </a:xfrm>
          <a:prstGeom prst="roundRect">
            <a:avLst>
              <a:gd name="adj" fmla="val 12500"/>
            </a:avLst>
          </a:prstGeom>
          <a:solidFill>
            <a:srgbClr val="2E74C6"/>
          </a:solidFill>
          <a:ln/>
        </p:spPr>
        <p:txBody>
          <a:bodyPr/>
          <a:lstStyle/>
          <a:p>
            <a:endParaRPr/>
          </a:p>
        </p:txBody>
      </p:sp>
      <p:sp>
        <p:nvSpPr>
          <p:cNvPr id="60" name="Text 57"/>
          <p:cNvSpPr txBox="1"/>
          <p:nvPr/>
        </p:nvSpPr>
        <p:spPr>
          <a:xfrm>
            <a:off x="6986016" y="3858768"/>
            <a:ext cx="27432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사람이 판단할 일</a:t>
            </a:r>
            <a:endParaRPr lang="en-US" sz="1600" dirty="0"/>
          </a:p>
        </p:txBody>
      </p:sp>
      <p:sp>
        <p:nvSpPr>
          <p:cNvPr id="61" name="Shape 58"/>
          <p:cNvSpPr/>
          <p:nvPr/>
        </p:nvSpPr>
        <p:spPr>
          <a:xfrm>
            <a:off x="512064" y="427939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427939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1. 입력 받기</a:t>
            </a:r>
            <a:endParaRPr lang="en-US" sz="1400" dirty="0"/>
          </a:p>
        </p:txBody>
      </p:sp>
      <p:sp>
        <p:nvSpPr>
          <p:cNvPr id="64" name="Text 61"/>
          <p:cNvSpPr txBox="1"/>
          <p:nvPr/>
        </p:nvSpPr>
        <p:spPr>
          <a:xfrm>
            <a:off x="2139696" y="427939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청크, 질문 출처, 키를 찾아 추천하고 개인정보 점검</a:t>
            </a:r>
            <a:endParaRPr lang="en-US" sz="1400" dirty="0"/>
          </a:p>
        </p:txBody>
      </p:sp>
      <p:sp>
        <p:nvSpPr>
          <p:cNvPr id="64" name="Text 61"/>
          <p:cNvSpPr txBox="1"/>
          <p:nvPr/>
        </p:nvSpPr>
        <p:spPr>
          <a:xfrm>
            <a:off x="6986016" y="4279392"/>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추천 입력값 확인</a:t>
            </a:r>
            <a:endParaRPr lang="en-US" sz="1400" dirty="0"/>
          </a:p>
        </p:txBody>
      </p:sp>
      <p:sp>
        <p:nvSpPr>
          <p:cNvPr id="61" name="Shape 58"/>
          <p:cNvSpPr/>
          <p:nvPr/>
        </p:nvSpPr>
        <p:spPr>
          <a:xfrm>
            <a:off x="512064" y="453085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453085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2. 역량 질문</a:t>
            </a:r>
            <a:endParaRPr lang="en-US" sz="1400" dirty="0"/>
          </a:p>
        </p:txBody>
      </p:sp>
      <p:sp>
        <p:nvSpPr>
          <p:cNvPr id="64" name="Text 61"/>
          <p:cNvSpPr txBox="1"/>
          <p:nvPr/>
        </p:nvSpPr>
        <p:spPr>
          <a:xfrm>
            <a:off x="2139696" y="453085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사용자 질문을 틀로 묶어 범위별 질문 초안 작성</a:t>
            </a:r>
            <a:endParaRPr lang="en-US" sz="1400" dirty="0"/>
          </a:p>
        </p:txBody>
      </p:sp>
      <p:sp>
        <p:nvSpPr>
          <p:cNvPr id="64" name="Text 61"/>
          <p:cNvSpPr txBox="1"/>
          <p:nvPr/>
        </p:nvSpPr>
        <p:spPr>
          <a:xfrm>
            <a:off x="6986016" y="4530852"/>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질문과 범위 확정</a:t>
            </a:r>
            <a:endParaRPr lang="en-US" sz="1400" dirty="0"/>
          </a:p>
        </p:txBody>
      </p:sp>
      <p:sp>
        <p:nvSpPr>
          <p:cNvPr id="61" name="Shape 58"/>
          <p:cNvSpPr/>
          <p:nvPr/>
        </p:nvSpPr>
        <p:spPr>
          <a:xfrm>
            <a:off x="512064" y="478231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478231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3. 단위와 표본</a:t>
            </a:r>
            <a:endParaRPr lang="en-US" sz="1400" dirty="0"/>
          </a:p>
        </p:txBody>
      </p:sp>
      <p:sp>
        <p:nvSpPr>
          <p:cNvPr id="64" name="Text 61"/>
          <p:cNvSpPr txBox="1"/>
          <p:nvPr/>
        </p:nvSpPr>
        <p:spPr>
          <a:xfrm>
            <a:off x="2139696" y="478231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추출 단위 규칙, 묶음, 발견용과 시험용 표본 제안</a:t>
            </a:r>
            <a:endParaRPr lang="en-US" sz="1400" dirty="0"/>
          </a:p>
        </p:txBody>
      </p:sp>
      <p:sp>
        <p:nvSpPr>
          <p:cNvPr id="64" name="Text 61"/>
          <p:cNvSpPr txBox="1"/>
          <p:nvPr/>
        </p:nvSpPr>
        <p:spPr>
          <a:xfrm>
            <a:off x="6986016" y="4782312"/>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단위, 묶음, 표본 승인</a:t>
            </a:r>
            <a:endParaRPr lang="en-US" sz="1400" dirty="0"/>
          </a:p>
        </p:txBody>
      </p:sp>
      <p:sp>
        <p:nvSpPr>
          <p:cNvPr id="61" name="Shape 58"/>
          <p:cNvSpPr/>
          <p:nvPr/>
        </p:nvSpPr>
        <p:spPr>
          <a:xfrm>
            <a:off x="512064" y="503377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503377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4. 후보 뽑기</a:t>
            </a:r>
            <a:endParaRPr lang="en-US" sz="1400" dirty="0"/>
          </a:p>
        </p:txBody>
      </p:sp>
      <p:sp>
        <p:nvSpPr>
          <p:cNvPr id="64" name="Text 61"/>
          <p:cNvSpPr txBox="1"/>
          <p:nvPr/>
        </p:nvSpPr>
        <p:spPr>
          <a:xfrm>
            <a:off x="2139696" y="503377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발견용 표본을 LLM에 넣어 노드, 관계 후보 수집</a:t>
            </a:r>
            <a:endParaRPr lang="en-US" sz="1400" dirty="0"/>
          </a:p>
        </p:txBody>
      </p:sp>
      <p:sp>
        <p:nvSpPr>
          <p:cNvPr id="64" name="Text 61"/>
          <p:cNvSpPr txBox="1"/>
          <p:nvPr/>
        </p:nvSpPr>
        <p:spPr>
          <a:xfrm>
            <a:off x="6986016" y="5033772"/>
            <a:ext cx="2697480" cy="237744"/>
          </a:xfrm>
          <a:prstGeom prst="rect">
            <a:avLst/>
          </a:prstGeom>
          <a:noFill/>
          <a:ln/>
        </p:spPr>
        <p:txBody>
          <a:bodyPr wrap="square" lIns="0" tIns="0" rIns="0" bIns="0" rtlCol="0" anchor="ctr"/>
          <a:lstStyle/>
          <a:p>
            <a:pPr marL="0" indent="0" algn="l">
              <a:buNone/>
            </a:pPr>
            <a:r>
              <a:rPr lang="en-US" sz="1400" b="0" dirty="0">
                <a:solidFill>
                  <a:srgbClr val="7A8599"/>
                </a:solidFill>
                <a:latin typeface="Pretendard" pitchFamily="34" charset="0"/>
                <a:ea typeface="Pretendard" pitchFamily="34" charset="-122"/>
                <a:cs typeface="Pretendard" pitchFamily="34" charset="-120"/>
              </a:rPr>
              <a:t>(AI 단독)</a:t>
            </a:r>
            <a:endParaRPr lang="en-US" sz="1400" dirty="0"/>
          </a:p>
        </p:txBody>
      </p:sp>
      <p:sp>
        <p:nvSpPr>
          <p:cNvPr id="61" name="Shape 58"/>
          <p:cNvSpPr/>
          <p:nvPr/>
        </p:nvSpPr>
        <p:spPr>
          <a:xfrm>
            <a:off x="512064" y="5285231"/>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5285231"/>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5. 스키마 초안</a:t>
            </a:r>
            <a:endParaRPr lang="en-US" sz="1400" dirty="0"/>
          </a:p>
        </p:txBody>
      </p:sp>
      <p:sp>
        <p:nvSpPr>
          <p:cNvPr id="64" name="Text 61"/>
          <p:cNvSpPr txBox="1"/>
          <p:nvPr/>
        </p:nvSpPr>
        <p:spPr>
          <a:xfrm>
            <a:off x="2139696" y="5285231"/>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공통 개념을 먼저 정하고 병합, 제거, 참조, 추가 추천</a:t>
            </a:r>
            <a:endParaRPr lang="en-US" sz="1400" dirty="0"/>
          </a:p>
        </p:txBody>
      </p:sp>
      <p:sp>
        <p:nvSpPr>
          <p:cNvPr id="64" name="Text 61"/>
          <p:cNvSpPr txBox="1"/>
          <p:nvPr/>
        </p:nvSpPr>
        <p:spPr>
          <a:xfrm>
            <a:off x="6986016" y="5285231"/>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초안과 제약 확정</a:t>
            </a:r>
            <a:endParaRPr lang="en-US" sz="1400" dirty="0"/>
          </a:p>
        </p:txBody>
      </p:sp>
      <p:sp>
        <p:nvSpPr>
          <p:cNvPr id="61" name="Shape 58"/>
          <p:cNvSpPr/>
          <p:nvPr/>
        </p:nvSpPr>
        <p:spPr>
          <a:xfrm>
            <a:off x="512064" y="553669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553669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6. 기계 검증</a:t>
            </a:r>
            <a:endParaRPr lang="en-US" sz="1400" dirty="0"/>
          </a:p>
        </p:txBody>
      </p:sp>
      <p:sp>
        <p:nvSpPr>
          <p:cNvPr id="64" name="Text 61"/>
          <p:cNvSpPr txBox="1"/>
          <p:nvPr/>
        </p:nvSpPr>
        <p:spPr>
          <a:xfrm>
            <a:off x="2139696" y="553669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스키마 꼴, 이름 규칙, 공통 노드 일치, 그림 확인</a:t>
            </a:r>
            <a:endParaRPr lang="en-US" sz="1400" dirty="0"/>
          </a:p>
        </p:txBody>
      </p:sp>
      <p:sp>
        <p:nvSpPr>
          <p:cNvPr id="64" name="Text 61"/>
          <p:cNvSpPr txBox="1"/>
          <p:nvPr/>
        </p:nvSpPr>
        <p:spPr>
          <a:xfrm>
            <a:off x="6986016" y="5536692"/>
            <a:ext cx="2697480" cy="237744"/>
          </a:xfrm>
          <a:prstGeom prst="rect">
            <a:avLst/>
          </a:prstGeom>
          <a:noFill/>
          <a:ln/>
        </p:spPr>
        <p:txBody>
          <a:bodyPr wrap="square" lIns="0" tIns="0" rIns="0" bIns="0" rtlCol="0" anchor="ctr"/>
          <a:lstStyle/>
          <a:p>
            <a:pPr marL="0" indent="0" algn="l">
              <a:buNone/>
            </a:pPr>
            <a:r>
              <a:rPr lang="en-US" sz="1400" b="0" dirty="0">
                <a:solidFill>
                  <a:srgbClr val="7A8599"/>
                </a:solidFill>
                <a:latin typeface="Pretendard" pitchFamily="34" charset="0"/>
                <a:ea typeface="Pretendard" pitchFamily="34" charset="-122"/>
                <a:cs typeface="Pretendard" pitchFamily="34" charset="-120"/>
              </a:rPr>
              <a:t>(AI 단독)</a:t>
            </a:r>
            <a:endParaRPr lang="en-US" sz="1400" dirty="0"/>
          </a:p>
        </p:txBody>
      </p:sp>
      <p:sp>
        <p:nvSpPr>
          <p:cNvPr id="61" name="Shape 58"/>
          <p:cNvSpPr/>
          <p:nvPr/>
        </p:nvSpPr>
        <p:spPr>
          <a:xfrm>
            <a:off x="512064" y="578815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578815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7. 기대 답</a:t>
            </a:r>
            <a:endParaRPr lang="en-US" sz="1400" dirty="0"/>
          </a:p>
        </p:txBody>
      </p:sp>
      <p:sp>
        <p:nvSpPr>
          <p:cNvPr id="64" name="Text 61"/>
          <p:cNvSpPr txBox="1"/>
          <p:nvPr/>
        </p:nvSpPr>
        <p:spPr>
          <a:xfrm>
            <a:off x="2139696" y="578815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시험용 표본마다 질문별 정답을 원문 그대로 초안</a:t>
            </a:r>
            <a:endParaRPr lang="en-US" sz="1400" dirty="0"/>
          </a:p>
        </p:txBody>
      </p:sp>
      <p:sp>
        <p:nvSpPr>
          <p:cNvPr id="64" name="Text 61"/>
          <p:cNvSpPr txBox="1"/>
          <p:nvPr/>
        </p:nvSpPr>
        <p:spPr>
          <a:xfrm>
            <a:off x="6986016" y="5788152"/>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기대 답, 합격 기준 확정</a:t>
            </a:r>
            <a:endParaRPr lang="en-US" sz="1400" dirty="0"/>
          </a:p>
        </p:txBody>
      </p:sp>
      <p:sp>
        <p:nvSpPr>
          <p:cNvPr id="61" name="Shape 58"/>
          <p:cNvSpPr/>
          <p:nvPr/>
        </p:nvSpPr>
        <p:spPr>
          <a:xfrm>
            <a:off x="512064" y="603961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603961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8. 채우기 시험</a:t>
            </a:r>
            <a:endParaRPr lang="en-US" sz="1400" dirty="0"/>
          </a:p>
        </p:txBody>
      </p:sp>
      <p:sp>
        <p:nvSpPr>
          <p:cNvPr id="64" name="Text 61"/>
          <p:cNvSpPr txBox="1"/>
          <p:nvPr/>
        </p:nvSpPr>
        <p:spPr>
          <a:xfrm>
            <a:off x="2139696" y="603961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초안으로 추출해 질문별 점수와 연결 검사</a:t>
            </a:r>
            <a:endParaRPr lang="en-US" sz="1400" dirty="0"/>
          </a:p>
        </p:txBody>
      </p:sp>
      <p:sp>
        <p:nvSpPr>
          <p:cNvPr id="64" name="Text 61"/>
          <p:cNvSpPr txBox="1"/>
          <p:nvPr/>
        </p:nvSpPr>
        <p:spPr>
          <a:xfrm>
            <a:off x="6986016" y="6039612"/>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통과 판정 또는 설명 고치기</a:t>
            </a:r>
            <a:endParaRPr lang="en-US" sz="1400" dirty="0"/>
          </a:p>
        </p:txBody>
      </p:sp>
      <p:sp>
        <p:nvSpPr>
          <p:cNvPr id="61" name="Shape 58"/>
          <p:cNvSpPr/>
          <p:nvPr/>
        </p:nvSpPr>
        <p:spPr>
          <a:xfrm>
            <a:off x="512064" y="629107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629107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9. 저장</a:t>
            </a:r>
            <a:endParaRPr lang="en-US" sz="1400" dirty="0"/>
          </a:p>
        </p:txBody>
      </p:sp>
      <p:sp>
        <p:nvSpPr>
          <p:cNvPr id="64" name="Text 61"/>
          <p:cNvSpPr txBox="1"/>
          <p:nvPr/>
        </p:nvSpPr>
        <p:spPr>
          <a:xfrm>
            <a:off x="2139696" y="629107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스키마 파일 저장 후 다시 읽어 비교, 승인 기록</a:t>
            </a:r>
            <a:endParaRPr lang="en-US" sz="1400" dirty="0"/>
          </a:p>
        </p:txBody>
      </p:sp>
      <p:sp>
        <p:nvSpPr>
          <p:cNvPr id="64" name="Text 61"/>
          <p:cNvSpPr txBox="1"/>
          <p:nvPr/>
        </p:nvSpPr>
        <p:spPr>
          <a:xfrm>
            <a:off x="6986016" y="6291072"/>
            <a:ext cx="2697480" cy="237744"/>
          </a:xfrm>
          <a:prstGeom prst="rect">
            <a:avLst/>
          </a:prstGeom>
          <a:noFill/>
          <a:ln/>
        </p:spPr>
        <p:txBody>
          <a:bodyPr wrap="square" lIns="0" tIns="0" rIns="0" bIns="0" rtlCol="0" anchor="ctr"/>
          <a:lstStyle/>
          <a:p>
            <a:pPr marL="0" indent="0" algn="l">
              <a:buNone/>
            </a:pPr>
            <a:r>
              <a:rPr lang="en-US" sz="1400" b="0" dirty="0">
                <a:solidFill>
                  <a:srgbClr val="7A8599"/>
                </a:solidFill>
                <a:latin typeface="Pretendard" pitchFamily="34" charset="0"/>
                <a:ea typeface="Pretendard" pitchFamily="34" charset="-122"/>
                <a:cs typeface="Pretendard" pitchFamily="34" charset="-120"/>
              </a:rPr>
              <a:t>(AI 단독)</a:t>
            </a:r>
            <a:endParaRPr lang="en-US" sz="1400" dirty="0"/>
          </a:p>
        </p:txBody>
      </p:sp>
      <p:sp>
        <p:nvSpPr>
          <p:cNvPr id="85" name="Shape 82"/>
          <p:cNvSpPr/>
          <p:nvPr/>
        </p:nvSpPr>
        <p:spPr>
          <a:xfrm>
            <a:off x="9884664" y="3858768"/>
            <a:ext cx="4251960" cy="365760"/>
          </a:xfrm>
          <a:prstGeom prst="roundRect">
            <a:avLst>
              <a:gd name="adj" fmla="val 12500"/>
            </a:avLst>
          </a:prstGeom>
          <a:solidFill>
            <a:srgbClr val="1E2A5C"/>
          </a:solidFill>
          <a:ln/>
        </p:spPr>
        <p:txBody>
          <a:bodyPr/>
          <a:lstStyle/>
          <a:p>
            <a:endParaRPr/>
          </a:p>
        </p:txBody>
      </p:sp>
      <p:sp>
        <p:nvSpPr>
          <p:cNvPr id="86" name="Text 83"/>
          <p:cNvSpPr txBox="1"/>
          <p:nvPr/>
        </p:nvSpPr>
        <p:spPr>
          <a:xfrm>
            <a:off x="9884664" y="3858768"/>
            <a:ext cx="42519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AI가 지키는 규칙</a:t>
            </a:r>
            <a:endParaRPr lang="en-US" sz="1600" dirty="0"/>
          </a:p>
        </p:txBody>
      </p:sp>
      <p:sp>
        <p:nvSpPr>
          <p:cNvPr id="87" name="Shape 84"/>
          <p:cNvSpPr/>
          <p:nvPr/>
        </p:nvSpPr>
        <p:spPr>
          <a:xfrm>
            <a:off x="9884664" y="4279392"/>
            <a:ext cx="4251960" cy="2249424"/>
          </a:xfrm>
          <a:prstGeom prst="roundRect">
            <a:avLst>
              <a:gd name="adj" fmla="val 3478"/>
            </a:avLst>
          </a:prstGeom>
          <a:solidFill>
            <a:srgbClr val="FFFFFF"/>
          </a:solidFill>
          <a:ln w="12700">
            <a:solidFill>
              <a:srgbClr val="D9E0EC"/>
            </a:solidFill>
            <a:prstDash val="solid"/>
          </a:ln>
        </p:spPr>
        <p:txBody>
          <a:bodyPr/>
          <a:lstStyle/>
          <a:p>
            <a:endParaRPr/>
          </a:p>
        </p:txBody>
      </p:sp>
      <p:sp>
        <p:nvSpPr>
          <p:cNvPr id="88" name="Text 85"/>
          <p:cNvSpPr txBox="1"/>
          <p:nvPr/>
        </p:nvSpPr>
        <p:spPr>
          <a:xfrm>
            <a:off x="10049256" y="4325112"/>
            <a:ext cx="3977640" cy="2157984"/>
          </a:xfrm>
          <a:prstGeom prst="rect">
            <a:avLst/>
          </a:prstGeom>
          <a:noFill/>
          <a:ln/>
        </p:spPr>
        <p:txBody>
          <a:bodyPr wrap="square" lIns="0" tIns="0" rIns="0" bIns="0" rtlCol="0" anchor="ctr"/>
          <a:lstStyle/>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후보 뽑기에는 역량 질문만 넘김</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판단은 빈도 아닌 역량 질문 기준</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시험은 안 쓴 표본, 답 없는 문서 포함</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청크는 표본만 추출 단위로 나눔</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키는 .env에서 읽기만 함</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승인은 검토 파일로 받음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Neo4j 판이 지원하는 제약만 씀</a:t>
            </a:r>
            <a:endParaRPr lang="en-US" sz="1400" dirty="0"/>
          </a:p>
        </p:txBody>
      </p:sp>
    </p:spTree>
  </p:cSld>
  <p:clrMapOvr>
    <a:masterClrMapping/>
  </p:clrMapOvr>
</p:sld>
</file>

<file path=ppt/theme/theme1.xml><?xml version="1.0" encoding="utf-8"?>
<a:theme xmlns:a="http://schemas.openxmlformats.org/drawingml/2006/main" name="[필수] 레슨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필수] 내용">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필수] Section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필수] 강의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필수] 레슨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6.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1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C725160-ACE7-4F0C-B26E-CA73B1D5E3D4}">
  <we:reference id="wa200010001" version="1.0.0.1" store="en-US" storeType="OMEX"/>
  <we:alternateReferences>
    <we:reference id="WA200010001" version="1.0.0.1" store="" storeType="OMEX"/>
  </we:alternateReferences>
  <we:properties>
    <we:property name="claude.fileId" value="&quot;c4834d10-ecf6-4684-8316-a04da2616b3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23247</TotalTime>
  <Words>21600</Words>
  <Application>Microsoft Office PowerPoint</Application>
  <DocSecurity>0</DocSecurity>
  <PresentationFormat>사용자 지정</PresentationFormat>
  <Paragraphs>2698</Paragraphs>
  <Slides>53</Slides>
  <Notes>53</Notes>
  <HiddenSlides>0</HiddenSlides>
  <MMClips>0</MMClips>
  <ScaleCrop>false</ScaleCrop>
  <HeadingPairs>
    <vt:vector size="6" baseType="variant">
      <vt:variant>
        <vt:lpstr>사용한 글꼴</vt:lpstr>
      </vt:variant>
      <vt:variant>
        <vt:i4>7</vt:i4>
      </vt:variant>
      <vt:variant>
        <vt:lpstr>테마</vt:lpstr>
      </vt:variant>
      <vt:variant>
        <vt:i4>4</vt:i4>
      </vt:variant>
      <vt:variant>
        <vt:lpstr>슬라이드 제목</vt:lpstr>
      </vt:variant>
      <vt:variant>
        <vt:i4>53</vt:i4>
      </vt:variant>
    </vt:vector>
  </HeadingPairs>
  <TitlesOfParts>
    <vt:vector size="64" baseType="lpstr">
      <vt:lpstr>Pretendard</vt:lpstr>
      <vt:lpstr>Pretendard Medium</vt:lpstr>
      <vt:lpstr>Calibri</vt:lpstr>
      <vt:lpstr>Pretendard SemiBold</vt:lpstr>
      <vt:lpstr>Chilgok Gwon Anja</vt:lpstr>
      <vt:lpstr>Arial</vt:lpstr>
      <vt:lpstr>맑은 고딕</vt:lpstr>
      <vt:lpstr>[필수] 레슨명</vt:lpstr>
      <vt:lpstr>[필수] 내용</vt:lpstr>
      <vt:lpstr>[필수] Section명</vt:lpstr>
      <vt:lpstr>[필수] 강의명</vt:lpstr>
      <vt:lpstr>PowerPoint 프레젠테이션</vt:lpstr>
      <vt:lpstr>PowerPoint 프레젠테이션</vt:lpstr>
      <vt:lpstr>PowerPoint 프레젠테이션</vt:lpstr>
      <vt:lpstr>GraphRAG 필요성</vt:lpstr>
      <vt:lpstr>우리 시스템에 그래프 검색이 필요한 이유</vt:lpstr>
      <vt:lpstr>지식 그래프(KG:Knowledge Graph)에는 ID와 최소 속성만 넣음</vt:lpstr>
      <vt:lpstr>KG 예시로 보는 '노드 탐색'과 '탐색된 노드의 제목'</vt:lpstr>
      <vt:lpstr>GraphRAG 용어 ① 그래프 기본 구조</vt:lpstr>
      <vt:lpstr>GraphRAG 용어 ② 인덱싱(그래프 만들기)</vt:lpstr>
      <vt:lpstr>GraphRAG 용어 ③ 검색(그래프에서 꺼내기)</vt:lpstr>
      <vt:lpstr>그래프DB 인덱싱 과정: 벡터DB와 비교</vt:lpstr>
      <vt:lpstr>그래프 검색 3가지 방식: Local · Global · Hybrid</vt:lpstr>
      <vt:lpstr>GraphRAG 대표 프레임워크: Neo4j · MS GraphRAG · LightRAG</vt:lpstr>
      <vt:lpstr>PowerPoint 프레젠테이션</vt:lpstr>
      <vt:lpstr>1. 스키마 도출: 노드 타입과 관계는 추출 전에 먼저 정함</vt:lpstr>
      <vt:lpstr>1. 스키마 도출: 스키마에 정의하는 7가지</vt:lpstr>
      <vt:lpstr>1. 스키마 도출: 정형 테이블 → 노드 타입과 관계 추출 규칙</vt:lpstr>
      <vt:lpstr>1. 스키마 도출: 프롬프트로 정형 테이블의 스키마 후보 도출</vt:lpstr>
      <vt:lpstr>1. 스키마 도출: 비정형 문서 → 스키마 설계 추출 방안</vt:lpstr>
      <vt:lpstr>[참고] 평가셋 25문항: 질문, 정답, 출처</vt:lpstr>
      <vt:lpstr>1. 스키마 도출: 단계 ① 역량 질문 정하기(예시: 상담 이력)</vt:lpstr>
      <vt:lpstr>1. 스키마 도출: 단계 ② 스키마 후보 넓게 뽑기(예시: 상담 이력)</vt:lpstr>
      <vt:lpstr>1. 스키마 도출: 단계 ③ 스키마 후보 확정(LLM 추천 + 사람 확정)</vt:lpstr>
      <vt:lpstr>1. 스키마 도출: 단계 ④ 채우기 시험(1) 실제 1건씩 대조</vt:lpstr>
      <vt:lpstr>1. 스키마 도출: 단계 ④ 채우기 시험(2) 전체 지표와 설명 고치기</vt:lpstr>
      <vt:lpstr>1. 스키마 도출: 단계 ⑤ 고정과 그 뒤</vt:lpstr>
      <vt:lpstr>1. 스키마 도출: 프롬프트로 비정형 문서의 스키마 도출</vt:lpstr>
      <vt:lpstr>2. 인덱싱: 저장소 구성 4가지 안 비교</vt:lpstr>
      <vt:lpstr>2. 인덱싱: 1-b 분리형(검색 엔진)의 인덱싱 파이프라인</vt:lpstr>
      <vt:lpstr>2. 인덱싱: 인덱싱 워크플로우 구성안</vt:lpstr>
      <vt:lpstr>2. 인덱싱: ① 세대 ID 발급, ② 공통 단계</vt:lpstr>
      <vt:lpstr>2. 인덱싱: KG 구축 - K1. 추출 단위 나누기</vt:lpstr>
      <vt:lpstr>[참고] KG의 모양</vt:lpstr>
      <vt:lpstr>2. 인덱싱: KG 구축 - K1. 추출 단위 나누기</vt:lpstr>
      <vt:lpstr>2. 인덱싱: KG 구축 - K2. 추출과 K3. 가지치기(Pruning)</vt:lpstr>
      <vt:lpstr>2. 인덱싱: KG 구축 - K2. 추출과 K3. 가지치기(Pruning)</vt:lpstr>
      <vt:lpstr>2. 인덱싱: KG 구축 - K4. 적재</vt:lpstr>
      <vt:lpstr>2. 인덱싱: KG 구축 - K4. 적재</vt:lpstr>
      <vt:lpstr>2. 인덱싱: KG 구축 - K5.병합</vt:lpstr>
      <vt:lpstr>2. 인덱싱: KG 구축 - K5.병합</vt:lpstr>
      <vt:lpstr>2. 인덱싱: KG 구축 - K5.병합</vt:lpstr>
      <vt:lpstr>2. 인덱싱: KG 구축 – K6. 엔티티 설명 임베딩</vt:lpstr>
      <vt:lpstr>2. 인덱싱: KG 구축 – K6. 엔티티 설명 임베딩</vt:lpstr>
      <vt:lpstr>2. 인덱싱: KG 구축 – K6. 엔티티 설명 임베딩</vt:lpstr>
      <vt:lpstr>2. 인덱싱: 검색엔진 인덱싱- 벡터 색인과 키워드 색인을 한 번에 구축</vt:lpstr>
      <vt:lpstr>2. 인덱싱: 검색엔진 인덱싱 인덱싱 – S1. 임베딩  </vt:lpstr>
      <vt:lpstr>2. 인덱싱: 검색엔진 인덱싱 인덱싱 – S1. 임베딩 </vt:lpstr>
      <vt:lpstr>2. 인덱싱: 검색엔진 인덱싱 – S2. 키워드 분석</vt:lpstr>
      <vt:lpstr>2. 인덱싱: 검색엔진 인덱싱 – S2. 키워드 분석</vt:lpstr>
      <vt:lpstr>2. 인덱싱: 검색엔진 인덱싱 – S3. 검색 엔진에 쓰기</vt:lpstr>
      <vt:lpstr>2. 인덱싱: 검색엔진 인덱싱 – S3. 검색 엔진에 쓰기</vt:lpstr>
      <vt:lpstr>2. 인덱싱: ⑤ 게시 – 검색엔진 인덱스 별칭 전환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해경 이</cp:lastModifiedBy>
  <cp:revision>1100</cp:revision>
  <dcterms:created xsi:type="dcterms:W3CDTF">2026-09-20T09:21:58Z</dcterms:created>
  <dcterms:modified xsi:type="dcterms:W3CDTF">2026-10-23T08:12:40Z</dcterms:modified>
</cp:coreProperties>
</file>