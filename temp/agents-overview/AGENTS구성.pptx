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위에서 아래로 '왜 → 누가 → 어떻게 → 어떻게 지키나' 순서로 읽음. 팀원 위임은 .agents/agents/ 원본 정의를 Agent 도구로 실제 호출하는 방식이며, 협업 패턴은 접두어 없이 요청 신호로 자동 판정함(모호하면 계층형).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AGENTS.md 구성 한눈에 보기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목표·원칙(WHY) 아래 8명 팀(WHO)이 협업·작업 규칙(HOW)으로 움직이고, 품질 장치(CHECK)가 결과를 지킴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E2A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737360"/>
            <a:ext cx="11887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목표·M사상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807769" y="1737360"/>
            <a:ext cx="706831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07769" y="1737360"/>
            <a:ext cx="7068312" cy="868680"/>
          </a:xfrm>
          <a:prstGeom prst="rect">
            <a:avLst/>
          </a:prstGeom>
          <a:noFill/>
          <a:ln/>
        </p:spPr>
        <p:txBody>
          <a:bodyPr wrap="square" lIns="165100" tIns="165100" rIns="165100" bIns="1651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AI 아키텍처 설계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멀티모달 · LangGraph · RAG/GraphRAG · NL2SQL · 온톨로지 · MCP/A2A · MAS 조합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013241" y="17373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13241" y="1737360"/>
            <a:ext cx="1645920" cy="86868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Value-Oriented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First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750601" y="17373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750601" y="1737360"/>
            <a:ext cx="1645920" cy="86868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Interactive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Believe · Yes And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2487961" y="17373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487961" y="1737360"/>
            <a:ext cx="1645920" cy="86868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Iterative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 fail · Pivot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9321" y="2715768"/>
            <a:ext cx="1188720" cy="1920240"/>
          </a:xfrm>
          <a:prstGeom prst="roundRect">
            <a:avLst>
              <a:gd name="adj" fmla="val 6154"/>
            </a:avLst>
          </a:prstGeom>
          <a:solidFill>
            <a:srgbClr val="2E74C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9321" y="2715768"/>
            <a:ext cx="1188720" cy="1920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8명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807769" y="2715768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1E2A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807769" y="2715768"/>
            <a:ext cx="2286000" cy="192024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클로니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아키텍트 겸 오케스트레이터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단일/멀티 판정 · 패턴 선택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검수 · 통합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130345" y="3675888"/>
            <a:ext cx="274320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441241" y="2715768"/>
            <a:ext cx="2340864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41241" y="2715768"/>
            <a:ext cx="2340864" cy="9052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플로니</a:t>
            </a:r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오케스트레이션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 · Harness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891833" y="2715768"/>
            <a:ext cx="2340864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91833" y="2715768"/>
            <a:ext cx="2340864" cy="9052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지식니</a:t>
            </a:r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지식·데이터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RAG·GraphRAG·NL2SQL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9342425" y="2715768"/>
            <a:ext cx="2340864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42425" y="2715768"/>
            <a:ext cx="2340864" cy="9052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커넥니</a:t>
            </a:r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도구 연동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· A2A · 인증·권한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1793017" y="2715768"/>
            <a:ext cx="2340864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793017" y="2715768"/>
            <a:ext cx="2340864" cy="9052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모달니</a:t>
            </a:r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멀티모달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STT · TTS · VLM · 요약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4441241" y="3730752"/>
            <a:ext cx="2340864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41241" y="3730752"/>
            <a:ext cx="2340864" cy="9052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스택니</a:t>
            </a:r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API·UI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· SSE · React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6891833" y="3730752"/>
            <a:ext cx="2340864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91833" y="3730752"/>
            <a:ext cx="2340864" cy="9052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옵스니</a:t>
            </a:r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플랫폼·배포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 · 비밀값 · 롤백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9342425" y="3730752"/>
            <a:ext cx="2340864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342425" y="3730752"/>
            <a:ext cx="2340864" cy="9052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에듀니</a:t>
            </a:r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교육·문서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해설 · 용어사전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11793017" y="3730752"/>
            <a:ext cx="2340864" cy="905256"/>
          </a:xfrm>
          <a:prstGeom prst="roundRect">
            <a:avLst>
              <a:gd name="adj" fmla="val 8081"/>
            </a:avLst>
          </a:prstGeom>
          <a:solidFill>
            <a:srgbClr val="F5F8FC"/>
          </a:solidFill>
          <a:ln w="12700">
            <a:solidFill>
              <a:srgbClr val="2E74C6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11793017" y="3730752"/>
            <a:ext cx="2340864" cy="905256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라우팅 규칙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키워드로 담당자 선정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클로니 직접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09321" y="4745736"/>
            <a:ext cx="1188720" cy="1600200"/>
          </a:xfrm>
          <a:prstGeom prst="roundRect">
            <a:avLst>
              <a:gd name="adj" fmla="val 6154"/>
            </a:avLst>
          </a:prstGeom>
          <a:solidFill>
            <a:srgbClr val="404155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09321" y="4745736"/>
            <a:ext cx="1188720" cy="1600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협업·작업 규칙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1807769" y="4745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패턴 — 신호로 자동 선택, 모호하면 계층형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882689" y="4745736"/>
            <a:ext cx="7251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규칙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807769" y="5138928"/>
            <a:ext cx="2354580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807769" y="5138928"/>
            <a:ext cx="23545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계층형 (기본값)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1명 위임 → 검수·통합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4299509" y="5138928"/>
            <a:ext cx="2354580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299509" y="5138928"/>
            <a:ext cx="23545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파이프라인형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 산출물 → 다음 입력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1807769" y="5779008"/>
            <a:ext cx="2354580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807769" y="5779008"/>
            <a:ext cx="23545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토론형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의견 → 교차검증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4299509" y="5779008"/>
            <a:ext cx="2354580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299509" y="5779008"/>
            <a:ext cx="23545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협업형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라운드마다 클로니 중개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6882689" y="5138928"/>
            <a:ext cx="235610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882689" y="5138928"/>
            <a:ext cx="235610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가이드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존대 · q: 질문 · o: 최적안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9330233" y="5138928"/>
            <a:ext cx="235610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330233" y="5138928"/>
            <a:ext cx="235610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연동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pull · push · 한글 커밋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11777777" y="5138928"/>
            <a:ext cx="235610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1777777" y="5138928"/>
            <a:ext cx="235610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문서·프롬프트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명사체 · 8섹션 표준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6882689" y="5779008"/>
            <a:ext cx="235610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882689" y="5779008"/>
            <a:ext cx="235610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파이썬 개발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DIP 계층 · 주석 가이드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9330233" y="5779008"/>
            <a:ext cx="235610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330233" y="5779008"/>
            <a:ext cx="235610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 도구 호환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.agents 원본 → 생성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11777777" y="5779008"/>
            <a:ext cx="235610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1777777" y="5779008"/>
            <a:ext cx="235610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사용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 curl · 플러그인 명령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509321" y="6455664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E2A5C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509321" y="6455664"/>
            <a:ext cx="118872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장치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807769" y="6455664"/>
            <a:ext cx="4047744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972361" y="6455664"/>
            <a:ext cx="3883152" cy="7772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정직한 보고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증거(로그·응답·화면) 없으면 완료 아님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1807769" y="6565392"/>
            <a:ext cx="64008" cy="557784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5" name="Shape 62"/>
          <p:cNvSpPr/>
          <p:nvPr/>
        </p:nvSpPr>
        <p:spPr>
          <a:xfrm>
            <a:off x="5946953" y="6455664"/>
            <a:ext cx="4047744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111545" y="6455664"/>
            <a:ext cx="3883152" cy="7772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Lessons Learned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시행착오 기록 → 검증된 교훈만 승격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5946953" y="6565392"/>
            <a:ext cx="64008" cy="557784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8" name="Shape 65"/>
          <p:cNvSpPr/>
          <p:nvPr/>
        </p:nvSpPr>
        <p:spPr>
          <a:xfrm>
            <a:off x="10086137" y="6455664"/>
            <a:ext cx="4047744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250729" y="6455664"/>
            <a:ext cx="3883152" cy="7772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Advisor 자문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전 · 중(최대 3회) · 후 호출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10086137" y="6565392"/>
            <a:ext cx="64008" cy="557784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2026-10-07T07:44:33Z</dcterms:created>
  <dcterms:modified xsi:type="dcterms:W3CDTF">2026-10-07T07:44:33Z</dcterms:modified>
</cp:coreProperties>
</file>