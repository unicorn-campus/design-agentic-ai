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5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40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K4는 K2와 K3에서 파일로 보관해 둔 추출 결과를 Neo4j에 쓰는 단계입니다. 쓰기 전에 세 가지를 덧붙입니다. 첫째, 추출 단위마다 라벨이 Chunk인 추출 단위 노드를 하나 만듭니다. 이 노드의 parent_chunk_ids에 이 단위가 나온 검색용 청크 ID가 들어 있습니다. 둘째, 모든 노드에 세대와 실행 표시를 붙입니다. 셋째, 뽑힌 엔티티마다 추출 단위 노드로 FROM_CHUNK 관계를 하나씩 만듭니다.
그래서 검색엔진이 청크 하나를 찾으면, 그 chunk_id를 parent_chunk_ids에 가진 추출 단위 노드를 찾고, FROM_CHUNK를 거꾸로 따라가 그 청크에서 나온 엔티티를 모두 얻습니다.
K4는 쓰기만 합니다. 여러 단위에서 같은 약관 문서 노드가 나와도 그대로 여러 개 쓰고, 합치는 일은 다음 단계 K5가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단위를 하나씩 돌며 노드와 관계를 목록에 모읍니다. 추출 실패로 그래프가 없는 단위는 건너뜁니다. 먼저 추출 단위 노드를 만들고, 엔티티마다 세대와 실행 표시를 붙인 뒤 FROM_CHUNK 관계를 더합니다. LLM이 뽑은 관계도 그대로 더합니다. 다 모으면 Neo4jWriter를 한 번 불러 씁니다.
오른쪽 가운데 질의가 검색 때 그래프로 넘어가는 길입니다. 예시 상담의 chunk_id로 조회하면 상담 노드 2개, 제안 2개, 재검토 조건 1개가 나옵니다. v0 표본 전체 재색인에서는 노드 134개와 관계 202개를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K4 적재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보관해 둔 추출 결과를 Neo4j에 쓰고, 추출 단위 노드로 검색용 청크와 이음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(kg_prepared.json)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9321" y="2194560"/>
            <a:ext cx="3017520" cy="627278"/>
          </a:xfrm>
          <a:prstGeom prst="roundRect">
            <a:avLst>
              <a:gd name="adj" fmla="val 1166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2194560"/>
            <a:ext cx="3017520" cy="62727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unit_id</a:t>
            </a:r>
            <a:endParaRPr lang="en-US" sz="15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D3_C-20260501-003_…_0000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2894990"/>
            <a:ext cx="3017520" cy="627278"/>
          </a:xfrm>
          <a:prstGeom prst="roundRect">
            <a:avLst>
              <a:gd name="adj" fmla="val 1166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09321" y="2894990"/>
            <a:ext cx="3017520" cy="62727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doc_id, doc_type</a:t>
            </a:r>
            <a:endParaRPr lang="en-US" sz="15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D3_C-20260501-003, consult_log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9321" y="3595421"/>
            <a:ext cx="3017520" cy="627278"/>
          </a:xfrm>
          <a:prstGeom prst="roundRect">
            <a:avLst>
              <a:gd name="adj" fmla="val 1166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09321" y="3595421"/>
            <a:ext cx="3017520" cy="62727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parent_chunk_ids</a:t>
            </a:r>
            <a:endParaRPr lang="en-US" sz="15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단위가 나온 검색용 청크 ID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9321" y="4295851"/>
            <a:ext cx="3017520" cy="627278"/>
          </a:xfrm>
          <a:prstGeom prst="roundRect">
            <a:avLst>
              <a:gd name="adj" fmla="val 1166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09321" y="4295851"/>
            <a:ext cx="3017520" cy="62727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</a:t>
            </a:r>
            <a:endParaRPr lang="en-US" sz="15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단위 본문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9321" y="4996282"/>
            <a:ext cx="3017520" cy="627278"/>
          </a:xfrm>
          <a:prstGeom prst="roundRect">
            <a:avLst>
              <a:gd name="adj" fmla="val 1166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09321" y="4996282"/>
            <a:ext cx="3017520" cy="627278"/>
          </a:xfrm>
          <a:prstGeom prst="rect">
            <a:avLst/>
          </a:prstGeom>
          <a:noFill/>
          <a:ln/>
        </p:spPr>
        <p:txBody>
          <a:bodyPr wrap="square" lIns="127000" tIns="38100" rIns="127000" bIns="3810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</a:t>
            </a:r>
            <a:endParaRPr lang="en-US" sz="15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K2와 K3 결과 (노드 5, 관계 4)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54273" y="3909060"/>
            <a:ext cx="219456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3801161" y="173736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801161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K4가 하는 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01161" y="2194560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910889" y="231343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910889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304081" y="2258568"/>
            <a:ext cx="2697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단위 노드 만들기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938321" y="2633472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Chunk. 검색용 청크 ID와 본문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801161" y="3072384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3910889" y="31912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3910889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304081" y="3136392"/>
            <a:ext cx="2697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노드에 세대 표시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938321" y="3511296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generation, run_id 속성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801161" y="3950208"/>
            <a:ext cx="32918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3910889" y="40690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3910889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304081" y="4014216"/>
            <a:ext cx="2697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FROM_CHUNK로 잇기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938321" y="4389120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엔티티마다 추출 단위 노드로 관계 하나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801161" y="4828032"/>
            <a:ext cx="3291840" cy="795528"/>
          </a:xfrm>
          <a:prstGeom prst="roundRect">
            <a:avLst>
              <a:gd name="adj" fmla="val 919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3801161" y="4828032"/>
            <a:ext cx="3291840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Neo4jWriter로 한 번에 쓰기</a:t>
            </a:r>
            <a:endParaRPr lang="en-US" sz="16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노드는 새로 만듦 (합치지 않음)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120433" y="3909060"/>
            <a:ext cx="219456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7367321" y="1737360"/>
            <a:ext cx="676656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7367321" y="1737360"/>
            <a:ext cx="67665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Neo4j에 남는 모양 (상담 C-20260501-003)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367321" y="2606040"/>
            <a:ext cx="2072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367321" y="2606040"/>
            <a:ext cx="207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Consultation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C-20260501-003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9714281" y="2606040"/>
            <a:ext cx="2072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9714281" y="2606040"/>
            <a:ext cx="207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Proposal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화면 대조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2061241" y="2606040"/>
            <a:ext cx="2072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12061241" y="2606040"/>
            <a:ext cx="207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ReconsiderCondition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명세서 나올 때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9458249" y="2971800"/>
            <a:ext cx="237744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8571281" y="2221992"/>
            <a:ext cx="2011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HAS_PROPOSAL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1805209" y="2971800"/>
            <a:ext cx="237744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0918241" y="2221992"/>
            <a:ext cx="2011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RECONSIDER_WHEN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8403641" y="3364992"/>
            <a:ext cx="883920" cy="493776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10750601" y="3364992"/>
            <a:ext cx="0" cy="493776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 flipH="1">
            <a:off x="12213641" y="3364992"/>
            <a:ext cx="883920" cy="493776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10842041" y="3493008"/>
            <a:ext cx="14630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8190281" y="38862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8190281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 단위 노드 (라벨 Chunk)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unit_id: D3_C-20260501-003_…_0000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parent_chunk_ids: [D3_C-20260501-003_…_0000]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0750601" y="4782312"/>
            <a:ext cx="0" cy="356616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0860329" y="4773168"/>
            <a:ext cx="3291840" cy="3749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chunk_id가 parent_chunk_ids 안에 있음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8190281" y="516636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8190281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문서 (chunk_id: D3_C-20260501-003_…_0000)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09321" y="6109337"/>
            <a:ext cx="326898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619049" y="6246497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619049" y="6246497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12241" y="6164201"/>
            <a:ext cx="26746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쓰기만 하고 합치지 않음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646481" y="6694553"/>
            <a:ext cx="29946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값의 노드가 여러 개여도 그대로 씀.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합치기는</a:t>
            </a: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K5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3961181" y="6109337"/>
            <a:ext cx="326898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4070909" y="6246497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4070909" y="6246497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4464101" y="6164201"/>
            <a:ext cx="26746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세대마다 따로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4098341" y="6694553"/>
            <a:ext cx="29946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노드에 generation. 세대끼리 섞이지 않음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7413041" y="6109337"/>
            <a:ext cx="326898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7522769" y="6246497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7522769" y="6246497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7915961" y="6164201"/>
            <a:ext cx="26746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조항이 겹치면 부모 청크 2개</a:t>
            </a:r>
            <a:endParaRPr lang="en-US" sz="1500" dirty="0"/>
          </a:p>
        </p:txBody>
      </p:sp>
      <p:sp>
        <p:nvSpPr>
          <p:cNvPr id="74" name="Text 71"/>
          <p:cNvSpPr txBox="1"/>
          <p:nvPr/>
        </p:nvSpPr>
        <p:spPr>
          <a:xfrm>
            <a:off x="7550201" y="6694553"/>
            <a:ext cx="29946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제16조는 parent_chunk_ids가 2개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10864901" y="6109337"/>
            <a:ext cx="326898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10974629" y="6246497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10974629" y="6246497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78" name="Text 75"/>
          <p:cNvSpPr txBox="1"/>
          <p:nvPr/>
        </p:nvSpPr>
        <p:spPr>
          <a:xfrm>
            <a:off x="11367821" y="6164201"/>
            <a:ext cx="26746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 때 옛 노드는 잠시 남김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11002061" y="6694553"/>
            <a:ext cx="29946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노드를 먼저 쓰고, 옛 추출 단위 노드는 S3 뒤 K7에서 지움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 적재 코드 (kg_build.py)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단위마다 추출 단위 노드와 FROM_CHUNK를 덧붙여 모은 뒤, Neo4jWriter로 한 번에 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36092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19049" y="1810512"/>
            <a:ext cx="7141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apply()의 K4 부분 (kg_build.py 발췌)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14146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nodes, rels, merge_keys = [], [], set()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u in prepared["units"]: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if "graph" not in u:                         # 추출 실패 단위는 건너뜀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continue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chunk_node_id = f"{generation}|{u['unit_id']}|{run_id}"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nodes.append(Neo4jNode(id=chunk_node_id, label="Chunk", properties={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"generation": generation, "run_id": run_id, "unit_id": u["unit_id"],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"doc_id": u["doc_id"], "doc_type": u["doc_type"],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"parent_chunk_ids": u["parent_chunk_ids"], "text": u["text"],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"text_hash": u["text_hash"]}))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graph = Neo4jGraph.model_validate(u["graph"])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n in graph.nodes: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n.properties = {**(n.properties or {}),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"generation": generation, "run_id": run_id}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nodes.append(n)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rels.append(Neo4jRelationship(type="FROM_CHUNK",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start_node_id=n.id, end_node_id=chunk_node_id))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…                                        # K5에서 합칠 값 모으기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rels.extend(graph.relationships) 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</a:t>
            </a:r>
            <a:r>
              <a:rPr lang="en-US" sz="1400" dirty="0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 LLM이 </a:t>
            </a:r>
            <a:r>
              <a:rPr lang="en-US" sz="1400" dirty="0" err="1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뽑은</a:t>
            </a:r>
            <a:r>
              <a:rPr lang="en-US" sz="1400" dirty="0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ko-KR" altLang="en-US" sz="1400" dirty="0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en-US" sz="1400" dirty="0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chemeClr val="accent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추가함</a:t>
            </a:r>
            <a:endParaRPr lang="en-US" sz="1400" dirty="0">
              <a:solidFill>
                <a:schemeClr val="accent1"/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asyncio.run(Neo4jWriter(driver).run(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Neo4jGraph(nodes=nodes, relationships=rels)))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44561" y="1737360"/>
            <a:ext cx="5989320" cy="2514600"/>
          </a:xfrm>
          <a:prstGeom prst="roundRect">
            <a:avLst>
              <a:gd name="adj" fmla="val 218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54289" y="1810512"/>
            <a:ext cx="57698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적재된 추출 단위 노드 (Neo4j 조회, 일부)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54289" y="2139696"/>
            <a:ext cx="576986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(:Chunk 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unit_id: "D3_C-20260501-003_c797…_0000",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doc_id: "D3_C-20260501-003",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doc_type: "consult_log",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parent_chunk_ids: ["D3_C-20260501-003_c797…_0000"],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generation: "gen-sample-001-bd2b148b",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run_id: "sample-002@20261019213757",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text: "…", text_hash: "c7974732…"})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44561" y="4343400"/>
            <a:ext cx="5989320" cy="1691640"/>
          </a:xfrm>
          <a:prstGeom prst="roundRect">
            <a:avLst>
              <a:gd name="adj" fmla="val 324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54289" y="4416552"/>
            <a:ext cx="57698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검색이 찾은 chunk_id로 엔티티 찾기 (조회 예시)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54289" y="4745736"/>
            <a:ext cx="57698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MATCH (c:Chunk {generation: $g})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$chunk_id IN c.parent_chunk_ids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MATCH (e)-[:FROM_CHUNK]-&gt;(c)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RETURN 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// 결과: Consultation 2, Proposal 2, ReconsiderCondition 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44561" y="6126480"/>
            <a:ext cx="5989320" cy="1143000"/>
          </a:xfrm>
          <a:prstGeom prst="roundRect">
            <a:avLst>
              <a:gd name="adj" fmla="val 64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144561" y="6126480"/>
            <a:ext cx="59893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 표본 전체 재색인 K4</a:t>
            </a:r>
            <a:endParaRPr lang="en-US" sz="16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134: 추출 단위 24, 엔티티 110</a:t>
            </a:r>
            <a:endParaRPr lang="en-US" sz="16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202: FROM_CHUNK 110, 추출 92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1019</Words>
  <Application>Microsoft Office PowerPoint</Application>
  <PresentationFormat>사용자 지정</PresentationFormat>
  <Paragraphs>102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KG 구축 K4 적재</vt:lpstr>
      <vt:lpstr>K4 적재 코드 (kg_build.py)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2026-10-19T13:20:44Z</dcterms:created>
  <dcterms:modified xsi:type="dcterms:W3CDTF">2026-10-19T13:50:04Z</dcterms:modified>
</cp:coreProperties>
</file>