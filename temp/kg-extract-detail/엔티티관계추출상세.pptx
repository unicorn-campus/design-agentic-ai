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LLMGraphTransformer는 청크(Document) 하나를 받아 LLM을 한 번 부르고, 노드·관계 묶음(GraphDocument)을 돌려줌. 4-1: 기본 지시문에 '사람은 person처럼 기본 종류로', '관계는 일반적인 이름으로', '같은 대상은 가장 완전한 이름 하나로'가 들어 있음. 허용 목록과 additional_instructions가 여기에 붙음. 4-2: 모델이 도구 호출(구조화 출력)을 지원하면 정해진 틀로 답을 받음. 지원하지 않거나 ignore_tool_usage=True면 JSON 글을 받아 json_repair로 고쳐 읽음. 이 경우 속성 추출은 못 씀. 4-3: 이름을 .title()로 바꿔 영문은 단어 첫 글자만 대문자가 됨(iPhone → Iphone). 한글은 그대로. 관계는 LAUNCHED처럼 대문자 + 밑줄. 4-4: strict_mode가 기본으로 켜져 있어 허용 목록 밖 결과를 버림. 몇 개를 버렸는지 알려 주지 않으므로 처음엔 strict_mode=False로 한 번 돌려 무엇이 버려지는지 보는 것을 권장. 다음 단계 예고: add_graph_documents가 이름(id)으로 MERGE해 이름이 완전히 같은 노드는 합쳐짐. baseEntityLabel=True면 종류가 달라도 이름만 같으면 한 노드가 됨. 'A사'와 'A사(주)'처럼 조금 다른 이름은 따로 처리해야 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엔티티·관계 추출 상세: LangChain LLMGraphTransformer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청크 하나마다 LLM을 한 번 불러 노드·관계를 뽑고, 허용 목록 밖은 걸러 GraphDocument로 넘김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20421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1E2A5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0761" y="1828800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1E2A5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00761" y="1828800"/>
            <a:ext cx="56692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09321" y="2194560"/>
            <a:ext cx="20421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 1개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45897" y="2560320"/>
            <a:ext cx="1969008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Document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(청크 글 + 메타데이터)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578913" y="2523744"/>
            <a:ext cx="219456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825801" y="1737360"/>
            <a:ext cx="2042160" cy="1572768"/>
          </a:xfrm>
          <a:prstGeom prst="roundRect">
            <a:avLst>
              <a:gd name="adj" fmla="val 4651"/>
            </a:avLst>
          </a:prstGeom>
          <a:solidFill>
            <a:srgbClr val="EEF3FA"/>
          </a:solidFill>
          <a:ln w="19050">
            <a:solidFill>
              <a:srgbClr val="2E74C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17241" y="1828800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2E74C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917241" y="1828800"/>
            <a:ext cx="56692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4-1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118153" y="1828800"/>
            <a:ext cx="658368" cy="310896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118153" y="1828800"/>
            <a:ext cx="65836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825801" y="2194560"/>
            <a:ext cx="20421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조립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2862377" y="2560320"/>
            <a:ext cx="1969008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지시문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허용 목록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추가 지시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895393" y="2523744"/>
            <a:ext cx="219456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5142281" y="1737360"/>
            <a:ext cx="2042160" cy="1572768"/>
          </a:xfrm>
          <a:prstGeom prst="roundRect">
            <a:avLst>
              <a:gd name="adj" fmla="val 4651"/>
            </a:avLst>
          </a:prstGeom>
          <a:solidFill>
            <a:srgbClr val="EEF3FA"/>
          </a:solidFill>
          <a:ln w="19050">
            <a:solidFill>
              <a:srgbClr val="2E74C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233721" y="1828800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2E74C6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233721" y="1828800"/>
            <a:ext cx="56692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4-2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34633" y="1828800"/>
            <a:ext cx="658368" cy="310896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434633" y="1828800"/>
            <a:ext cx="65836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142281" y="2194560"/>
            <a:ext cx="20421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호출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5178857" y="2560320"/>
            <a:ext cx="1969008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청크당 1번 호출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호출로 정해진 틀에 답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미지원 모델은 JSON 복구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211873" y="2523744"/>
            <a:ext cx="219456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7458761" y="1737360"/>
            <a:ext cx="2042160" cy="1572768"/>
          </a:xfrm>
          <a:prstGeom prst="roundRect">
            <a:avLst>
              <a:gd name="adj" fmla="val 4651"/>
            </a:avLst>
          </a:prstGeom>
          <a:solidFill>
            <a:srgbClr val="EEF3FA"/>
          </a:solidFill>
          <a:ln w="19050">
            <a:solidFill>
              <a:srgbClr val="2E74C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550201" y="1828800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2E74C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550201" y="1828800"/>
            <a:ext cx="56692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4-3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751113" y="1828800"/>
            <a:ext cx="658368" cy="310896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751113" y="1828800"/>
            <a:ext cx="65836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458761" y="2194560"/>
            <a:ext cx="20421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 정리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7495337" y="2560320"/>
            <a:ext cx="1969008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→ LAUNCHED 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종류 → Company 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영문 iPhone → Iphone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9528353" y="2523744"/>
            <a:ext cx="219456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9775241" y="1737360"/>
            <a:ext cx="2042160" cy="1572768"/>
          </a:xfrm>
          <a:prstGeom prst="roundRect">
            <a:avLst>
              <a:gd name="adj" fmla="val 4651"/>
            </a:avLst>
          </a:prstGeom>
          <a:solidFill>
            <a:srgbClr val="EEF3FA"/>
          </a:solidFill>
          <a:ln w="19050">
            <a:solidFill>
              <a:srgbClr val="2E74C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866681" y="1828800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2E74C6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9866681" y="1828800"/>
            <a:ext cx="56692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4-4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11067593" y="1828800"/>
            <a:ext cx="658368" cy="310896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1067593" y="1828800"/>
            <a:ext cx="65836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9775241" y="2194560"/>
            <a:ext cx="20421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 목록 필터</a:t>
            </a:r>
            <a:endParaRPr lang="en-US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9811817" y="2560320"/>
            <a:ext cx="1969008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strict_mode=True(기본)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목록 밖 종류·관계는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말없이 버림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11844833" y="2523744"/>
            <a:ext cx="219456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12091721" y="1737360"/>
            <a:ext cx="20421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1E2A5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2183161" y="1828800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1E2A5C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12183161" y="1828800"/>
            <a:ext cx="56692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12091721" y="2194560"/>
            <a:ext cx="20421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GraphDocument</a:t>
            </a:r>
            <a:endParaRPr lang="en-US" sz="1700" dirty="0"/>
          </a:p>
        </p:txBody>
      </p:sp>
      <p:sp>
        <p:nvSpPr>
          <p:cNvPr id="47" name="Text 44"/>
          <p:cNvSpPr txBox="1"/>
          <p:nvPr/>
        </p:nvSpPr>
        <p:spPr>
          <a:xfrm>
            <a:off x="12128297" y="2560320"/>
            <a:ext cx="1969008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 · 관계 · 원본 청크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다음: 같은 이름 병합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509321" y="3511296"/>
            <a:ext cx="3200400" cy="2249424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19049" y="3621024"/>
            <a:ext cx="1737360" cy="329184"/>
          </a:xfrm>
          <a:prstGeom prst="roundRect">
            <a:avLst>
              <a:gd name="adj" fmla="val 13889"/>
            </a:avLst>
          </a:prstGeom>
          <a:solidFill>
            <a:srgbClr val="404155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619049" y="3621024"/>
            <a:ext cx="17373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입력 청크</a:t>
            </a:r>
            <a:endParaRPr lang="en-US" sz="1500" dirty="0"/>
          </a:p>
        </p:txBody>
      </p:sp>
      <p:sp>
        <p:nvSpPr>
          <p:cNvPr id="51" name="Text 48"/>
          <p:cNvSpPr txBox="1"/>
          <p:nvPr/>
        </p:nvSpPr>
        <p:spPr>
          <a:xfrm>
            <a:off x="646481" y="4059936"/>
            <a:ext cx="292608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A사는 2025년 B카드를 출시했다.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카드는 C은행과 제휴했다.</a:t>
            </a:r>
            <a:endParaRPr lang="en-US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646481" y="5340096"/>
            <a:ext cx="29260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(가명처리를 거친 글)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3938321" y="3511296"/>
            <a:ext cx="4480560" cy="2249424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048049" y="3621024"/>
            <a:ext cx="731520" cy="329184"/>
          </a:xfrm>
          <a:prstGeom prst="roundRect">
            <a:avLst>
              <a:gd name="adj" fmla="val 13889"/>
            </a:avLst>
          </a:prstGeom>
          <a:solidFill>
            <a:srgbClr val="404155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4048049" y="3621024"/>
            <a:ext cx="73152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</a:t>
            </a:r>
            <a:endParaRPr lang="en-US" sz="1500" dirty="0"/>
          </a:p>
        </p:txBody>
      </p:sp>
      <p:sp>
        <p:nvSpPr>
          <p:cNvPr id="56" name="Text 53"/>
          <p:cNvSpPr txBox="1"/>
          <p:nvPr/>
        </p:nvSpPr>
        <p:spPr>
          <a:xfrm>
            <a:off x="4075481" y="4023360"/>
            <a:ext cx="4206240" cy="1664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 = LLMGraphTransformer(llm=llm,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allowed_nodes=["Company", "Product"],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allowed_relationships=[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("Company", "LAUNCHED", "Product"),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("Product", "PARTNERED_WITH", "Company")])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docs = t.convert_to_graph_documents(chunks)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>
            <a:off x="8647481" y="3511296"/>
            <a:ext cx="5486400" cy="2249424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757209" y="3621024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404155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8757209" y="3621024"/>
            <a:ext cx="21945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GraphDocument</a:t>
            </a:r>
            <a:endParaRPr lang="en-US" sz="1500" dirty="0"/>
          </a:p>
        </p:txBody>
      </p:sp>
      <p:sp>
        <p:nvSpPr>
          <p:cNvPr id="60" name="Shape 57"/>
          <p:cNvSpPr/>
          <p:nvPr/>
        </p:nvSpPr>
        <p:spPr>
          <a:xfrm>
            <a:off x="8784641" y="4334256"/>
            <a:ext cx="1097280" cy="566928"/>
          </a:xfrm>
          <a:prstGeom prst="roundRect">
            <a:avLst>
              <a:gd name="adj" fmla="val 19355"/>
            </a:avLst>
          </a:prstGeom>
          <a:solidFill>
            <a:srgbClr val="EEF3FA"/>
          </a:solidFill>
          <a:ln w="19050">
            <a:solidFill>
              <a:srgbClr val="1E2A5C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784641" y="4334256"/>
            <a:ext cx="1097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A사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</a:t>
            </a:r>
            <a:endParaRPr lang="en-US" sz="1500" dirty="0"/>
          </a:p>
        </p:txBody>
      </p:sp>
      <p:sp>
        <p:nvSpPr>
          <p:cNvPr id="62" name="Shape 59"/>
          <p:cNvSpPr/>
          <p:nvPr/>
        </p:nvSpPr>
        <p:spPr>
          <a:xfrm>
            <a:off x="10842041" y="4334256"/>
            <a:ext cx="1097280" cy="566928"/>
          </a:xfrm>
          <a:prstGeom prst="roundRect">
            <a:avLst>
              <a:gd name="adj" fmla="val 19355"/>
            </a:avLst>
          </a:prstGeom>
          <a:solidFill>
            <a:srgbClr val="EEF3FA"/>
          </a:solidFill>
          <a:ln w="19050">
            <a:solidFill>
              <a:srgbClr val="1E2A5C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10842041" y="4334256"/>
            <a:ext cx="1097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B카드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</a:t>
            </a:r>
            <a:endParaRPr lang="en-US" sz="1500" dirty="0"/>
          </a:p>
        </p:txBody>
      </p:sp>
      <p:sp>
        <p:nvSpPr>
          <p:cNvPr id="64" name="Shape 61"/>
          <p:cNvSpPr/>
          <p:nvPr/>
        </p:nvSpPr>
        <p:spPr>
          <a:xfrm>
            <a:off x="12899441" y="4334256"/>
            <a:ext cx="1097280" cy="566928"/>
          </a:xfrm>
          <a:prstGeom prst="roundRect">
            <a:avLst>
              <a:gd name="adj" fmla="val 19355"/>
            </a:avLst>
          </a:prstGeom>
          <a:solidFill>
            <a:srgbClr val="EEF3FA"/>
          </a:solidFill>
          <a:ln w="19050">
            <a:solidFill>
              <a:srgbClr val="1E2A5C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12899441" y="4334256"/>
            <a:ext cx="1097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C은행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</a:t>
            </a:r>
            <a:endParaRPr lang="en-US" sz="1500" dirty="0"/>
          </a:p>
        </p:txBody>
      </p:sp>
      <p:sp>
        <p:nvSpPr>
          <p:cNvPr id="66" name="Shape 63"/>
          <p:cNvSpPr/>
          <p:nvPr/>
        </p:nvSpPr>
        <p:spPr>
          <a:xfrm>
            <a:off x="9909353" y="4617720"/>
            <a:ext cx="905256" cy="0"/>
          </a:xfrm>
          <a:prstGeom prst="line">
            <a:avLst/>
          </a:prstGeom>
          <a:noFill/>
          <a:ln w="2540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67" name="Shape 64"/>
          <p:cNvSpPr/>
          <p:nvPr/>
        </p:nvSpPr>
        <p:spPr>
          <a:xfrm>
            <a:off x="11966753" y="4617720"/>
            <a:ext cx="905256" cy="0"/>
          </a:xfrm>
          <a:prstGeom prst="line">
            <a:avLst/>
          </a:prstGeom>
          <a:noFill/>
          <a:ln w="2540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68" name="Text 65"/>
          <p:cNvSpPr txBox="1"/>
          <p:nvPr/>
        </p:nvSpPr>
        <p:spPr>
          <a:xfrm>
            <a:off x="9447581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LAUNCHED</a:t>
            </a:r>
            <a:endParaRPr lang="en-US" sz="1400" dirty="0"/>
          </a:p>
        </p:txBody>
      </p:sp>
      <p:sp>
        <p:nvSpPr>
          <p:cNvPr id="69" name="Text 66"/>
          <p:cNvSpPr txBox="1"/>
          <p:nvPr/>
        </p:nvSpPr>
        <p:spPr>
          <a:xfrm>
            <a:off x="11504981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PARTNERED_WITH</a:t>
            </a:r>
            <a:endParaRPr lang="en-US" sz="1400" dirty="0"/>
          </a:p>
        </p:txBody>
      </p:sp>
      <p:sp>
        <p:nvSpPr>
          <p:cNvPr id="70" name="Shape 67"/>
          <p:cNvSpPr/>
          <p:nvPr/>
        </p:nvSpPr>
        <p:spPr>
          <a:xfrm>
            <a:off x="8784641" y="5084064"/>
            <a:ext cx="109728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9050">
            <a:solidFill>
              <a:srgbClr val="7C8598"/>
            </a:solidFill>
            <a:prstDash val="dash"/>
          </a:ln>
        </p:spPr>
      </p:sp>
      <p:sp>
        <p:nvSpPr>
          <p:cNvPr id="71" name="Text 68"/>
          <p:cNvSpPr txBox="1"/>
          <p:nvPr/>
        </p:nvSpPr>
        <p:spPr>
          <a:xfrm>
            <a:off x="8784641" y="5084064"/>
            <a:ext cx="1097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Year</a:t>
            </a:r>
            <a:endParaRPr lang="en-US" sz="1500" dirty="0"/>
          </a:p>
        </p:txBody>
      </p:sp>
      <p:sp>
        <p:nvSpPr>
          <p:cNvPr id="72" name="Shape 69"/>
          <p:cNvSpPr/>
          <p:nvPr/>
        </p:nvSpPr>
        <p:spPr>
          <a:xfrm>
            <a:off x="8967521" y="4919472"/>
            <a:ext cx="0" cy="146304"/>
          </a:xfrm>
          <a:prstGeom prst="line">
            <a:avLst/>
          </a:prstGeom>
          <a:noFill/>
          <a:ln w="19050">
            <a:solidFill>
              <a:srgbClr val="7C8598"/>
            </a:solidFill>
            <a:prstDash val="dash"/>
            <a:tailEnd type="triangle"/>
          </a:ln>
        </p:spPr>
      </p:sp>
      <p:sp>
        <p:nvSpPr>
          <p:cNvPr id="73" name="Text 70"/>
          <p:cNvSpPr txBox="1"/>
          <p:nvPr/>
        </p:nvSpPr>
        <p:spPr>
          <a:xfrm>
            <a:off x="9973361" y="5038344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 RELEASED_IN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Year는 목록 밖 → 버림</a:t>
            </a:r>
            <a:endParaRPr lang="en-US" sz="1400" dirty="0"/>
          </a:p>
        </p:txBody>
      </p:sp>
      <p:sp>
        <p:nvSpPr>
          <p:cNvPr id="74" name="Text 71"/>
          <p:cNvSpPr txBox="1"/>
          <p:nvPr/>
        </p:nvSpPr>
        <p:spPr>
          <a:xfrm>
            <a:off x="12487961" y="5038344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'이 카드' →</a:t>
            </a:r>
            <a:endParaRPr lang="en-US" sz="1400" dirty="0"/>
          </a:p>
          <a:p>
            <a:pPr algn="r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B카드로 맞춤</a:t>
            </a:r>
            <a:endParaRPr lang="en-US" sz="1400" dirty="0"/>
          </a:p>
        </p:txBody>
      </p:sp>
      <p:sp>
        <p:nvSpPr>
          <p:cNvPr id="75" name="Shape 72"/>
          <p:cNvSpPr/>
          <p:nvPr/>
        </p:nvSpPr>
        <p:spPr>
          <a:xfrm>
            <a:off x="3728009" y="4636008"/>
            <a:ext cx="192024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76" name="Shape 73"/>
          <p:cNvSpPr/>
          <p:nvPr/>
        </p:nvSpPr>
        <p:spPr>
          <a:xfrm>
            <a:off x="8437169" y="4636008"/>
            <a:ext cx="192024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77" name="Shape 74"/>
          <p:cNvSpPr/>
          <p:nvPr/>
        </p:nvSpPr>
        <p:spPr>
          <a:xfrm>
            <a:off x="509321" y="5943600"/>
            <a:ext cx="3303270" cy="1325880"/>
          </a:xfrm>
          <a:prstGeom prst="roundRect">
            <a:avLst>
              <a:gd name="adj" fmla="val 5517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619049" y="605332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619049" y="6053328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600" dirty="0"/>
          </a:p>
        </p:txBody>
      </p:sp>
      <p:sp>
        <p:nvSpPr>
          <p:cNvPr id="80" name="Text 77"/>
          <p:cNvSpPr txBox="1"/>
          <p:nvPr/>
        </p:nvSpPr>
        <p:spPr>
          <a:xfrm>
            <a:off x="1039673" y="6035040"/>
            <a:ext cx="26997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목록은 안내, 강제는 필터</a:t>
            </a:r>
            <a:endParaRPr lang="en-US" sz="1600" dirty="0"/>
          </a:p>
        </p:txBody>
      </p:sp>
      <p:sp>
        <p:nvSpPr>
          <p:cNvPr id="81" name="Text 78"/>
          <p:cNvSpPr txBox="1"/>
          <p:nvPr/>
        </p:nvSpPr>
        <p:spPr>
          <a:xfrm>
            <a:off x="646481" y="6473952"/>
            <a:ext cx="307467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 목록은 프롬프트로 알려 줄 뿐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(답을 강제하는 건 OpenAI 모델만)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뒤에서 strict_mode가 거름</a:t>
            </a:r>
            <a:endParaRPr lang="en-US" sz="1400" dirty="0"/>
          </a:p>
        </p:txBody>
      </p:sp>
      <p:sp>
        <p:nvSpPr>
          <p:cNvPr id="82" name="Shape 79"/>
          <p:cNvSpPr/>
          <p:nvPr/>
        </p:nvSpPr>
        <p:spPr>
          <a:xfrm>
            <a:off x="3949751" y="5943600"/>
            <a:ext cx="3303270" cy="1325880"/>
          </a:xfrm>
          <a:prstGeom prst="roundRect">
            <a:avLst>
              <a:gd name="adj" fmla="val 5517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4059479" y="605332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</p:sp>
      <p:sp>
        <p:nvSpPr>
          <p:cNvPr id="84" name="Text 81"/>
          <p:cNvSpPr txBox="1"/>
          <p:nvPr/>
        </p:nvSpPr>
        <p:spPr>
          <a:xfrm>
            <a:off x="4059479" y="6053328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600" dirty="0"/>
          </a:p>
        </p:txBody>
      </p:sp>
      <p:sp>
        <p:nvSpPr>
          <p:cNvPr id="85" name="Text 82"/>
          <p:cNvSpPr txBox="1"/>
          <p:nvPr/>
        </p:nvSpPr>
        <p:spPr>
          <a:xfrm>
            <a:off x="4480103" y="6035040"/>
            <a:ext cx="26997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속성은 도구 호출 모델만</a:t>
            </a:r>
            <a:endParaRPr lang="en-US" sz="1600" dirty="0"/>
          </a:p>
        </p:txBody>
      </p:sp>
      <p:sp>
        <p:nvSpPr>
          <p:cNvPr id="86" name="Text 83"/>
          <p:cNvSpPr txBox="1"/>
          <p:nvPr/>
        </p:nvSpPr>
        <p:spPr>
          <a:xfrm>
            <a:off x="4086911" y="6473952"/>
            <a:ext cx="307467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node_properties ·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relationship_properties는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호출 못 하는 모델에서 오류</a:t>
            </a:r>
            <a:endParaRPr lang="en-US" sz="1400" dirty="0"/>
          </a:p>
        </p:txBody>
      </p:sp>
      <p:sp>
        <p:nvSpPr>
          <p:cNvPr id="87" name="Shape 84"/>
          <p:cNvSpPr/>
          <p:nvPr/>
        </p:nvSpPr>
        <p:spPr>
          <a:xfrm>
            <a:off x="7390181" y="5943600"/>
            <a:ext cx="3303270" cy="1325880"/>
          </a:xfrm>
          <a:prstGeom prst="roundRect">
            <a:avLst>
              <a:gd name="adj" fmla="val 5517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7499909" y="605332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</p:sp>
      <p:sp>
        <p:nvSpPr>
          <p:cNvPr id="89" name="Text 86"/>
          <p:cNvSpPr txBox="1"/>
          <p:nvPr/>
        </p:nvSpPr>
        <p:spPr>
          <a:xfrm>
            <a:off x="7499909" y="6053328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600" dirty="0"/>
          </a:p>
        </p:txBody>
      </p:sp>
      <p:sp>
        <p:nvSpPr>
          <p:cNvPr id="90" name="Text 87"/>
          <p:cNvSpPr txBox="1"/>
          <p:nvPr/>
        </p:nvSpPr>
        <p:spPr>
          <a:xfrm>
            <a:off x="7920533" y="6035040"/>
            <a:ext cx="26997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 수 = LLM 호출 수</a:t>
            </a:r>
            <a:endParaRPr lang="en-US" sz="1600" dirty="0"/>
          </a:p>
        </p:txBody>
      </p:sp>
      <p:sp>
        <p:nvSpPr>
          <p:cNvPr id="91" name="Text 88"/>
          <p:cNvSpPr txBox="1"/>
          <p:nvPr/>
        </p:nvSpPr>
        <p:spPr>
          <a:xfrm>
            <a:off x="7527341" y="6473952"/>
            <a:ext cx="307467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aconvert_to_graph_documents로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동시 호출 가능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호출 한도(속도 제한) 주의</a:t>
            </a:r>
            <a:endParaRPr lang="en-US" sz="1400" dirty="0"/>
          </a:p>
        </p:txBody>
      </p:sp>
      <p:sp>
        <p:nvSpPr>
          <p:cNvPr id="92" name="Shape 89"/>
          <p:cNvSpPr/>
          <p:nvPr/>
        </p:nvSpPr>
        <p:spPr>
          <a:xfrm>
            <a:off x="10830611" y="5943600"/>
            <a:ext cx="3303270" cy="1325880"/>
          </a:xfrm>
          <a:prstGeom prst="roundRect">
            <a:avLst>
              <a:gd name="adj" fmla="val 5517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10940339" y="605332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</p:sp>
      <p:sp>
        <p:nvSpPr>
          <p:cNvPr id="94" name="Text 91"/>
          <p:cNvSpPr txBox="1"/>
          <p:nvPr/>
        </p:nvSpPr>
        <p:spPr>
          <a:xfrm>
            <a:off x="10940339" y="6053328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600" dirty="0"/>
          </a:p>
        </p:txBody>
      </p:sp>
      <p:sp>
        <p:nvSpPr>
          <p:cNvPr id="95" name="Text 92"/>
          <p:cNvSpPr txBox="1"/>
          <p:nvPr/>
        </p:nvSpPr>
        <p:spPr>
          <a:xfrm>
            <a:off x="11360963" y="6035040"/>
            <a:ext cx="26997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청크끼리는 못 합침</a:t>
            </a:r>
            <a:endParaRPr lang="en-US" sz="1600" dirty="0"/>
          </a:p>
        </p:txBody>
      </p:sp>
      <p:sp>
        <p:nvSpPr>
          <p:cNvPr id="96" name="Text 93"/>
          <p:cNvSpPr txBox="1"/>
          <p:nvPr/>
        </p:nvSpPr>
        <p:spPr>
          <a:xfrm>
            <a:off x="10967771" y="6473952"/>
            <a:ext cx="307467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청크 안의 '이 카드'만 맞춰 줌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청크 사이 같은 대상은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 병합에서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2026-10-13T09:00:38Z</dcterms:created>
  <dcterms:modified xsi:type="dcterms:W3CDTF">2026-10-13T09:00:38Z</dcterms:modified>
</cp:coreProperties>
</file>