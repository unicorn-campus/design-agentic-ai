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7657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인덱싱을 세 워크플로우로 나눕니다. 오케스트레이터가 세대 ID를 발급하고 공통 단계를 돌려 청킹 결과를 하나 만듭니다. 두 갈래는 이 같은 청킹 결과를 받아 병렬로 각자의 새 세대를 만들고, 다 만들면 준비 보고만 돌려줍니다. 두 갈래는 별칭이나 Neo4j 활성 세대를 바꾸지 않습니다. 바꾸는 일은 오케스트레이터만 합니다.
오케스트레이터는 두 보고의 chunk_id 목록이 같은지 확인한 뒤, 검색이 보는 이름표 하나만 바꿉니다. 한 갈래라도 실패하면 게시하지 않으므로 사용자는 계속 옛 세대를 봅니다. 성공한 쪽의 결과는 남겨 두고 실패한 쪽만 다시 돌리면 됩니다.
세 워크플로우 모두 순서가 정해진 처리라 에이전트가 필요 없고, 처음에는 한 프로세스 안의 부모 그래프와 하위 그래프로 시작해도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인덱싱 워크플로우 구성안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두 갈래는 만들기만 하고, 세대 전환(게시)은 오케스트레이터만 함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136245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22225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646481" y="1773936"/>
            <a:ext cx="38404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오케스트레이터 워크플로우 (부모)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92201" y="2240280"/>
            <a:ext cx="2194560" cy="621792"/>
          </a:xfrm>
          <a:prstGeom prst="roundRect">
            <a:avLst>
              <a:gd name="adj" fmla="val 11765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692201" y="2240280"/>
            <a:ext cx="219456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세대 ID 발급</a:t>
            </a:r>
            <a:endParaRPr lang="en-US" sz="15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gen-X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92201" y="3044952"/>
            <a:ext cx="2194560" cy="749808"/>
          </a:xfrm>
          <a:prstGeom prst="roundRect">
            <a:avLst>
              <a:gd name="adj" fmla="val 975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692201" y="3044952"/>
            <a:ext cx="21945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공통 단계</a:t>
            </a:r>
            <a:endParaRPr lang="en-US" sz="15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로드, 정제와 가명처리, 청킹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92201" y="3977640"/>
            <a:ext cx="2194560" cy="749808"/>
          </a:xfrm>
          <a:prstGeom prst="roundRect">
            <a:avLst>
              <a:gd name="adj" fmla="val 9756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692201" y="3977640"/>
            <a:ext cx="21945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prepared-chunks.json</a:t>
            </a:r>
            <a:endParaRPr lang="en-US" sz="14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 결과 + 해시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789481" y="2871216"/>
            <a:ext cx="0" cy="164592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789481" y="3803904"/>
            <a:ext cx="0" cy="164592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4590288" y="1773936"/>
            <a:ext cx="36576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두 갈래를 병렬로 호출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127248" y="2212848"/>
            <a:ext cx="6675120" cy="1188720"/>
          </a:xfrm>
          <a:prstGeom prst="roundRect">
            <a:avLst>
              <a:gd name="adj" fmla="val 6154"/>
            </a:avLst>
          </a:prstGeom>
          <a:solidFill>
            <a:srgbClr val="F5F8FC"/>
          </a:solidFill>
          <a:ln w="15875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3236976" y="2249424"/>
            <a:ext cx="38404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구축 워크플로우 (하위)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967728" y="2249424"/>
            <a:ext cx="2724912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 활성 세대는 안 바꿈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264408" y="2624328"/>
            <a:ext cx="97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3264408" y="2624328"/>
            <a:ext cx="9753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추출 단위</a:t>
            </a:r>
            <a:endParaRPr lang="en-US" sz="14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나누기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239768" y="2967228"/>
            <a:ext cx="109728" cy="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4349496" y="2624328"/>
            <a:ext cx="97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4349496" y="2624328"/>
            <a:ext cx="9753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엔티티와</a:t>
            </a:r>
            <a:endParaRPr lang="en-US" sz="14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추출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324856" y="2967228"/>
            <a:ext cx="109728" cy="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5434584" y="2624328"/>
            <a:ext cx="97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5434584" y="2624328"/>
            <a:ext cx="9753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가지치기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09944" y="2967228"/>
            <a:ext cx="109728" cy="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6519672" y="2624328"/>
            <a:ext cx="97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6519672" y="2624328"/>
            <a:ext cx="9753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 저장</a:t>
            </a:r>
            <a:endParaRPr lang="en-US" sz="14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gen-X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495032" y="2967228"/>
            <a:ext cx="109728" cy="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7604760" y="2624328"/>
            <a:ext cx="97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7604760" y="2624328"/>
            <a:ext cx="9753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병합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580120" y="2967228"/>
            <a:ext cx="109728" cy="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8689848" y="2624328"/>
            <a:ext cx="97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8689848" y="2624328"/>
            <a:ext cx="9753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설명</a:t>
            </a:r>
            <a:endParaRPr lang="en-US" sz="14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임베딩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 flipV="1">
            <a:off x="2914193" y="2807208"/>
            <a:ext cx="185623" cy="1545336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4"/>
          <p:cNvSpPr/>
          <p:nvPr/>
        </p:nvSpPr>
        <p:spPr>
          <a:xfrm>
            <a:off x="3127248" y="3547872"/>
            <a:ext cx="6675120" cy="1188720"/>
          </a:xfrm>
          <a:prstGeom prst="roundRect">
            <a:avLst>
              <a:gd name="adj" fmla="val 6154"/>
            </a:avLst>
          </a:prstGeom>
          <a:solidFill>
            <a:srgbClr val="F5F8FC"/>
          </a:solidFill>
          <a:ln w="15875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3236976" y="3584448"/>
            <a:ext cx="38404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인덱싱 워크플로우 (하위)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6967728" y="3584448"/>
            <a:ext cx="2724912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별칭은 안 옮김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3264408" y="3959352"/>
            <a:ext cx="206044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3264408" y="3959352"/>
            <a:ext cx="2060448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임베딩</a:t>
            </a:r>
            <a:endParaRPr lang="en-US" sz="14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바뀐 것만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5324856" y="4302252"/>
            <a:ext cx="109728" cy="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5434584" y="3959352"/>
            <a:ext cx="206044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5434584" y="3959352"/>
            <a:ext cx="2060448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키워드 분석</a:t>
            </a:r>
            <a:endParaRPr lang="en-US" sz="14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사전과 별칭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7495032" y="4302252"/>
            <a:ext cx="109728" cy="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7604760" y="3959352"/>
            <a:ext cx="206044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 txBox="1"/>
          <p:nvPr/>
        </p:nvSpPr>
        <p:spPr>
          <a:xfrm>
            <a:off x="7604760" y="3959352"/>
            <a:ext cx="2060448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검색 엔진에 쓰기</a:t>
            </a:r>
            <a:endParaRPr lang="en-US" sz="14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card_chunks-gen-X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 flipV="1">
            <a:off x="2914193" y="4142232"/>
            <a:ext cx="185623" cy="210312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6"/>
          <p:cNvSpPr/>
          <p:nvPr/>
        </p:nvSpPr>
        <p:spPr>
          <a:xfrm>
            <a:off x="9985248" y="2395728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 txBox="1"/>
          <p:nvPr/>
        </p:nvSpPr>
        <p:spPr>
          <a:xfrm>
            <a:off x="9985248" y="2395728"/>
            <a:ext cx="1371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 보고</a:t>
            </a:r>
            <a:endParaRPr lang="en-US" sz="14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chunk_id 목록과 건수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9820656" y="2807208"/>
            <a:ext cx="146304" cy="0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9"/>
          <p:cNvSpPr/>
          <p:nvPr/>
        </p:nvSpPr>
        <p:spPr>
          <a:xfrm flipV="1">
            <a:off x="11375136" y="2606040"/>
            <a:ext cx="192024" cy="201168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0"/>
          <p:cNvSpPr/>
          <p:nvPr/>
        </p:nvSpPr>
        <p:spPr>
          <a:xfrm>
            <a:off x="9985248" y="3730752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 txBox="1"/>
          <p:nvPr/>
        </p:nvSpPr>
        <p:spPr>
          <a:xfrm>
            <a:off x="9985248" y="3730752"/>
            <a:ext cx="1371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 보고</a:t>
            </a:r>
            <a:endParaRPr lang="en-US" sz="14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chunk_id 목록과 건수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9820656" y="4142232"/>
            <a:ext cx="146304" cy="0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3"/>
          <p:cNvSpPr/>
          <p:nvPr/>
        </p:nvSpPr>
        <p:spPr>
          <a:xfrm flipV="1">
            <a:off x="11375136" y="2606040"/>
            <a:ext cx="192024" cy="1536192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4"/>
          <p:cNvSpPr/>
          <p:nvPr/>
        </p:nvSpPr>
        <p:spPr>
          <a:xfrm>
            <a:off x="11585448" y="2240280"/>
            <a:ext cx="2365553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 txBox="1"/>
          <p:nvPr/>
        </p:nvSpPr>
        <p:spPr>
          <a:xfrm>
            <a:off x="11585448" y="2240280"/>
            <a:ext cx="2365553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검증</a:t>
            </a:r>
            <a:endParaRPr lang="en-US" sz="15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보고의 chunk_id 목록 비교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11585448" y="3154680"/>
            <a:ext cx="2365553" cy="731520"/>
          </a:xfrm>
          <a:prstGeom prst="roundRect">
            <a:avLst>
              <a:gd name="adj" fmla="val 10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 txBox="1"/>
          <p:nvPr/>
        </p:nvSpPr>
        <p:spPr>
          <a:xfrm>
            <a:off x="11585448" y="3154680"/>
            <a:ext cx="2365553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게시</a:t>
            </a:r>
            <a:endParaRPr lang="en-US" sz="15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이름표 하나 교체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11585448" y="4069080"/>
            <a:ext cx="2365553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 txBox="1"/>
          <p:nvPr/>
        </p:nvSpPr>
        <p:spPr>
          <a:xfrm>
            <a:off x="11585448" y="4069080"/>
            <a:ext cx="2365553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되돌리기</a:t>
            </a:r>
            <a:endParaRPr lang="en-US" sz="15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옛 세대 정리</a:t>
            </a:r>
            <a:endParaRPr lang="en-US" sz="1500" dirty="0"/>
          </a:p>
        </p:txBody>
      </p:sp>
      <p:sp>
        <p:nvSpPr>
          <p:cNvPr id="63" name="Shape 60"/>
          <p:cNvSpPr/>
          <p:nvPr/>
        </p:nvSpPr>
        <p:spPr>
          <a:xfrm>
            <a:off x="12768224" y="2980944"/>
            <a:ext cx="0" cy="164592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1"/>
          <p:cNvSpPr/>
          <p:nvPr/>
        </p:nvSpPr>
        <p:spPr>
          <a:xfrm>
            <a:off x="12768224" y="3895344"/>
            <a:ext cx="0" cy="164592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2"/>
          <p:cNvSpPr/>
          <p:nvPr/>
        </p:nvSpPr>
        <p:spPr>
          <a:xfrm>
            <a:off x="509321" y="5074920"/>
            <a:ext cx="3268980" cy="128016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3"/>
          <p:cNvSpPr/>
          <p:nvPr/>
        </p:nvSpPr>
        <p:spPr>
          <a:xfrm>
            <a:off x="646481" y="521208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646481" y="521208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68" name="Text 65"/>
          <p:cNvSpPr txBox="1"/>
          <p:nvPr/>
        </p:nvSpPr>
        <p:spPr>
          <a:xfrm>
            <a:off x="1076249" y="5184648"/>
            <a:ext cx="25831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ko-KR" alt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서브 워크플로우는</a:t>
            </a: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인덱스 구축만 함</a:t>
            </a:r>
            <a:endParaRPr lang="en-US" sz="1600" dirty="0"/>
          </a:p>
        </p:txBody>
      </p:sp>
      <p:sp>
        <p:nvSpPr>
          <p:cNvPr id="69" name="Text 66"/>
          <p:cNvSpPr txBox="1"/>
          <p:nvPr/>
        </p:nvSpPr>
        <p:spPr>
          <a:xfrm>
            <a:off x="646481" y="5641848"/>
            <a:ext cx="299466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별칭과</a:t>
            </a: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Neo4j 활성 세대를 바꾸지 않음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3961181" y="5074920"/>
            <a:ext cx="3268980" cy="128016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8"/>
          <p:cNvSpPr/>
          <p:nvPr/>
        </p:nvSpPr>
        <p:spPr>
          <a:xfrm>
            <a:off x="4098341" y="521208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 txBox="1"/>
          <p:nvPr/>
        </p:nvSpPr>
        <p:spPr>
          <a:xfrm>
            <a:off x="4098341" y="521208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73" name="Text 70"/>
          <p:cNvSpPr txBox="1"/>
          <p:nvPr/>
        </p:nvSpPr>
        <p:spPr>
          <a:xfrm>
            <a:off x="4528109" y="5184648"/>
            <a:ext cx="25831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이름표는 하나</a:t>
            </a:r>
            <a:endParaRPr lang="en-US" sz="1600" dirty="0"/>
          </a:p>
        </p:txBody>
      </p:sp>
      <p:sp>
        <p:nvSpPr>
          <p:cNvPr id="74" name="Text 71"/>
          <p:cNvSpPr txBox="1"/>
          <p:nvPr/>
        </p:nvSpPr>
        <p:spPr>
          <a:xfrm>
            <a:off x="4098341" y="5641848"/>
            <a:ext cx="299466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검색기는 요청마다 이름표를 한 번 읽고 같은 세대로 두 곳을 조회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7413041" y="5074920"/>
            <a:ext cx="3268980" cy="128016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3"/>
          <p:cNvSpPr/>
          <p:nvPr/>
        </p:nvSpPr>
        <p:spPr>
          <a:xfrm>
            <a:off x="7550201" y="521208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4"/>
          <p:cNvSpPr txBox="1"/>
          <p:nvPr/>
        </p:nvSpPr>
        <p:spPr>
          <a:xfrm>
            <a:off x="7550201" y="521208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78" name="Text 75"/>
          <p:cNvSpPr txBox="1"/>
          <p:nvPr/>
        </p:nvSpPr>
        <p:spPr>
          <a:xfrm>
            <a:off x="7979969" y="5184648"/>
            <a:ext cx="25831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실패하면 게시 안 함</a:t>
            </a:r>
            <a:endParaRPr lang="en-US" sz="1600" dirty="0"/>
          </a:p>
        </p:txBody>
      </p:sp>
      <p:sp>
        <p:nvSpPr>
          <p:cNvPr id="79" name="Text 76"/>
          <p:cNvSpPr txBox="1"/>
          <p:nvPr/>
        </p:nvSpPr>
        <p:spPr>
          <a:xfrm>
            <a:off x="7550201" y="5641848"/>
            <a:ext cx="299466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세대는 그대로. 성공한 갈래 결과는 남겨 재시도 때 재사용</a:t>
            </a:r>
            <a:endParaRPr lang="en-US" sz="1400" dirty="0"/>
          </a:p>
        </p:txBody>
      </p:sp>
      <p:sp>
        <p:nvSpPr>
          <p:cNvPr id="80" name="Shape 77"/>
          <p:cNvSpPr/>
          <p:nvPr/>
        </p:nvSpPr>
        <p:spPr>
          <a:xfrm>
            <a:off x="10864901" y="5074920"/>
            <a:ext cx="3268980" cy="128016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8"/>
          <p:cNvSpPr/>
          <p:nvPr/>
        </p:nvSpPr>
        <p:spPr>
          <a:xfrm>
            <a:off x="11002061" y="521208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Text 79"/>
          <p:cNvSpPr txBox="1"/>
          <p:nvPr/>
        </p:nvSpPr>
        <p:spPr>
          <a:xfrm>
            <a:off x="11002061" y="521208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83" name="Text 80"/>
          <p:cNvSpPr txBox="1"/>
          <p:nvPr/>
        </p:nvSpPr>
        <p:spPr>
          <a:xfrm>
            <a:off x="11431829" y="5184648"/>
            <a:ext cx="25831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증분 색인 순서</a:t>
            </a:r>
            <a:endParaRPr lang="en-US" sz="1600" dirty="0"/>
          </a:p>
        </p:txBody>
      </p:sp>
      <p:sp>
        <p:nvSpPr>
          <p:cNvPr id="84" name="Text 81"/>
          <p:cNvSpPr txBox="1"/>
          <p:nvPr/>
        </p:nvSpPr>
        <p:spPr>
          <a:xfrm>
            <a:off x="11002061" y="5641848"/>
            <a:ext cx="299466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KG를 먼저, 검색 인덱스를 나중에 씀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509321" y="6510528"/>
            <a:ext cx="64008" cy="731520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3"/>
          <p:cNvSpPr txBox="1"/>
          <p:nvPr/>
        </p:nvSpPr>
        <p:spPr>
          <a:xfrm>
            <a:off x="673913" y="6510528"/>
            <a:ext cx="13459968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에이전트가 아닌 워크플로우임(LLM은 KG 추출의 도구로만 씀). 처음에는 부모 그래프 하나와 하위 그래프 둘로 시작하고, 실행 시간 차이가 커지면 갈래를 별도 작업으로 분리</a:t>
            </a:r>
            <a:endParaRPr lang="en-US" sz="15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327</Words>
  <Application>Microsoft Office PowerPoint</Application>
  <PresentationFormat>사용자 지정</PresentationFormat>
  <Paragraphs>56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Pretendard</vt:lpstr>
      <vt:lpstr>Pretendard SemiBold</vt:lpstr>
      <vt:lpstr>Office Theme</vt:lpstr>
      <vt:lpstr>인덱싱 워크플로우 구성안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해경 이</cp:lastModifiedBy>
  <cp:revision>2</cp:revision>
  <dcterms:created xsi:type="dcterms:W3CDTF">2026-10-19T08:14:08Z</dcterms:created>
  <dcterms:modified xsi:type="dcterms:W3CDTF">2026-10-19T08:17:09Z</dcterms:modified>
</cp:coreProperties>
</file>