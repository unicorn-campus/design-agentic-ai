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9905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검색은 실제 인덱스 이름을 모르고 card_chunks라는 별칭에만 질의합니다. 전체 재색인 때는 새 세대 인덱스를 따로 다 채우고, refresh 뒤 건수가 기대와 같은지 확인합니다. 건수가 다르면 덜 만들어진 세대이므로 전환하지 않습니다.
확인이 끝나면 별칭을 새 세대로 옮기는데, 이때 옛 세대에서 빼는 일과 새 세대에 붙이는 일을 update_aliases 한 요청에 함께 넣습니다. 두 번에 나눠 부르면 그 사이에 별칭이 아무것도 가리키지 않아 검색 결과가 비는 순간이 생깁니다.
옛 세대 인덱스는 지우지 않고 남겨 두므로, 문제가 생기면 같은 함수에 옛 인덱스를 넘겨 바로 되돌릴 수 있습니다. 그래프 쪽 Neo4j 세대도 같은 순간에 맞춰 바꿔야 검색 결과의 chunk_id가 그래프에서 끊기지 않습니다. 예제는 검색 엔진 쪽만 구현했습니다.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갈래 ④ 별칭 전환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 세대 인덱스를 다 채우고 건수를 확인한 뒤, 검색이 보는 이름표(별칭)만 한 번에 옮김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4267200" cy="384048"/>
          </a:xfrm>
          <a:prstGeom prst="roundRect">
            <a:avLst>
              <a:gd name="adj" fmla="val 14286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37360"/>
            <a:ext cx="4267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전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9321" y="2194560"/>
            <a:ext cx="42672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591361" y="2331720"/>
            <a:ext cx="2103120" cy="365760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591361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별칭 card_chunks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92201" y="3108960"/>
            <a:ext cx="1859280" cy="749808"/>
          </a:xfrm>
          <a:prstGeom prst="roundRect">
            <a:avLst>
              <a:gd name="adj" fmla="val 975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92201" y="3108960"/>
            <a:ext cx="185928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1세대 인덱스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중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734361" y="3108960"/>
            <a:ext cx="185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7C859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2734361" y="3108960"/>
            <a:ext cx="185928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2세대 인덱스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채우는 중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 flipH="1">
            <a:off x="1621841" y="2715768"/>
            <a:ext cx="1021080" cy="36576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831385" y="3063240"/>
            <a:ext cx="301752" cy="0"/>
          </a:xfrm>
          <a:prstGeom prst="line">
            <a:avLst/>
          </a:prstGeom>
          <a:noFill/>
          <a:ln w="2540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188001" y="1737360"/>
            <a:ext cx="4267200" cy="384048"/>
          </a:xfrm>
          <a:prstGeom prst="roundRect">
            <a:avLst>
              <a:gd name="adj" fmla="val 14286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188001" y="1737360"/>
            <a:ext cx="4267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건수 확인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188001" y="2194560"/>
            <a:ext cx="42672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370881" y="2331720"/>
            <a:ext cx="2103120" cy="365760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5370881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별칭 card_chunks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565441" y="2258568"/>
            <a:ext cx="17983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refresh 뒤 건수 확인.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다르면 전환 중단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370881" y="3108960"/>
            <a:ext cx="1859280" cy="749808"/>
          </a:xfrm>
          <a:prstGeom prst="roundRect">
            <a:avLst>
              <a:gd name="adj" fmla="val 975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5370881" y="3108960"/>
            <a:ext cx="185928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1세대 인덱스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중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413041" y="3108960"/>
            <a:ext cx="1859280" cy="749808"/>
          </a:xfrm>
          <a:prstGeom prst="roundRect">
            <a:avLst>
              <a:gd name="adj" fmla="val 9756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7413041" y="3108960"/>
            <a:ext cx="185928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2세대 인덱스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ko-KR" alt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색인된 </a:t>
            </a:r>
            <a:r>
              <a:rPr lang="ko-KR" altLang="en-US" sz="1400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</a:t>
            </a: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</a:t>
            </a: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</a:t>
            </a:r>
            <a:b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ko-KR" alt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색인 대상 </a:t>
            </a:r>
            <a:r>
              <a:rPr lang="ko-KR" altLang="en-US" sz="1400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</a:t>
            </a:r>
            <a:r>
              <a:rPr lang="ko-KR" alt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 flipH="1">
            <a:off x="6300521" y="2715768"/>
            <a:ext cx="121920" cy="36576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9510065" y="3063240"/>
            <a:ext cx="301752" cy="0"/>
          </a:xfrm>
          <a:prstGeom prst="line">
            <a:avLst/>
          </a:prstGeom>
          <a:noFill/>
          <a:ln w="2540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9866681" y="1737360"/>
            <a:ext cx="426720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9866681" y="1737360"/>
            <a:ext cx="4267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후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9866681" y="2194560"/>
            <a:ext cx="42672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10948721" y="2331720"/>
            <a:ext cx="2103120" cy="365760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10948721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별칭 card_chunks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0049561" y="3108960"/>
            <a:ext cx="185928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10049561" y="3108960"/>
            <a:ext cx="185928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1세대 인덱스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남겨 둠 (되돌리기용)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12091721" y="3108960"/>
            <a:ext cx="1859280" cy="749808"/>
          </a:xfrm>
          <a:prstGeom prst="roundRect">
            <a:avLst>
              <a:gd name="adj" fmla="val 975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12091721" y="3108960"/>
            <a:ext cx="185928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2세대 인덱스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중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2000281" y="2715768"/>
            <a:ext cx="1021080" cy="36576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509321" y="416052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509321" y="4160520"/>
            <a:ext cx="21945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번 나눠 부르면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7458761" y="4160520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7458761" y="4160520"/>
            <a:ext cx="26517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update_aliases 한 요청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509321" y="4599432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 txBox="1"/>
          <p:nvPr/>
        </p:nvSpPr>
        <p:spPr>
          <a:xfrm>
            <a:off x="509321" y="4599432"/>
            <a:ext cx="20116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remove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1세대에서 뺌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2557577" y="4988052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2"/>
          <p:cNvSpPr/>
          <p:nvPr/>
        </p:nvSpPr>
        <p:spPr>
          <a:xfrm>
            <a:off x="2841041" y="4599432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2841041" y="4599432"/>
            <a:ext cx="20116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별칭이 비어 있음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사이 검색 0건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4889297" y="4988052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5172761" y="4599432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5172761" y="4599432"/>
            <a:ext cx="20116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2세대에 붙임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7458761" y="4599432"/>
            <a:ext cx="3871570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 txBox="1"/>
          <p:nvPr/>
        </p:nvSpPr>
        <p:spPr>
          <a:xfrm>
            <a:off x="7458761" y="4599432"/>
            <a:ext cx="387157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remove 1세대 + add 2세대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요청에 함께 넣음</a:t>
            </a:r>
            <a:endParaRPr lang="en-US" sz="1500" b="1" dirty="0">
              <a:solidFill>
                <a:srgbClr val="FF0000"/>
              </a:solidFill>
            </a:endParaRPr>
          </a:p>
        </p:txBody>
      </p:sp>
      <p:sp>
        <p:nvSpPr>
          <p:cNvPr id="52" name="Shape 49"/>
          <p:cNvSpPr/>
          <p:nvPr/>
        </p:nvSpPr>
        <p:spPr>
          <a:xfrm>
            <a:off x="11366906" y="4988052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0"/>
          <p:cNvSpPr/>
          <p:nvPr/>
        </p:nvSpPr>
        <p:spPr>
          <a:xfrm>
            <a:off x="11650370" y="4599432"/>
            <a:ext cx="2483510" cy="777240"/>
          </a:xfrm>
          <a:prstGeom prst="roundRect">
            <a:avLst>
              <a:gd name="adj" fmla="val 9412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 txBox="1"/>
          <p:nvPr/>
        </p:nvSpPr>
        <p:spPr>
          <a:xfrm>
            <a:off x="11650370" y="4599432"/>
            <a:ext cx="248351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순간 없음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검색은 늘 한 세대를 봄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509321" y="5577840"/>
            <a:ext cx="7498080" cy="1691640"/>
          </a:xfrm>
          <a:prstGeom prst="roundRect">
            <a:avLst>
              <a:gd name="adj" fmla="val 324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 txBox="1"/>
          <p:nvPr/>
        </p:nvSpPr>
        <p:spPr>
          <a:xfrm>
            <a:off x="619049" y="5650992"/>
            <a:ext cx="727862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search_branch.py step4_switch_alias 발췌</a:t>
            </a:r>
            <a:endParaRPr lang="en-US" sz="1400" dirty="0"/>
          </a:p>
        </p:txBody>
      </p:sp>
      <p:sp>
        <p:nvSpPr>
          <p:cNvPr id="57" name="Text 54"/>
          <p:cNvSpPr txBox="1"/>
          <p:nvPr/>
        </p:nvSpPr>
        <p:spPr>
          <a:xfrm>
            <a:off x="619049" y="5980176"/>
            <a:ext cx="727862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previous = resolve_alias(client, alias)   # 지금 별칭이 가리키는 세대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= [{"remove": {"index": name, "alias": alias}}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for name in previous]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actions.append({"add": {"index": new_index, "alias": alias}})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client.indices.update_aliases(body={"actions": actions})  # 한 요청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58" name="Shape 55"/>
          <p:cNvSpPr/>
          <p:nvPr/>
        </p:nvSpPr>
        <p:spPr>
          <a:xfrm>
            <a:off x="8281721" y="5577840"/>
            <a:ext cx="5852160" cy="411480"/>
          </a:xfrm>
          <a:prstGeom prst="roundRect">
            <a:avLst>
              <a:gd name="adj" fmla="val 1777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8281721" y="5577840"/>
            <a:ext cx="58521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되돌리기: 같은 함수에 1세대 인덱스를 넘김</a:t>
            </a:r>
            <a:endParaRPr lang="en-US" sz="1500" dirty="0"/>
          </a:p>
        </p:txBody>
      </p:sp>
      <p:sp>
        <p:nvSpPr>
          <p:cNvPr id="60" name="Shape 57"/>
          <p:cNvSpPr/>
          <p:nvPr/>
        </p:nvSpPr>
        <p:spPr>
          <a:xfrm>
            <a:off x="8281721" y="6062472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 txBox="1"/>
          <p:nvPr/>
        </p:nvSpPr>
        <p:spPr>
          <a:xfrm>
            <a:off x="8281721" y="6062472"/>
            <a:ext cx="58521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시험: 전환 세 번 모두 통과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 → 1세대, 1세대 → 2세대, 2세대 → 1세대(</a:t>
            </a:r>
            <a:r>
              <a:rPr lang="en-US" sz="1400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되돌리기</a:t>
            </a: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8281721" y="6885432"/>
            <a:ext cx="64008" cy="384048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 txBox="1"/>
          <p:nvPr/>
        </p:nvSpPr>
        <p:spPr>
          <a:xfrm>
            <a:off x="8446313" y="6885432"/>
            <a:ext cx="5687568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그래프(Neo4j) 세대도 같은 순간에 바꿔야 함. 예제는 검색 엔진 쪽만 구현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390</Words>
  <Application>Microsoft Office PowerPoint</Application>
  <PresentationFormat>사용자 지정</PresentationFormat>
  <Paragraphs>47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Pretendard</vt:lpstr>
      <vt:lpstr>Pretendard SemiBold</vt:lpstr>
      <vt:lpstr>Office Theme</vt:lpstr>
      <vt:lpstr>검색 갈래 ④ 별칭 전환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3</cp:revision>
  <dcterms:created xsi:type="dcterms:W3CDTF">2026-10-19T07:54:20Z</dcterms:created>
  <dcterms:modified xsi:type="dcterms:W3CDTF">2026-10-19T08:01:23Z</dcterms:modified>
</cp:coreProperties>
</file>