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K7은 증분 색인에서만 부르는 정리 단계입니다. 문서가 바뀌면 K4가 그 문서의 청크 노드를 새로 만들어 넣습니다. 그래서 그래프에는 이번에 넣은 새 청크 노드와 지난 실행에서 넣은 옛 청크 노드가 함께 남아 있습니다. K7은 바뀌었거나 사라진 문서의 청크 노드 가운데 이번 실행이 만들지 않은 것, 즉 run_id가 다른 것만 지웁니다. 증분 색인은 바뀐 청크가 아니라 바뀐 문서를 단위로 다시 넣습니다. 그래서 내용이 그대로인 청크까지 그 문서의 청크는 모두 새로 들어가고, K7 전까지는 같은 chunk_id의 청크 노드가 잠시 두 벌이 됩니다. 이번 K4가 넣은 새 청크 노드를 지우지 않도록 run_id로 가릅니다.
청크 노드를 지우면 그 청크에만 이어져 있던 엔티티는 근거를 잃습니다. FROM_CHUNK가 하나도 남지 않은 엔티티를 고아 엔티티라고 부르고, 두 번째 질의로 지웁니다. 겹친 조항처럼 다른 청크에도 이어진 엔티티는 근거가 남아 있어 지우지 않습니다.
K7은 검색엔진 문서 교체, 즉 S3 다음에 합니다. 그래프에는 먼저 넣고 나중에 지우기 때문에, 바뀌는 동안에도 검색엔진이 돌려준 chunk_id의 청크 노드가 그래프에 늘 있습니다. 순서를 거꾸로 하면 검색엔진은 아직 옛 chunk_id를 돌려주는데 그래프에는 그 청크 노드가 없는 순간이 생깁니다.
v0 표본 증분 색인에서는 상담 1건의 본문을 고치고 혜택 청크 1개를 뺐습니다. K7은 옛 청크 노드 5개와 고아 엔티티 33개를 지웠고, 그 뒤 검증에서 검색엔진 청크 9개와 청크 노드 9개가 맞았습니다. 전체 재색인은 새 세대에 처음부터 쓰므로 지울 옛 청크가 없어 K7을 부르지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인덱싱: KG 구축 – K7. 청크 정리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증분 색인에서 바뀐 문서의 옛 청크 노드를 지우고, 근거 청크를 모두 잃은 고아 엔티티를 지움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바뀐 문서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9321" y="2212848"/>
            <a:ext cx="316611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9321" y="2212848"/>
            <a:ext cx="316611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색인이 찾은 문서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본문이 바뀐 문서, 빠진 문서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12007" y="2601468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99547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99547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옛 청크 노드 지우기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95471" y="2212848"/>
            <a:ext cx="316611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95471" y="2212848"/>
            <a:ext cx="316611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문서의 옛 청크 노드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K4가 넣지 않은 것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198157" y="2601468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8162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8162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고아 엔티티 지우기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81621" y="2212848"/>
            <a:ext cx="316611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81621" y="2212848"/>
            <a:ext cx="316611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FROM_CHUNK가 하나도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남지 않은 엔티티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684307" y="2601468"/>
            <a:ext cx="246888" cy="0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0967771" y="1737360"/>
            <a:ext cx="3166110" cy="384048"/>
          </a:xfrm>
          <a:prstGeom prst="roundRect">
            <a:avLst>
              <a:gd name="adj" fmla="val 11905"/>
            </a:avLst>
          </a:prstGeom>
          <a:solidFill>
            <a:srgbClr val="1E2A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67771" y="1737360"/>
            <a:ext cx="316611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결과 (v0 표본)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967771" y="2212848"/>
            <a:ext cx="316611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967771" y="2212848"/>
            <a:ext cx="316611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청크 노드 5개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고아 엔티티 33개 지움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09321" y="3172968"/>
            <a:ext cx="7452360" cy="3182112"/>
          </a:xfrm>
          <a:prstGeom prst="roundRect">
            <a:avLst>
              <a:gd name="adj" fmla="val 172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9049" y="3246120"/>
            <a:ext cx="72329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 (kg_build.py 발췌)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19049" y="3575304"/>
            <a:ext cx="7232904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cleanup(driver, generation, run_id, doc_ids):      # 증분 색인, S3 다음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records, _, _ = driver.execute_query(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"MATCH (c:Chunk {generation: $g})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"WHERE c.doc_id IN $docs AND c.run_id &lt;&gt; $run "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"DETACH DELETE c"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 RETURN count(*) AS n",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g=generation, docs=doc_ids, run=run_id)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chunks = records[0]["n"]                          # 옛 청크 노드 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records, _, _ = driver.execute_query(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"MATCH (e:__Entity__ {generation: $g})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"WHERE NOT (e)-[:FROM_CHUNK]-&gt;(:Chunk) "</a:t>
            </a:r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"DETACH DELETE e"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 RETURN count(*) AS n", g=generation)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orphans = records[0]["n"]                         # 고아 엔티티 수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36001" y="3172968"/>
            <a:ext cx="5897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S3 다음에 지우나: 증분 색인 반영 순서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236001" y="3611880"/>
            <a:ext cx="5897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27441" y="368503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E2A5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327441" y="3685032"/>
            <a:ext cx="960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K4 ~ K6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424721" y="3611880"/>
            <a:ext cx="4617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그래프에 새 청크 노드를 먼저 넣음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802929" y="4087368"/>
            <a:ext cx="0" cy="146304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236001" y="4251960"/>
            <a:ext cx="5897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27441" y="432511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1E2A5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327441" y="4325112"/>
            <a:ext cx="960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424721" y="4251960"/>
            <a:ext cx="4617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문서를 새 청크로 바꿈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802929" y="4727448"/>
            <a:ext cx="0" cy="146304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8236001" y="4892040"/>
            <a:ext cx="5897880" cy="457200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27441" y="49651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2E74C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327441" y="4965192"/>
            <a:ext cx="960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K7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424721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 옛 청크 노드를 지움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236001" y="5486400"/>
            <a:ext cx="5897880" cy="868680"/>
          </a:xfrm>
          <a:prstGeom prst="roundRect">
            <a:avLst>
              <a:gd name="adj" fmla="val 8421"/>
            </a:avLst>
          </a:prstGeom>
          <a:solidFill>
            <a:srgbClr val="1E2A5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236001" y="5486400"/>
            <a:ext cx="58978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바뀌는 동안에도 검색 결과의 chunk_id가 그래프에 있음</a:t>
            </a:r>
            <a:endParaRPr lang="en-US" sz="15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순서를 거꾸로 하면 옛 chunk_id의 청크 노드가 없는 순간이 생김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509321" y="6473952"/>
            <a:ext cx="4419600" cy="795528"/>
          </a:xfrm>
          <a:prstGeom prst="roundRect">
            <a:avLst>
              <a:gd name="adj" fmla="val 9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9049" y="65653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19049" y="65653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12241" y="6528816"/>
            <a:ext cx="38252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증분 색인에서만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646481" y="6894576"/>
            <a:ext cx="4145280" cy="3383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재색인은 새 세대에 처음부터 써서 지울 것이 없음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111801" y="6473952"/>
            <a:ext cx="4419600" cy="795528"/>
          </a:xfrm>
          <a:prstGeom prst="roundRect">
            <a:avLst>
              <a:gd name="adj" fmla="val 9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221529" y="65653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221529" y="65653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614721" y="6528816"/>
            <a:ext cx="38252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넣은 청크 노드는 남김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5248961" y="6894576"/>
            <a:ext cx="4145280" cy="3383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바뀐 문서는 잠시 두 벌, 이번 K4 것은 유지(run_id)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714281" y="6473952"/>
            <a:ext cx="4419600" cy="795528"/>
          </a:xfrm>
          <a:prstGeom prst="roundRect">
            <a:avLst>
              <a:gd name="adj" fmla="val 9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824009" y="65653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9824009" y="65653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10217201" y="6528816"/>
            <a:ext cx="38252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남으면 유지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9851441" y="6894576"/>
            <a:ext cx="4145280" cy="3383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조항처럼 다른 청크에 이어진 엔티티는 지우지 않음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2026-10-23T08:42:00Z</dcterms:created>
  <dcterms:modified xsi:type="dcterms:W3CDTF">2026-10-23T08:42:00Z</dcterms:modified>
</cp:coreProperties>
</file>