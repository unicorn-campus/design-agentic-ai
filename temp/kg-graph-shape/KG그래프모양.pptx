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모양 읽는 법입니다. 원은 엔티티, 즉 노드입니다. 약관 문서, 조항, 조건, 기한, 처리가 모두 엔티티입니다. 선 위의 이름표가 관계입니다. 사각형인 청크 노드는 검색 청크를 그대로 옮긴 노드라서 LLM이 뽑은 엔티티가 아닙니다.
v0 표본의 약관 청크 두 개로 만든 실제 그래프입니다. 맨 위 가운데가 약관 문서 노드이고, HAS_CLAUSE로 조항 노드에 이어집니다. 조항 노드 아래에는 그 조항 글에서 LLM이 뽑은 조건, 기한, 처리 노드가 SETS_REQUIREMENT, SETS_DEADLINE, DEFINES_HANDLING으로 달립니다. 조건, 기한, 처리 노드 안의 글은 원문을 줄여 적은 것이고, 실제 노드에는 원문 문장이 그대로 들어 있습니다.
양옆의 청크 노드 두 개는 검색엔진의 청크와 하나씩 맞고 chunk_id도 같습니다. 점선 묶음 안의 노드는 모두 자기 조항이 나온 청크로 FROM_CHUNK가 있습니다. 그림이 복잡해지지 않게 묶음마다 선 하나로 모아 그렸습니다. 제15조는 왼쪽 청크에만, 제17조는 오른쪽 청크에만 있습니다. 제16조와 제16조의2는 두 청크가 겹치는 구간에 있어서 두 청크 모두에 이어집니다. 약관 문서 노드는 조항마다 뽑힌 문서 노드가 K5에서 하나로 합쳐지면서 두 청크 모두에 이어졌습니다.
점선 묶음은 설명을 위해 그린 표시입니다. 추출할 때 쓴 조항 글 조각, 즉 추출 단위는 그래프에 노드로 남지 않습니다. 그래프에 남는 것은 청크 노드와 엔티티뿐입니다.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인덱싱: KG 구축 - KG 그래프의 모양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조항 단위로 뽑은 엔티티(원)와 관계(이름표 붙은 선)가 그래프 하나로 모이고, 청크 노드(사각형)에 FROM_CHUNK로 이어짐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627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엔티티(노드). 문서, 조항, 조건, 기한, 처리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사각형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노드. 검색 청크와 1대1, LLM이 뽑은 엔티티 아님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묶음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표시. 추출 단위는 그래프에 남지 않음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517904"/>
            <a:ext cx="53556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= 이름표 붙은 선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가짐: HAS_CLAUSE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둠: SETS_REQUIREMENT, 기한 둠: SETS_DEADLINE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정함: DEFINES_HANDLING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FROM_CHUNK: 엔티티가 나온 청크(굵은 점선)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361188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960120" y="6163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a4fd…에만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0" y="361188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114800" y="6163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69480" y="3611880"/>
            <a:ext cx="43891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7269480" y="6163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 (처리 1개 더 있음)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795760" y="361188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11795760" y="61630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112f…에만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6888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12064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896112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612648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996696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273302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1" name="Shape 18"/>
          <p:cNvSpPr/>
          <p:nvPr/>
        </p:nvSpPr>
        <p:spPr>
          <a:xfrm flipH="1">
            <a:off x="777240" y="6858000"/>
            <a:ext cx="8183880" cy="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2" name="Shape 19"/>
          <p:cNvSpPr/>
          <p:nvPr/>
        </p:nvSpPr>
        <p:spPr>
          <a:xfrm flipV="1">
            <a:off x="777240" y="3374136"/>
            <a:ext cx="0" cy="3483864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26480" y="7132320"/>
            <a:ext cx="7726680" cy="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4" name="Shape 21"/>
          <p:cNvSpPr/>
          <p:nvPr/>
        </p:nvSpPr>
        <p:spPr>
          <a:xfrm flipV="1">
            <a:off x="13853160" y="3374136"/>
            <a:ext cx="0" cy="3758184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5" name="Shape 22"/>
          <p:cNvSpPr/>
          <p:nvPr/>
        </p:nvSpPr>
        <p:spPr>
          <a:xfrm flipH="1">
            <a:off x="2606040" y="2331720"/>
            <a:ext cx="3383280" cy="621792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641080" y="2331720"/>
            <a:ext cx="3383280" cy="621792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2468880" y="2628900"/>
            <a:ext cx="484632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5623560" y="2628900"/>
            <a:ext cx="169164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315200" y="2628900"/>
            <a:ext cx="214884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15200" y="2628900"/>
            <a:ext cx="541782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H="1">
            <a:off x="178308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74320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flipH="1">
            <a:off x="493776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89788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 flipH="1">
            <a:off x="8092440" y="4498848"/>
            <a:ext cx="96012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464040" y="4498848"/>
            <a:ext cx="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875520" y="4498848"/>
            <a:ext cx="96012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2733020" y="4498848"/>
            <a:ext cx="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463954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63954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60512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60512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45770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45770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687214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87214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75980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5980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03504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03504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995514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995514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 둠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9098280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098280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013246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13246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95528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95528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12367260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2367260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58977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58977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2923337" y="263310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923337" y="263310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0381183" y="263310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381183" y="263310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2628900" y="671169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2628900" y="67116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675620" y="698601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675620" y="6986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5989320" y="1851660"/>
            <a:ext cx="2651760" cy="777240"/>
          </a:xfrm>
          <a:prstGeom prst="ellipse">
            <a:avLst/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문서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 1.2, 시행 2027-01-15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548640" y="265176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a4fd…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11978640" y="265176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112f…</a:t>
            </a:r>
            <a:endParaRPr lang="en-US" sz="1400" dirty="0"/>
          </a:p>
        </p:txBody>
      </p:sp>
      <p:sp>
        <p:nvSpPr>
          <p:cNvPr id="74" name="Text 71"/>
          <p:cNvSpPr/>
          <p:nvPr/>
        </p:nvSpPr>
        <p:spPr>
          <a:xfrm>
            <a:off x="162306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제15조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승인과 취소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114300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기록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251460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이월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477774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할부 거래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429768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전 표시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66928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선납 재계산</a:t>
            </a:r>
            <a:endParaRPr lang="en-US" sz="1400" dirty="0"/>
          </a:p>
        </p:txBody>
      </p:sp>
      <p:sp>
        <p:nvSpPr>
          <p:cNvPr id="80" name="Text 77"/>
          <p:cNvSpPr/>
          <p:nvPr/>
        </p:nvSpPr>
        <p:spPr>
          <a:xfrm>
            <a:off x="861822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제16조의2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요청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74523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내 철회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88239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제한</a:t>
            </a:r>
            <a:endParaRPr lang="en-US" sz="1400" dirty="0"/>
          </a:p>
        </p:txBody>
      </p:sp>
      <p:sp>
        <p:nvSpPr>
          <p:cNvPr id="83" name="Text 80"/>
          <p:cNvSpPr/>
          <p:nvPr/>
        </p:nvSpPr>
        <p:spPr>
          <a:xfrm>
            <a:off x="101955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 안내</a:t>
            </a:r>
            <a:endParaRPr lang="en-US" sz="1400" dirty="0"/>
          </a:p>
        </p:txBody>
      </p:sp>
      <p:sp>
        <p:nvSpPr>
          <p:cNvPr id="84" name="Text 81"/>
          <p:cNvSpPr/>
          <p:nvPr/>
        </p:nvSpPr>
        <p:spPr>
          <a:xfrm>
            <a:off x="1188720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제17조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부가서비스 이용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1209294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실적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2026-10-23T06:22:40Z</dcterms:created>
  <dcterms:modified xsi:type="dcterms:W3CDTF">2026-10-23T06:22:40Z</dcterms:modified>
</cp:coreProperties>
</file>