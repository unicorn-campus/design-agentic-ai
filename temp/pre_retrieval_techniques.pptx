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맨 위 그림부터: 같은 뜻인데 말투가 달라 검색이 비켜 가는 문제를, 검색 전에 질문을 다듬어 메우는 것이 Pre-Retrieval임.
갈매기 줄로 위치를 확인: 검색 앞 단계이며 색인은 건드리지 않음.
다섯 카드의 미니 도식 모양만 봐도 차이가 보임: 1개로 고치기, 같은 색 여러 개, 문서 모양, 위로 넓히기, 다른 색으로 나누기.
Multi-Query의 선이 교재와 우리 시스템에서 다름. 교재의 'RAG 장단점 → 장점/단점/고려사항'은 우리 기준으로는 Decomposition에 가까움.
앞 차시 CRAG와 시점이 다름: Pre-Retrieval은 검색 전, CRAG는 검색 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공통점: 넷 다 원 질문을 지우지 않고 검색용 질의를 덧붙임.
Rewriting은 말투만 다듬음. 예시도 원 질문의 '모아생활'만 정식 이름으로 풀어 씀.
Multi-Query의 상자 3개가 같은 색인 이유: 모두 같은 답(연회비 면제 조건)을 찾는 다른 말이기 때문임.
HyDE의 문서 모양은 지어낸 문장임. 목적은 사실 전달이 아니라 문서와 비슷한 모양 만들기이며, 답변에 섞이면 사고임.
Step-Back의 점선 상자: 원 질문을 함께 쓰지 않으면 구체적인 답이 나오지 않음. 교재 예시도 원본 질문을 함께 검색함.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Decomposition은 교재 4.1에 없고, 하위 질문으로 나눠 푸는 방식의 원출처는 Least-to-Most와 Self-Ask임.
Self-Ask의 지적: 하위 질문은 하나씩 다 맞히면서도 종합한 답은 틀리는 격차가 있음.
합친 순위의 앞칸이 '자리 확보'임. 점수만으로 줄 세우면 ②의 답이 한 건도 못 올라오는 상황이 가능함.
점선이 '원 질문 비중 낮추기'임. 원 질문 결과도 합치지만 진짜 답을 들고 있는 쪽은 하위 질문이므로 비중을 낮춤.
쪼갠 문장을 어떻게 쓰느냐에 따라 같은 질문의 결과가 달라진 사례가 있었음 — 분해 품질이 결과를 가름.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 질문 검색은 항상 먼저 1회 돌고, 파란 점선처럼 그 결과를 끝까지 들고 감. 변환은 대체가 아니라 보탬임.
관문 마름모: 원 질문만으로 잘 찾았으면 LLM을 부르지 않음. 그래서 평소에는 비용이 늘지 않음.
라우터 육각형의 세 갈래: clarify는 질문이 너무 부족하면 검색을 미루고 확인을 요청한다는 뜻임.
실패 경로가 모두 keep으로 모임: 검증 실패도 호출 상한도 keep으로 돌아가 서비스가 멈추지 않음.
캐시는 같은 질문이 반복될 때 LLM 호출을 아낌. 판정을 바꾸려면 캐시를 비워야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판단 순서로 씀: 질문을 보고 증상 말풍선을 먼저 고른 뒤 화살표를 따라감.
실제로는 라우터 LLM이 선택하지만, 사람이 그 판정을 검토하려면 같은 기준을 알아야 함.
오른쪽 순환: Off와 On을 같은 평가셋으로 돌려 정답 수와 비용·응답 시간을 함께 비교함. 변환은 공짜가 아님.
점선 되돌림이 쉽게 잊는 부분임: 검색의 바탕이 바뀌면 예전 측정은 근거가 되지 못함.
콜아웃으로 차시를 닫음. 원 질문을 버리지 않는 설계가 안전망임을 4장 점선과 연결해 상기시킴.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54112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818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design-agentic-ai  ·  문서 검색 Pre-Retrieval 기법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hyperlink" Target="https://arxiv.org/abs/2205.10625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5.14283" TargetMode="External"/><Relationship Id="rId2" Type="http://schemas.openxmlformats.org/officeDocument/2006/relationships/hyperlink" Target="https://github.com/langchain-ai/langchain" TargetMode="External"/><Relationship Id="rId3" Type="http://schemas.openxmlformats.org/officeDocument/2006/relationships/hyperlink" Target="https://arxiv.org/abs/2212.10496" TargetMode="External"/><Relationship Id="rId4" Type="http://schemas.openxmlformats.org/officeDocument/2006/relationships/hyperlink" Target="https://arxiv.org/abs/2310.06117" TargetMode="External"/><Relationship Id="rId5" Type="http://schemas.openxmlformats.org/officeDocument/2006/relationships/hyperlink" Target="https://github.com/cna-bootcamp/aistudy/blob/main/agentic-ai/textbook/10.RAG.md" TargetMode="Externa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205.10625" TargetMode="External"/><Relationship Id="rId2" Type="http://schemas.openxmlformats.org/officeDocument/2006/relationships/hyperlink" Target="https://arxiv.org/abs/2210.03350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na-bootcamp/aistudy/blob/main/agentic-ai/textbook/10.RAG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1. 기법 한눈에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다듬고 검색하기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실패는 문서가 없어서가 아니라 질문이 문서의 말투와 달라서인 경우가 많음 — 그 간극을 검색 전에 메우는 단계임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4023360" cy="77724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"모아생활 연회비 안 내려면 어케 해?"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말투: 짧은 구어체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31720"/>
            <a:ext cx="4937760" cy="868680"/>
          </a:xfrm>
          <a:prstGeom prst="rightArrow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Pre-Retrieval: 질문을 문서 말투로 다듬음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21240" y="2286000"/>
            <a:ext cx="4206240" cy="960120"/>
          </a:xfrm>
          <a:prstGeom prst="flowChartDocument">
            <a:avLst/>
          </a:prstGeom>
          <a:solidFill>
            <a:srgbClr val="F5F8FC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「연회비 면제 기준」 「전월 이용실적」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2124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말투: 공식 표현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2834640" cy="512064"/>
          </a:xfrm>
          <a:prstGeom prst="chevron">
            <a:avLst/>
          </a:prstGeom>
          <a:solidFill>
            <a:srgbClr val="EEF3FA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9544" y="3703320"/>
            <a:ext cx="2834640" cy="512064"/>
          </a:xfrm>
          <a:prstGeom prst="chevron">
            <a:avLst/>
          </a:prstGeom>
          <a:solidFill>
            <a:srgbClr val="2E74C6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Pre-Retrieval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16168" y="3703320"/>
            <a:ext cx="2834640" cy="512064"/>
          </a:xfrm>
          <a:prstGeom prst="chevron">
            <a:avLst/>
          </a:prstGeom>
          <a:solidFill>
            <a:srgbClr val="EEF3FA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22792" y="3703320"/>
            <a:ext cx="2834640" cy="512064"/>
          </a:xfrm>
          <a:prstGeom prst="chevron">
            <a:avLst/>
          </a:prstGeom>
          <a:solidFill>
            <a:srgbClr val="EEF3FA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29416" y="3703320"/>
            <a:ext cx="2834640" cy="512064"/>
          </a:xfrm>
          <a:prstGeom prst="chevron">
            <a:avLst/>
          </a:prstGeom>
          <a:solidFill>
            <a:srgbClr val="EEF3FA"/>
          </a:solidFill>
          <a:ln w="15875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4261104"/>
            <a:ext cx="1362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색인(문서를 담는 일)은 손대지 않음 · 원 질문은 버리지 않고 함께 검색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645152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18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Rewriting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" y="529437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5468112"/>
            <a:ext cx="393192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28800" y="5266944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질문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925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→ 명확한 질문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217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모호하거나 구어체 질문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68980" y="4645152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6140" y="4718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33572" y="529437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37660" y="5468112"/>
            <a:ext cx="393192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594860" y="5120640"/>
            <a:ext cx="1051560" cy="201168"/>
          </a:xfrm>
          <a:prstGeom prst="roundRect">
            <a:avLst>
              <a:gd name="adj" fmla="val 2727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4860" y="5367528"/>
            <a:ext cx="1051560" cy="201168"/>
          </a:xfrm>
          <a:prstGeom prst="roundRect">
            <a:avLst>
              <a:gd name="adj" fmla="val 2727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94860" y="5614416"/>
            <a:ext cx="1051560" cy="201168"/>
          </a:xfrm>
          <a:prstGeom prst="roundRect">
            <a:avLst>
              <a:gd name="adj" fmla="val 2727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06140" y="5925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→ 여러 질문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06140" y="6217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복합적 질문, 비교 분석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4645152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718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99632" y="529437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5468112"/>
            <a:ext cx="393192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360920" y="5175504"/>
            <a:ext cx="1051560" cy="585216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답변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72200" y="5925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→ 가상 답변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72200" y="6217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질문-문서 형식 차이가 클 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01100" y="4645152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8260" y="4718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Step-Back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65692" y="529437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669780" y="5468112"/>
            <a:ext cx="393192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0126980" y="5084064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원칙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26980" y="552297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38260" y="5925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→ 추상적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938260" y="6217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지식이 필요한 질문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1567160" y="4645152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04320" y="4718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 ※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731752" y="529437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2435840" y="5468112"/>
            <a:ext cx="393192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2893040" y="5102352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2893040" y="5504688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704320" y="5925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→ 하위 질문들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1704320" y="6217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문장에 다른 질문이 묶였을 때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2920" y="6858000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Decomposition은 교재 외 기법 · 우리 시스템은 같은 뜻의 다른 표현만 Multi-Query, 다른 대상·비교 항목은 Decomposition으로 나눔(교재보다 좁은 정의)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Pre-Retrieval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Least-to-Most, Zhou et al.(2022)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2. 네 가지 기법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기법 자세히 보기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기법 모두 원 질문은 그대로 두고 검색용 질의를 따로 만듦 — 무엇을 만드느냐가 다름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6697980" cy="2286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311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2194560"/>
            <a:ext cx="5920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Rewriting — 흐린 질문을 또렷하게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7066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2514600" cy="84124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"모아생활 연회비 안 내려면 어케 해?"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3127248"/>
            <a:ext cx="1143000" cy="566928"/>
          </a:xfrm>
          <a:prstGeom prst="rightArrow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고쳐 쓰기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24460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모아생활 카드 연회비 면제 조건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54864" cy="274320"/>
          </a:xfrm>
          <a:prstGeom prst="rect">
            <a:avLst/>
          </a:prstGeom>
          <a:solidFill>
            <a:srgbClr val="40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6195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상품명·조건을 바꾸거나 지어내지 않음 — 말투만 다듬음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29500" y="2103120"/>
            <a:ext cx="6697980" cy="2286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94092" y="22311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51292" y="2194560"/>
            <a:ext cx="5920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 — 같은 질문을 여러 표현으로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12380" y="270662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12380" y="3017520"/>
            <a:ext cx="2514600" cy="84124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"한빛 모아생활 카드 연회비 안 내는 방법"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5852" y="3127248"/>
            <a:ext cx="1143000" cy="566928"/>
          </a:xfrm>
          <a:prstGeom prst="rightArrow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표현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98580" y="2743200"/>
            <a:ext cx="2446020" cy="347472"/>
          </a:xfrm>
          <a:prstGeom prst="roundRect">
            <a:avLst>
              <a:gd name="adj" fmla="val 15789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 면제 조건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98580" y="3154680"/>
            <a:ext cx="2446020" cy="347472"/>
          </a:xfrm>
          <a:prstGeom prst="roundRect">
            <a:avLst>
              <a:gd name="adj" fmla="val 15789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 면제 기준 실적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98580" y="3566160"/>
            <a:ext cx="2446020" cy="347472"/>
          </a:xfrm>
          <a:prstGeom prst="roundRect">
            <a:avLst>
              <a:gd name="adj" fmla="val 15789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연회비 감면 대상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12380" y="4023360"/>
            <a:ext cx="54864" cy="274320"/>
          </a:xfrm>
          <a:prstGeom prst="rect">
            <a:avLst/>
          </a:prstGeom>
          <a:solidFill>
            <a:srgbClr val="40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7749540" y="4023360"/>
            <a:ext cx="6195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같은 답을 찾는 다른 표현 · 겹치는 질의는 검색만 늘림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553712"/>
            <a:ext cx="6697980" cy="2286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4681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4712" y="4645152"/>
            <a:ext cx="5920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 — 답변처럼 생긴 미끼로 찾기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" y="515721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5468112"/>
            <a:ext cx="2514600" cy="84124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"생활 포인트 언제 들어와?"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19272" y="5577840"/>
            <a:ext cx="1143000" cy="566928"/>
          </a:xfrm>
          <a:prstGeom prst="rightArrow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답변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5157216"/>
            <a:ext cx="2446020" cy="1243584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 포인트는 이용대금 결제가 확정된 뒤 정해진 적립 일정에 따라 반영됨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6473952"/>
            <a:ext cx="54864" cy="274320"/>
          </a:xfrm>
          <a:prstGeom prst="rect">
            <a:avLst/>
          </a:prstGeom>
          <a:solidFill>
            <a:srgbClr val="1E2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473952"/>
            <a:ext cx="6195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검색용으로 지어낸 문장이며 사실이 아님 — 사용자에게 보이지 않음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29500" y="4553712"/>
            <a:ext cx="6697980" cy="2286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4092" y="4681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51292" y="4645152"/>
            <a:ext cx="59207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Step-Back — 한 걸음 물러나 원칙부터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12380" y="515721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예시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612380" y="5468112"/>
            <a:ext cx="2514600" cy="84124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"모아생활 전월 실적에 공과금 자동이체도 들어가나요?"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245852" y="5577840"/>
            <a:ext cx="1143000" cy="566928"/>
          </a:xfrm>
          <a:prstGeom prst="rightArrow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걸음 위로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498580" y="5193792"/>
            <a:ext cx="24460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전월 이용실적 산정에서 제외되는 거래의 일반 기준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498580" y="5998464"/>
            <a:ext cx="24460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원 질문도 함께 검색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612380" y="6473952"/>
            <a:ext cx="54864" cy="274320"/>
          </a:xfrm>
          <a:prstGeom prst="rect">
            <a:avLst/>
          </a:prstGeom>
          <a:solidFill>
            <a:srgbClr val="404155"/>
          </a:solidFill>
          <a:ln/>
        </p:spPr>
      </p:sp>
      <p:sp>
        <p:nvSpPr>
          <p:cNvPr id="45" name="Text 43"/>
          <p:cNvSpPr/>
          <p:nvPr/>
        </p:nvSpPr>
        <p:spPr>
          <a:xfrm>
            <a:off x="7749540" y="6473952"/>
            <a:ext cx="6195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원칙만 찾고 끝내지 않음 — 원 질문 결과와 반드시 함께 씀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6949440"/>
            <a:ext cx="1362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카드의 예시는 모두 설명을 위해 지어낸 「가상 예시」이며 실제 질의 기록이 아님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 Rewriting, Ma et al.(2023)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 MultiQueryRetriever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HyDE, Gao et al.(2022)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Step-Back, Zheng et al.(2023)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Pre-Retrieval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3. Decomposition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 — 질문 쪼개기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문장에 서로 다른 질문이 두세 개 묶여 있으면, 검색은 그중 하나만 잡고 나머지를 놓침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8503920" cy="5120640"/>
          </a:xfrm>
          <a:prstGeom prst="roundRect">
            <a:avLst>
              <a:gd name="adj" fmla="val 178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579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8138160" cy="73152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"다음 연도 기본 연회비 면제 기준과 한빛 모아생활 생활 포인트 적립을 위한 전월 최소 이용액을 함께 알려주세요."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66060" y="3218688"/>
            <a:ext cx="0" cy="329184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" y="3547872"/>
            <a:ext cx="37947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한빛 모아생활 카드 다음 연도 기본 연회비 면제 기준은 무엇인가요?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66060" y="4261104"/>
            <a:ext cx="0" cy="164592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71700" y="4425696"/>
            <a:ext cx="1188720" cy="566928"/>
          </a:xfrm>
          <a:prstGeom prst="can">
            <a:avLst/>
          </a:prstGeom>
          <a:solidFill>
            <a:srgbClr val="FFFFFF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66060" y="4992624"/>
            <a:ext cx="0" cy="146304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805940" y="5138928"/>
            <a:ext cx="566928" cy="384048"/>
          </a:xfrm>
          <a:prstGeom prst="flowChartDocument">
            <a:avLst/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82596" y="5138928"/>
            <a:ext cx="566928" cy="384048"/>
          </a:xfrm>
          <a:prstGeom prst="flowChartDocument">
            <a:avLst/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9252" y="5138928"/>
            <a:ext cx="566928" cy="384048"/>
          </a:xfrm>
          <a:prstGeom prst="flowChartDocument">
            <a:avLst/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43700" y="3218688"/>
            <a:ext cx="0" cy="32918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46320" y="3547872"/>
            <a:ext cx="37947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한빛 모아생활 카드 생활 포인트 적립을 위해 전월 최소 이용액은 얼마인가요?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43700" y="4261104"/>
            <a:ext cx="0" cy="16459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149340" y="4425696"/>
            <a:ext cx="1188720" cy="566928"/>
          </a:xfrm>
          <a:prstGeom prst="can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43700" y="4992624"/>
            <a:ext cx="0" cy="14630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783580" y="5138928"/>
            <a:ext cx="566928" cy="384048"/>
          </a:xfrm>
          <a:prstGeom prst="flowChartDocument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60236" y="5138928"/>
            <a:ext cx="566928" cy="384048"/>
          </a:xfrm>
          <a:prstGeom prst="flowChartDocument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6892" y="5138928"/>
            <a:ext cx="566928" cy="384048"/>
          </a:xfrm>
          <a:prstGeom prst="flowChartDocument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66060" y="5541264"/>
            <a:ext cx="388620" cy="329184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080760" y="5541264"/>
            <a:ext cx="662940" cy="32918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68680" y="58704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합친 순위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57400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62072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66744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71416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76088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80760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85432" y="5870448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239512" y="5797296"/>
            <a:ext cx="0" cy="530352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057400" y="62910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하위 질문별 자리 먼저 확보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76088" y="62910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가중 RRF 순서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" y="3218688"/>
            <a:ext cx="0" cy="2496312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58952" y="5715000"/>
            <a:ext cx="488289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641848" y="5715000"/>
            <a:ext cx="0" cy="155448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8680" y="66019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= 원 질문 검색도 함께 합침(분해 시 비중↓) · 합친 순위 칸은 개념 설명용 · 같은 질문이 「그대로 두기」 판정을 받은 회차도 있음 — 쪼갤지 자체가 판단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81160" y="205740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Multi-Query와 무엇이 다른가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281160" y="26974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281160" y="34975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 flipV="1">
            <a:off x="10149840" y="3273552"/>
            <a:ext cx="365760" cy="4526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0515600" y="310896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A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1750040" y="3273552"/>
            <a:ext cx="548640" cy="4526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149840" y="3726180"/>
            <a:ext cx="36576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0515600" y="356158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B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1750040" y="3726180"/>
            <a:ext cx="5486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149840" y="3726180"/>
            <a:ext cx="365760" cy="4526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0515600" y="401421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 C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 flipV="1">
            <a:off x="11750040" y="3726180"/>
            <a:ext cx="548640" cy="45262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2298680" y="3314700"/>
            <a:ext cx="1828800" cy="822960"/>
          </a:xfrm>
          <a:prstGeom prst="flowChartDocument">
            <a:avLst/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답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81160" y="45720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281160" y="53721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 flipV="1">
            <a:off x="10149840" y="5184648"/>
            <a:ext cx="365760" cy="41605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10515600" y="498348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1750040" y="5184648"/>
            <a:ext cx="548640" cy="5029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149840" y="5600700"/>
            <a:ext cx="365760" cy="41605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10515600" y="5815584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 flipV="1">
            <a:off x="11750040" y="5966460"/>
            <a:ext cx="548640" cy="5029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2298680" y="4983480"/>
            <a:ext cx="1828800" cy="502920"/>
          </a:xfrm>
          <a:prstGeom prst="flowChartDocument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①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2298680" y="5715000"/>
            <a:ext cx="1828800" cy="502920"/>
          </a:xfrm>
          <a:prstGeom prst="flowChartDocument">
            <a:avLst/>
          </a:prstGeom>
          <a:solidFill>
            <a:srgbClr val="FFFFFF"/>
          </a:solidFill>
          <a:ln w="25400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 ②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9281160" y="65105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표현을 넓히는 일 vs 질문을 나누는 일 — 그래서 합치는 규칙도 다름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Least-to-Most, Zhou et al.(2022)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Self-Ask, Press et al.(2022)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도식 사례: 우리 시스템 실제 처리 기록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4. 우리 시스템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시스템은 이렇게 동작함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기본값은 변환을 끈 상태임 — 켜더라도 원 질문 검색이 신통치 않을 때만 변환을 꺼내는 구조임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554480" cy="548640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57400" y="2514600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77440" y="2084832"/>
            <a:ext cx="2011680" cy="868680"/>
          </a:xfrm>
          <a:prstGeom prst="can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검색(항상 1회)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09160" y="2011680"/>
            <a:ext cx="2651760" cy="1005840"/>
          </a:xfrm>
          <a:prstGeom prst="flowChartDecision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관문: 점수 낮음·결과 없음?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2514600"/>
            <a:ext cx="6400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52360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01000" y="2148840"/>
            <a:ext cx="2286000" cy="731520"/>
          </a:xfrm>
          <a:prstGeom prst="hexagon">
            <a:avLst/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라우터 LLM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2514600"/>
            <a:ext cx="6400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927080" y="2103120"/>
            <a:ext cx="1371600" cy="822960"/>
          </a:xfrm>
          <a:prstGeom prst="can">
            <a:avLst/>
          </a:prstGeom>
          <a:solidFill>
            <a:srgbClr val="EEF3FA"/>
          </a:solidFill>
          <a:ln w="15875">
            <a:solidFill>
              <a:srgbClr val="4041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9012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질문 판정 재사용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0" cy="29260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108192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310128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결과 그대로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H="1">
            <a:off x="8046720" y="2880360"/>
            <a:ext cx="1097280" cy="7315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040880" y="361188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clarify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되물음 → 확인 필요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0" y="2880360"/>
            <a:ext cx="1005840" cy="7315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144000" y="361188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결과 사용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0" y="2880360"/>
            <a:ext cx="3063240" cy="7315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155680" y="361188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 1개 선택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207240" y="4270248"/>
            <a:ext cx="0" cy="25603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1018520" y="4526280"/>
            <a:ext cx="2377440" cy="914400"/>
          </a:xfrm>
          <a:prstGeom prst="flowChartDecision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검증: 규칙 지켰나?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207240" y="5440680"/>
            <a:ext cx="0" cy="118872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292840" y="555955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4041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 → keep으로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 flipH="1">
            <a:off x="10515600" y="4983480"/>
            <a:ext cx="50292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607040" y="4681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4526280"/>
            <a:ext cx="2286000" cy="914400"/>
          </a:xfrm>
          <a:prstGeom prst="can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+ 변환 질의 검색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 flipH="1">
            <a:off x="7772400" y="4983480"/>
            <a:ext cx="45720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120640" y="4617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RRF 순위 합치기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0" y="5394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분해 시 원 질문 비중↓ · 하위 질문 자리 확보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 flipH="1">
            <a:off x="4709160" y="4983480"/>
            <a:ext cx="4114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514600" y="461772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Rerank(rerank 모드)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377440" y="5394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후보군을 만든 질문으로 재채점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flipH="1">
            <a:off x="2103120" y="4983480"/>
            <a:ext cx="4114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02920" y="4709160"/>
            <a:ext cx="1600200" cy="548640"/>
          </a:xfrm>
          <a:prstGeom prst="flowChartTerminator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생성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383280" y="2953512"/>
            <a:ext cx="0" cy="1207008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383280" y="4160520"/>
            <a:ext cx="306324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446520" y="4160520"/>
            <a:ext cx="0" cy="45720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34747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결과는 끝까지 함께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603504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6199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05840" y="603504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보존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상품명·금액·조건 유지, 지어내기 금지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943350" y="603504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3078" y="6199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446270" y="603504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금지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질의끼리·원 질문 반복 금지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383780" y="603504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3508" y="6199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886700" y="603504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개수 규칙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 시 검증 탈락 → keep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824210" y="6035040"/>
            <a:ext cx="3303270" cy="749808"/>
          </a:xfrm>
          <a:prstGeom prst="roundRect">
            <a:avLst>
              <a:gd name="adj" fmla="val 12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33938" y="6199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1327130" y="6035040"/>
            <a:ext cx="27363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상한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한도 도달 시 변환 포기 → keep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2920" y="6858000"/>
            <a:ext cx="1362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RRF = 질의별 검색 결과의 「순위」를 모아 하나로 합치는 방법 · 점수 단위가 달라도 섞을 수 있음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 동작을 원칙 수준으로 정리(교재 외)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Pre-Retrieval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문서 검색 아키텍처 › Pre-Retrieval › 5. 선택과 측정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25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무엇을 쓰고, 어떻게 확인하나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961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기법을 넣었다고 좋아지는 것이 아님 — 좋아졌는지는 평가셋으로 켜고 끈 결과를 비교해야만 알 수 있음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76352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증상으로 고르기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516636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말이 짧고 줄임말·구어체가 섞여 있음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980944"/>
            <a:ext cx="4572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2752344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Rewriting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516636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뜻은 하나인데 문서에 쓰인 단어와 달라 잘 안 잡힘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730752"/>
            <a:ext cx="4572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63640" y="3502152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Multi-Query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516636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한 줄인데 문서는 긴 설명문이라 모양이 너무 다름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4480560"/>
            <a:ext cx="4572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63640" y="425196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946904"/>
            <a:ext cx="516636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규정을 묻는데 먼저 일반 원칙을 알아야 답이 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5230368"/>
            <a:ext cx="4572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63640" y="5001768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Step-Back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5696712"/>
            <a:ext cx="516636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문장에 서로 다른 질문이 둘 이상 묶여 있음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5980176"/>
            <a:ext cx="457200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63640" y="5751576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선택은 라우터 LLM이 하지만, 그 판정을 사람이 검토하려면 같은 기준을 알아야 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210312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순환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104120" y="2670048"/>
            <a:ext cx="2194560" cy="713232"/>
          </a:xfrm>
          <a:prstGeom prst="can">
            <a:avLst/>
          </a:prstGeom>
          <a:solidFill>
            <a:srgbClr val="EEF3FA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고정된 평가셋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flipH="1">
            <a:off x="9738360" y="3383280"/>
            <a:ext cx="1463040" cy="2743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73252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Off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738360" y="4114800"/>
            <a:ext cx="731520" cy="29260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201400" y="3383280"/>
            <a:ext cx="1463040" cy="27432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65860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flipH="1">
            <a:off x="11932920" y="4114800"/>
            <a:ext cx="731520" cy="292608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098280" y="440740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5F8FC"/>
          </a:solidFill>
          <a:ln w="15875">
            <a:solidFill>
              <a:srgbClr val="D9E0E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비교: 정답 수 · 비용 · 응답 시간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201400" y="4910328"/>
            <a:ext cx="0" cy="192024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012680" y="5102352"/>
            <a:ext cx="2377440" cy="914400"/>
          </a:xfrm>
          <a:prstGeom prst="flowChartDecision">
            <a:avLst/>
          </a:prstGeom>
          <a:solidFill>
            <a:srgbClr val="FFFFFF"/>
          </a:solidFill>
          <a:ln w="25400">
            <a:solidFill>
              <a:srgbClr val="2E74C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&gt; 비용?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 flipH="1">
            <a:off x="9601200" y="5559552"/>
            <a:ext cx="41148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628632" y="56144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58200" y="5285232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꺼 둠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390120" y="5559552"/>
            <a:ext cx="36576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2444984" y="5614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755880" y="5285232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범위만 켬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201400" y="6016752"/>
            <a:ext cx="0" cy="292608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1201400" y="6309360"/>
            <a:ext cx="2889504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14090904" y="3026664"/>
            <a:ext cx="0" cy="3282696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H="1">
            <a:off x="12298680" y="3026664"/>
            <a:ext cx="1792224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458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 모델 등 바탕이 바뀌면 → 평가셋부터 다시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6766560"/>
            <a:ext cx="64008" cy="438912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6766560"/>
            <a:ext cx="1344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변환은 검색을 살리지만 나쁜 변환은 원 질문보다 못함 — 그래서 원 질문을 끝까지 함께 씀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502920" y="7296912"/>
            <a:ext cx="1362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</a:t>
            </a:r>
            <a:pPr indent="0" marL="0">
              <a:buNone/>
            </a:pPr>
            <a:r>
              <a:rPr lang="en-US" sz="1400" u="sng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교재 「10. RAG」 4.1 Pre-Retrieval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</a:t>
            </a:r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증상 표현: 교재 「적합한 상황」을 쉬운 말로 옮김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578840" y="781812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Pre-Retrieval 기법</dc:title>
  <dc:subject>PptxGenJS Presentation</dc:subject>
  <dc:creator>PptxGenJS</dc:creator>
  <cp:lastModifiedBy>PptxGenJS</cp:lastModifiedBy>
  <cp:revision>1</cp:revision>
  <dcterms:created xsi:type="dcterms:W3CDTF">2026-10-02T09:20:53Z</dcterms:created>
  <dcterms:modified xsi:type="dcterms:W3CDTF">2026-10-02T09:20:53Z</dcterms:modified>
</cp:coreProperties>
</file>