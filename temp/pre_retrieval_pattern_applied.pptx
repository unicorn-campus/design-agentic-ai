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현재 코드가 아니라, 앞에서 본 세 패턴 결합 워크플로우에 Pre-Retrieval을 얹었을 때의 설계안임.
질문 변환이 들어가는 자리는 둘뿐임. 질문 문장만 보고 판단할 수 있는 것(분해)은 검색 전에, 결과를 봐야 아는 것(재작성·HyDE·Step-Back)은 채점 뒤에 둠.
Multi-Query는 두 자리 모두 가능함. 카드사 용어와 일상어가 흔들리는 질문은 미리 써도 되고, 아니면 애매 판정 뒤에 씀.
분해한 하위 질문도 원 질문과 함께 검색·합침. 분해 시에는 원 질문 비중을 낮추고 하위 질문별 자리를 확보함(3장 참고).
모든 분기는 미리 그린 워크플로우이므로, 기법을 고르는 LLM이 있어도 흐름의 운전대는 개발자에게 있음 — Agentic과의 차이임.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54112"/>
            <a:ext cx="13624560" cy="18288"/>
          </a:xfrm>
          <a:prstGeom prst="rect">
            <a:avLst/>
          </a:prstGeom>
          <a:solidFill>
            <a:srgbClr val="E9ECF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818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design-agentic-ai  ·  아키텍처 패턴에 Pre-Retrieval 적용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na-bootcamp/aistudy/blob/main/agentic-ai/textbook/10.RAG.md" TargetMode="External"/><Relationship Id="rId2" Type="http://schemas.openxmlformats.org/officeDocument/2006/relationships/hyperlink" Target="https://arxiv.org/abs/2403.14403" TargetMode="External"/><Relationship Id="rId3" Type="http://schemas.openxmlformats.org/officeDocument/2006/relationships/hyperlink" Target="https://arxiv.org/abs/2401.15884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문서 검색 아키텍처 › Pre-Retrieval › 4. 패턴 적용 시 동작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25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패턴에 Pre-Retrieval 적용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9616"/>
            <a:ext cx="1362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패턴 워크플로우에서 질문 변환은 두 자리에만 들어감 — 검색 전(질문만 보고)과 채점 「애매」 후(결과를 보고)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 흐름 (Self-RAG + Adaptive + CRAG)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8138160" cy="4636008"/>
          </a:xfrm>
          <a:prstGeom prst="roundRect">
            <a:avLst>
              <a:gd name="adj" fmla="val 197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3017520"/>
            <a:ext cx="0" cy="13716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68880" y="3977640"/>
            <a:ext cx="0" cy="18288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68880" y="4873752"/>
            <a:ext cx="0" cy="15544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68880" y="5806440"/>
            <a:ext cx="0" cy="15544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68880" y="6327648"/>
            <a:ext cx="0" cy="10972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2633472"/>
            <a:ext cx="3108960" cy="384048"/>
          </a:xfrm>
          <a:prstGeom prst="flowChartTerminator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+ 역할(agent/auditor)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154680"/>
            <a:ext cx="3108960" cy="822960"/>
          </a:xfrm>
          <a:prstGeom prst="flowChartDecision">
            <a:avLst/>
          </a:prstGeom>
          <a:solidFill>
            <a:srgbClr val="1E2A5C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Adaptive 분류기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유형?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2032" y="3959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· 복합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3108960" cy="713232"/>
          </a:xfrm>
          <a:prstGeom prst="can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+ 합치기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Vector·Hybrid·Rerank · 가중 RRF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3108960" cy="777240"/>
          </a:xfrm>
          <a:prstGeom prst="flowChartDecision">
            <a:avLst/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CRAG 채점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(점수 기준)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961888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생성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6437376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Self-RAG 근거 검증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 flipH="1">
            <a:off x="731520" y="5417820"/>
            <a:ext cx="685800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731520" y="4517136"/>
            <a:ext cx="0" cy="900684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31520" y="4517136"/>
            <a:ext cx="182880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731520" y="6629400"/>
            <a:ext cx="18288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V="1">
            <a:off x="731520" y="6144768"/>
            <a:ext cx="0" cy="484632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31520" y="6144768"/>
            <a:ext cx="18288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3566160" y="2834640"/>
            <a:ext cx="777240" cy="576072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343400" y="2633472"/>
            <a:ext cx="4160520" cy="402336"/>
          </a:xfrm>
          <a:prstGeom prst="roundRect">
            <a:avLst>
              <a:gd name="adj" fmla="val 13636"/>
            </a:avLst>
          </a:prstGeom>
          <a:solidFill>
            <a:srgbClr val="F5F8FC"/>
          </a:solidFill>
          <a:ln w="15875">
            <a:solidFill>
              <a:srgbClr val="D9E0EC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Self-RAG  </a:t>
            </a:r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불필요(인사·잡담) → 바로 답변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 flipV="1">
            <a:off x="3566160" y="3493008"/>
            <a:ext cx="777240" cy="22860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343400" y="3154680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E74C6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Pre-Retrieval ① 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→ </a:t>
            </a:r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Decomposition</a:t>
            </a:r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하위 질문 + 원 질문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 flipH="1">
            <a:off x="3840480" y="3840480"/>
            <a:ext cx="1051560" cy="59436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023360" y="5417820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4343400" y="4828032"/>
            <a:ext cx="4160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C3CEE0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 → 답변으로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애매 → Pre-Retrieval ② 교정 후 재검색(상한)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Rewriting·Multi·HyDE·Step-Back 중 1개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부정확 → web_search(선택) / 확인 필요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43400" y="5102352"/>
            <a:ext cx="54864" cy="54864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60533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→ 재작성(최대 2회)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023360" y="6629400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041648" y="6364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343400" y="6419088"/>
            <a:ext cx="1737360" cy="420624"/>
          </a:xfrm>
          <a:prstGeom prst="flowChartTerminator">
            <a:avLst/>
          </a:prstGeom>
          <a:solidFill>
            <a:srgbClr val="F5F8FC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답변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72200" y="632764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↺ 미리 그린 분기 · 고정 상한 · 끝내 부족하면 「확인 필요」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915400" y="2011680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Pre-Retrieval이 들어가는 두 자리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8915400" y="2542032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0" y="266090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509760" y="26517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전 — 질문 문장만 보고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098280" y="370332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여부는 문장만 봐도 앎 → 먼저 검색해 보는 낭비를 줄임 · △는 용어가 흔들리는 질문만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98280" y="3108960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Decomposition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1430000" y="310896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Multi-Query △ 조건부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915400" y="4343400"/>
            <a:ext cx="5212080" cy="1901952"/>
          </a:xfrm>
          <a:prstGeom prst="roundRect">
            <a:avLst>
              <a:gd name="adj" fmla="val 480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52560" y="44622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509760" y="44531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채점 「애매」 후 — 결과를 보고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9098280" y="571500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나쁠 때만 의미가 있음 → 멀쩡한 질문에는 LLM 비용을 쓰지 않음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098280" y="4846320"/>
            <a:ext cx="2354580" cy="347472"/>
          </a:xfrm>
          <a:prstGeom prst="roundRect">
            <a:avLst>
              <a:gd name="adj" fmla="val 15789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Query Rewriting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1590020" y="4846320"/>
            <a:ext cx="2354580" cy="347472"/>
          </a:xfrm>
          <a:prstGeom prst="roundRect">
            <a:avLst>
              <a:gd name="adj" fmla="val 15789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Multi-Query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098280" y="5248656"/>
            <a:ext cx="2354580" cy="347472"/>
          </a:xfrm>
          <a:prstGeom prst="roundRect">
            <a:avLst>
              <a:gd name="adj" fmla="val 15789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HyDE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1590020" y="5248656"/>
            <a:ext cx="2354580" cy="347472"/>
          </a:xfrm>
          <a:prstGeom prst="roundRect">
            <a:avLst>
              <a:gd name="adj" fmla="val 15789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Step-Back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8915400" y="6336792"/>
            <a:ext cx="5212080" cy="841248"/>
          </a:xfrm>
          <a:prstGeom prst="roundRect">
            <a:avLst>
              <a:gd name="adj" fmla="val 6522"/>
            </a:avLst>
          </a:prstGeom>
          <a:solidFill>
            <a:srgbClr val="404155"/>
          </a:solidFill>
          <a:ln/>
        </p:spPr>
      </p:sp>
      <p:sp>
        <p:nvSpPr>
          <p:cNvPr id="56" name="Text 54"/>
          <p:cNvSpPr/>
          <p:nvPr/>
        </p:nvSpPr>
        <p:spPr>
          <a:xfrm>
            <a:off x="9098280" y="6336792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원 질문은 버리지 않고 항상 함께 검색·합침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재검색 횟수는 고정 상한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효과는 평가셋으로 On·Off 비교해 확인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02920" y="7296912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교재 「10. RAG」 4.1 · 5.2~5.4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Adaptive-RAG, Jeong et al.(2024)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CRAG, Yan et al.(2024)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기법 배치: 세 패턴 결합 워크플로우 기준 설계안(현재 소스 기준 아님)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아키텍처 패턴에 Pre-Retrieval 적용</dc:title>
  <dc:subject>PptxGenJS Presentation</dc:subject>
  <dc:creator>PptxGenJS</dc:creator>
  <cp:lastModifiedBy>PptxGenJS</cp:lastModifiedBy>
  <cp:revision>1</cp:revision>
  <dcterms:created xsi:type="dcterms:W3CDTF">2026-10-02T11:26:58Z</dcterms:created>
  <dcterms:modified xsi:type="dcterms:W3CDTF">2026-10-02T11:26:58Z</dcterms:modified>
</cp:coreProperties>
</file>