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62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추출 단위는 LLM에 한 번에 넣는 글 조각입니다. 검색용 청크는 800토큰 크기라 약관 청크 하나에 조항이 아홉 개씩 들어 있습니다. 이걸 통째로 넣으면 LLM이 조항 목록만 뽑고 각 조항 안의 조건이나 기한은 놓칩니다. 실험에서도 청크 단위로는 조항과 문서 노드만 나왔고, 조항 단위로 나누자 조건, 기한, 처리 노드가 나오기 시작했습니다. 아직 합격 기준을 넘지는 못해 스키마 설명을 더 다듬는 중입니다.
나누는 방법은 단순합니다. 조항 제목 줄을 찾되 바로 다음 줄이 ①로 시작할 때만 조항의 시작으로 봅니다. 그래야 제목만 이어지는 차례가 단위가 되지 않습니다. 다음 제목 전까지를 한 단위로 자르고, 청크가 겹쳐서 같은 조항이 두 번 나오면 하나만 남기되 원래 청크 ID를 모두 기록합니다. 이 parent_chunk_ids가 검색 결과의 chunk_id와 그래프를 잇는 끈입니다.
혜택 안내와 상담 기록은 청크가 이미 카드 하나, 상담 한 건이라 그대로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규칙은 세 가지 값입니다. 조항 제목 꼴의 정규식, 본문 시작 표시 ①, 버릴 줄(장 제목)입니다. _split_by_heading은 제목 줄 가운데 다음 줄이 ①로 시작하는 줄만 시작점으로 삼고, 다음 시작점 전까지를 한 단위로 자릅니다. 단위 ID는 문서 종류와 조항 번호로 만들어서, 같은 조항이 겹침 구간 때문에 두 청크에 나오면 같은 ID가 됩니다.
split_chunks는 같은 ID를 만나면 글이 더 긴 쪽을 남기고 두 청크의 ID를 parent_chunk_ids에 모읍니다. 약관 청크 10개에서 단위 51개가 나왔고, 그중 13개는 부모 청크가 두 개였습니다.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구축 K1 추출 단위 나누기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LLM에 한 번에 넣는 글 조각을 뜻 단위(조항)로 맞춤. 검색용 청크는 그대로 두고 추출 직전에만 나눔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6675120" cy="41148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6675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나누나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9321" y="233172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09321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그대로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972361" y="233172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972361" y="2331720"/>
            <a:ext cx="2057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청크 1개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1,449자, 조항 9개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093769" y="2788920"/>
            <a:ext cx="832104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048049" y="2441448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1번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89881" y="23317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989881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조항, 문서 노드만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안 내용은 놓침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9321" y="329184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09321" y="3291840"/>
            <a:ext cx="1325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단위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972361" y="32918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972361" y="3291840"/>
            <a:ext cx="2057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9개로 나눔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제16조 ~ 제21조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093769" y="3749040"/>
            <a:ext cx="832104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048049" y="3401568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9번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989881" y="32918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4989881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조건, 기한, 처리</a:t>
            </a:r>
            <a:endParaRPr lang="en-US" sz="1500" dirty="0"/>
          </a:p>
          <a:p>
            <a:pPr marL="0" indent="0" algn="ctr">
              <a:spcAft>
                <a:spcPts val="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노드가 나오기 시작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458761" y="1737360"/>
            <a:ext cx="6675120" cy="41148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458761" y="1737360"/>
            <a:ext cx="6675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나누나 (약관)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458761" y="2258568"/>
            <a:ext cx="6675120" cy="475488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7550201" y="232257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7550201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007401" y="2258568"/>
            <a:ext cx="60350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ko-KR" altLang="en-US" sz="15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청크에서</a:t>
            </a:r>
            <a:r>
              <a:rPr lang="ko-KR" alt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제목 줄 찾기: 「제16조(할부 거래)」 </a:t>
            </a:r>
            <a:r>
              <a:rPr lang="ko-KR" alt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458761" y="2807208"/>
            <a:ext cx="6675120" cy="475488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7550201" y="28712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7550201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007401" y="2807208"/>
            <a:ext cx="60350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줄이 ①로 시작할 </a:t>
            </a:r>
            <a:r>
              <a:rPr lang="en-US" sz="15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때만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시작점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458761" y="3355848"/>
            <a:ext cx="6675120" cy="475488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7550201" y="341985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7550201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8007401" y="3355848"/>
            <a:ext cx="60350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</a:t>
            </a:r>
            <a:r>
              <a:rPr lang="en-US" sz="15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전까지가 한 </a:t>
            </a:r>
            <a:r>
              <a:rPr lang="en-US" sz="15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-&gt; </a:t>
            </a:r>
            <a:r>
              <a:rPr lang="ko-KR" alt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조항별로 분할함 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7458761" y="3904488"/>
            <a:ext cx="6675120" cy="475488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7550201" y="396849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7550201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8007401" y="3904488"/>
            <a:ext cx="603504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겹친 조항은 하나로 합치고 부모 청크 ID는 모두 기록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509321" y="5082068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509321" y="5082068"/>
            <a:ext cx="25603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종류별 추출 단위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179748"/>
              </p:ext>
            </p:extLst>
          </p:nvPr>
        </p:nvGraphicFramePr>
        <p:xfrm>
          <a:off x="509321" y="5493548"/>
          <a:ext cx="6675120" cy="160934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 종류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추출 단위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 → 단위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조항 제목 줄로 나눔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 → 51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혜택 안내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 그대로 (카드 경계로 이미 나뉨)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160 → 160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 기록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 그대로 (상담 1건)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 → 48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6" name="Shape 42"/>
          <p:cNvSpPr/>
          <p:nvPr/>
        </p:nvSpPr>
        <p:spPr>
          <a:xfrm>
            <a:off x="7458761" y="5082068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3"/>
          <p:cNvSpPr txBox="1"/>
          <p:nvPr/>
        </p:nvSpPr>
        <p:spPr>
          <a:xfrm>
            <a:off x="7458761" y="5082068"/>
            <a:ext cx="21031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엔진과 </a:t>
            </a:r>
            <a:r>
              <a:rPr lang="en-US" alt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7458761" y="5539268"/>
            <a:ext cx="2042160" cy="822960"/>
          </a:xfrm>
          <a:prstGeom prst="roundRect">
            <a:avLst>
              <a:gd name="adj" fmla="val 8889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5"/>
          <p:cNvSpPr txBox="1"/>
          <p:nvPr/>
        </p:nvSpPr>
        <p:spPr>
          <a:xfrm>
            <a:off x="7458761" y="5539268"/>
            <a:ext cx="204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</a:t>
            </a:r>
            <a:r>
              <a:rPr lang="ko-KR" alt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</a:t>
            </a: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검색하여 </a:t>
            </a:r>
            <a:endParaRPr lang="en-US" altLang="ko-KR" sz="1500" b="1" dirty="0">
              <a:solidFill>
                <a:srgbClr val="2B324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spcAft>
                <a:spcPts val="100"/>
              </a:spcAft>
              <a:buNone/>
            </a:pPr>
            <a:r>
              <a:rPr lang="en-US" sz="1500" b="1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찾은</a:t>
            </a:r>
            <a:r>
              <a:rPr lang="en-US" sz="1500" b="1" dirty="0"/>
              <a:t> </a:t>
            </a: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</a:t>
            </a:r>
            <a:endParaRPr lang="en-US" sz="1500" dirty="0"/>
          </a:p>
        </p:txBody>
      </p:sp>
      <p:sp>
        <p:nvSpPr>
          <p:cNvPr id="50" name="Shape 46"/>
          <p:cNvSpPr/>
          <p:nvPr/>
        </p:nvSpPr>
        <p:spPr>
          <a:xfrm>
            <a:off x="9528353" y="5950748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7"/>
          <p:cNvSpPr/>
          <p:nvPr/>
        </p:nvSpPr>
        <p:spPr>
          <a:xfrm>
            <a:off x="9775241" y="5539268"/>
            <a:ext cx="2042160" cy="822960"/>
          </a:xfrm>
          <a:prstGeom prst="roundRect">
            <a:avLst>
              <a:gd name="adj" fmla="val 888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8"/>
          <p:cNvSpPr txBox="1"/>
          <p:nvPr/>
        </p:nvSpPr>
        <p:spPr>
          <a:xfrm>
            <a:off x="9775241" y="5539268"/>
            <a:ext cx="204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</a:t>
            </a:r>
            <a:r>
              <a:rPr lang="en-US" altLang="ko-KR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</a:t>
            </a:r>
            <a:r>
              <a:rPr lang="en-US" altLang="ko-KR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parent_chunk_ids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가진 조항 노드들을 찾음</a:t>
            </a:r>
            <a:endParaRPr lang="en-US" sz="1500" dirty="0"/>
          </a:p>
        </p:txBody>
      </p:sp>
      <p:sp>
        <p:nvSpPr>
          <p:cNvPr id="53" name="Shape 49"/>
          <p:cNvSpPr/>
          <p:nvPr/>
        </p:nvSpPr>
        <p:spPr>
          <a:xfrm>
            <a:off x="11844833" y="5950748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0"/>
          <p:cNvSpPr/>
          <p:nvPr/>
        </p:nvSpPr>
        <p:spPr>
          <a:xfrm>
            <a:off x="12091721" y="5539268"/>
            <a:ext cx="2042160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1"/>
          <p:cNvSpPr txBox="1"/>
          <p:nvPr/>
        </p:nvSpPr>
        <p:spPr>
          <a:xfrm>
            <a:off x="12091721" y="5539268"/>
            <a:ext cx="204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alt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찾은 조항 노드에서 답변에 필요한 근거 노드를 관계기반 검색</a:t>
            </a:r>
            <a:endParaRPr lang="en-US" sz="1500" dirty="0"/>
          </a:p>
        </p:txBody>
      </p:sp>
      <p:sp>
        <p:nvSpPr>
          <p:cNvPr id="56" name="Shape 52"/>
          <p:cNvSpPr/>
          <p:nvPr/>
        </p:nvSpPr>
        <p:spPr>
          <a:xfrm>
            <a:off x="7458761" y="6545108"/>
            <a:ext cx="64008" cy="694198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3"/>
          <p:cNvSpPr txBox="1"/>
          <p:nvPr/>
        </p:nvSpPr>
        <p:spPr>
          <a:xfrm>
            <a:off x="7623353" y="6545108"/>
            <a:ext cx="6510528" cy="69419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규칙은</a:t>
            </a: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스키마 승인 기록에서 가져옴.</a:t>
            </a:r>
            <a:endParaRPr lang="en-US" sz="15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설계, 시험, 인덱싱이 모두 같은 단위를 씀</a:t>
            </a:r>
            <a:endParaRPr lang="en-US" sz="15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0C62B2-0C62-FBB7-D8FA-028D102D12B9}"/>
              </a:ext>
            </a:extLst>
          </p:cNvPr>
          <p:cNvSpPr txBox="1"/>
          <p:nvPr/>
        </p:nvSpPr>
        <p:spPr>
          <a:xfrm>
            <a:off x="7458761" y="4514850"/>
            <a:ext cx="6675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※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청크가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Over-lab size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만큼 중복되기 때문에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부모청크가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동일한 조항 조각이 생김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K1 추출 단위 나누기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제목 줄과 본문 시작 표시로 조항을 자르고, 겹친 조항은 합치면서 부모 청크 ID를 모음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7452360" cy="5532120"/>
          </a:xfrm>
          <a:prstGeom prst="roundRect">
            <a:avLst>
              <a:gd name="adj" fmla="val 99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19049" y="1810512"/>
            <a:ext cx="72329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ko-KR" altLang="en-US" sz="1400" b="1" dirty="0"/>
              <a:t>조항 나누기 코드 예제</a:t>
            </a:r>
            <a:endParaRPr lang="en-US" sz="1400" b="1" dirty="0"/>
          </a:p>
        </p:txBody>
      </p:sp>
      <p:sp>
        <p:nvSpPr>
          <p:cNvPr id="7" name="Text 4"/>
          <p:cNvSpPr txBox="1"/>
          <p:nvPr/>
        </p:nvSpPr>
        <p:spPr>
          <a:xfrm>
            <a:off x="619049" y="2139696"/>
            <a:ext cx="7232904" cy="5074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= {"heading": r"^(제\d+조(?:의\d+)?)\(([^)]*)\)\s*$",  # 조항 제목 줄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"body_start": "①",                     # 본문 시작 표시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"drop_lines": r"^제\d+장\s"}           # 버릴 줄(장 제목)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_split_by_heading(chunk, rule):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heading = re.compile(rule["heading"])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drop = re.compile(rule["drop_lines"])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lines = chunk["text"].split("\n")</a:t>
            </a:r>
            <a:endParaRPr lang="en-US" sz="14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nxt = lambda i: next((l.strip() for l in lines[i + 1:] if l.strip()), "")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제목 줄이면서 다음 줄이 ①로 시작하는 줄만 시작점(차례 제외)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starts = [i for i, l in enumerate(lines) if heading.match(l.strip())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and nxt(i).startswith(rule["body_start"])]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units = []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k, i in enumerate(starts):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end = starts[k + 1] if k + 1 &lt; len(starts) else len(lines)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body = [l for l in lines[i:end] if not drop.match(l.strip())]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 = heading.match(lines[i].strip())</a:t>
            </a:r>
            <a:endParaRPr lang="en-US" sz="14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units.append({"id": f"{chunk['doc_type']}:{m.group(1)}",  # regulation:제16조</a:t>
            </a:r>
            <a:endParaRPr lang="en-US" sz="14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"text": "\n".join(body).strip(),</a:t>
            </a:r>
            <a:endParaRPr lang="en-US" sz="14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"parent_chunk_ids": [chunk["id"]]})</a:t>
            </a:r>
            <a:endParaRPr lang="en-US" sz="14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return units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36001" y="1737360"/>
            <a:ext cx="5897880" cy="3657600"/>
          </a:xfrm>
          <a:prstGeom prst="roundRect">
            <a:avLst>
              <a:gd name="adj" fmla="val 15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8345729" y="1810512"/>
            <a:ext cx="567842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split_chunks: 겹친 조항 합치기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45729" y="2139696"/>
            <a:ext cx="5678424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split_chunks(chunks, rule):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merged = {}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c in chunks: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for u in _split_by_heading(c, rule):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old = merged.get(u["id"])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if old is None: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merged[u["id"]] = u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continue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# 같은 조항이 또 나오면 긴 글 + 부모 ID 모음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parents = (old["parent_chunk_ids"]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+ u["parent_chunk_ids"])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keep = u if len(u["text"]) &gt; len(old["text"]) else old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merged[u["id"]] = {**keep, "parent_chunk_ids": parents}</a:t>
            </a:r>
            <a:endParaRPr lang="en-US" sz="14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return list(merged.values())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36001" y="5486400"/>
            <a:ext cx="5897880" cy="1307592"/>
          </a:xfrm>
          <a:prstGeom prst="roundRect">
            <a:avLst>
              <a:gd name="adj" fmla="val 419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345729" y="5559552"/>
            <a:ext cx="567842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예 (약관 청크 10개 → 단위 51개)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345729" y="5888736"/>
            <a:ext cx="567842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{"id": "regulation:제16조의2",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"text": "제16조의2(할부 거래의 철회 요청)\n① …",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"parent_chunk_ids": ["D1_…_112f1e4abea05436_0000",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"D1_…_a4fd4ae81ec3f063_0000"]}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36001" y="6858000"/>
            <a:ext cx="5897880" cy="411480"/>
          </a:xfrm>
          <a:prstGeom prst="roundRect">
            <a:avLst>
              <a:gd name="adj" fmla="val 1777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236001" y="6858000"/>
            <a:ext cx="58978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청크 2개인 단위 13개: 어느 청크가 검색돼도 이 조항으로 이어짐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1071</Words>
  <Application>Microsoft Office PowerPoint</Application>
  <PresentationFormat>사용자 지정</PresentationFormat>
  <Paragraphs>96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Pretendard</vt:lpstr>
      <vt:lpstr>Pretendard SemiBold</vt:lpstr>
      <vt:lpstr>Office Theme</vt:lpstr>
      <vt:lpstr>KG 구축 K1 추출 단위 나누기</vt:lpstr>
      <vt:lpstr>K1 추출 단위 나누기 코드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11</cp:revision>
  <dcterms:created xsi:type="dcterms:W3CDTF">2026-10-19T11:26:58Z</dcterms:created>
  <dcterms:modified xsi:type="dcterms:W3CDTF">2026-10-19T11:52:56Z</dcterms:modified>
</cp:coreProperties>
</file>