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병합 기준은 인덱싱이 새로 정하는 것이 아니라 스키마 설계에서 이미 정해져 넘어옵니다. 약관 스키마에는 약관 문서 노드의 버전이 고유 속성이라는 제약이 하나 있습니다. 인덱싱은 이 제약을 읽어 두었다가, K4에서 노드를 쓸 때 노드마다 라벨을 제약의 라벨과 비교합니다. 약관 제16조 단위에서 뽑힌 노드 네 개 가운데 라벨이 같은 것은 약관 문서 노드 하나뿐이라, 그 노드의 버전 값만 합칠 값으로 모입니다. 조항 노드는 라벨이 달라 건너뜁니다.
K5는 모인 값마다 같은 세대에서 값이 같은 노드를 찾아 합칩니다. 제약은 LLM에게도 보이지만, LLM은 단위마다 따로 불려서 중복을 피할 수 없습니다. Neo4j에도 제약을 걸지 않습니다. 걸어 두면 같은 값의 두 번째 노드를 쓰는 순간 실패하기 때문입니다. 그래서 제약은 막는 데가 아니라 나중에 합치는 기준으로만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장의 원리가 실제로 어떻게 나타나는지 봅니다. K4는 쓰기만 하기 때문에, 약관 조항 16개에서 각각 뽑힌 약관 문서 노드 16개가 그대로 들어가 있습니다. K5는 버전 값이 같은 이 노드들을 하나로 합칩니다. 혜택 안내는 상품 ID, 상담 기록은 상담 번호가 같은 노드를 합칩니다. 고유 속성이 없는 조항이나 제안 노드는 합치지 않습니다.
합칠 때 관계도 남는 노드로 옮깁니다. 그래서 합쳐진 약관 문서 노드는 조항 16개와 이어지고, 근거 추출 단위도 16개를 모두 기억합니다. 상담 예시에서는 다른 상담이 앞 상담을 가리키며 만든 번호만 있는 노드와, 그 상담 본문에서 뽑힌 노드가 하나로 합쳐져 이전 상담과 다음 상담이 실제로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합칠 값은 K4가 노드를 쓰면서 미리 모읍니다. 스키마의 고유 속성 제약을 보고, 이번에 쓴 노드 가운데 그 라벨이면서 값이 있는 것만 모읍니다. k5_merge는 그 값마다 같은 세대에서 값이 같은 노드를 찾고, 두 개 이상이면 APOC의 mergeNodes로 합칩니다.
v0 표본 전체 재색인에서는 세 묶음이 합쳐져 엔티티가 110개에서 91개로 줄었습니다. 증분 색인에서는 새로 쓴 엔티티 29개 가운데 5개가 이미 있던 노드와 합쳐졌습니다.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K5 병합의 원리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스키마 설계에서 정한 고유 속성 제약을 K4가 노드와 맞춰 보고 값을 모으면, K5가 그 값으로 같은 세대의 노드를 찾아 합침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3166110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9321" y="1737360"/>
            <a:ext cx="316611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스키마 설계 (정함)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9321" y="2212848"/>
            <a:ext cx="3166110" cy="1920240"/>
          </a:xfrm>
          <a:prstGeom prst="roundRect">
            <a:avLst>
              <a:gd name="adj" fmla="val 3810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9049" y="2267712"/>
            <a:ext cx="2946654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schema_spec.json에 정하고 graph_schema.json으로 확정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9049" y="3035808"/>
            <a:ext cx="2946654" cy="987552"/>
          </a:xfrm>
          <a:prstGeom prst="roundRect">
            <a:avLst>
              <a:gd name="adj" fmla="val 55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8777" y="3108960"/>
            <a:ext cx="272719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{"type": "UNIQUENESS",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"node_type": "TermsDocument",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"property_name": "version"}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12007" y="3172968"/>
            <a:ext cx="246888" cy="0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995471" y="1737360"/>
            <a:ext cx="3166110" cy="384048"/>
          </a:xfrm>
          <a:prstGeom prst="roundRect">
            <a:avLst>
              <a:gd name="adj" fmla="val 11905"/>
            </a:avLst>
          </a:prstGeom>
          <a:solidFill>
            <a:srgbClr val="1E2A5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995471" y="1737360"/>
            <a:ext cx="316611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인덱싱 준비 (읽음)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995471" y="2212848"/>
            <a:ext cx="316611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05199" y="2267712"/>
            <a:ext cx="2946654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load_schemas()가 문서 유형별 graph_schema.json을 읽음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105199" y="3035808"/>
            <a:ext cx="2946654" cy="987552"/>
          </a:xfrm>
          <a:prstGeom prst="roundRect">
            <a:avLst>
              <a:gd name="adj" fmla="val 55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14927" y="3108960"/>
            <a:ext cx="272719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약관: TermsDocument.version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혜택: ProductGuide.product_id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상담: Consultation.record_id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198157" y="3172968"/>
            <a:ext cx="246888" cy="0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481621" y="1737360"/>
            <a:ext cx="3166110" cy="384048"/>
          </a:xfrm>
          <a:prstGeom prst="roundRect">
            <a:avLst>
              <a:gd name="adj" fmla="val 11905"/>
            </a:avLst>
          </a:prstGeom>
          <a:solidFill>
            <a:srgbClr val="1E2A5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481621" y="1737360"/>
            <a:ext cx="316611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K4 적재 (모음)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81621" y="2212848"/>
            <a:ext cx="316611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91349" y="2267712"/>
            <a:ext cx="2946654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라벨이 제약 라벨과 같고 값이 있으면 (라벨, 속성, 값)을 모음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591349" y="3035808"/>
            <a:ext cx="2946654" cy="987552"/>
          </a:xfrm>
          <a:prstGeom prst="roundRect">
            <a:avLst>
              <a:gd name="adj" fmla="val 55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01077" y="3108960"/>
            <a:ext cx="272719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merge_keys =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("TermsDocument",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"version", "1.2")}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0684307" y="3172968"/>
            <a:ext cx="246888" cy="0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10967771" y="1737360"/>
            <a:ext cx="3166110" cy="384048"/>
          </a:xfrm>
          <a:prstGeom prst="roundRect">
            <a:avLst>
              <a:gd name="adj" fmla="val 11905"/>
            </a:avLst>
          </a:prstGeom>
          <a:solidFill>
            <a:srgbClr val="1E2A5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967771" y="1737360"/>
            <a:ext cx="316611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K5 병합 (합침)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967771" y="2212848"/>
            <a:ext cx="316611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1077499" y="2267712"/>
            <a:ext cx="2946654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값마다 같은 세대에서 값이 같은 노드를 찾아 2개 이상이면 mergeNodes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1077499" y="3035808"/>
            <a:ext cx="2946654" cy="987552"/>
          </a:xfrm>
          <a:prstGeom prst="roundRect">
            <a:avLst>
              <a:gd name="adj" fmla="val 55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1187227" y="3108960"/>
            <a:ext cx="272719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TermsDocument 1.2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16개 → 1개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09321" y="4389120"/>
            <a:ext cx="74980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③의 비교: 약관 제16조 단위에서 뽑힌 노드 (제약의 node_type은 'TermsDocument')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4791456"/>
          <a:ext cx="7498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32004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n.label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c.node_type == n.label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TermsDocument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모음 (version 1.2)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Clause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거짓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건너뜀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거짓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건너뜀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Handling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거짓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건너뜀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34" name="Text 30"/>
          <p:cNvSpPr txBox="1"/>
          <p:nvPr/>
        </p:nvSpPr>
        <p:spPr>
          <a:xfrm>
            <a:off x="509321" y="6912864"/>
            <a:ext cx="74980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16개 단위가 같은 키를 넣어도 set이라 키는 1개만 남음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8327441" y="4389120"/>
            <a:ext cx="58064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제약을 쓰는 곳과 안 쓰는 곳</a:t>
            </a:r>
            <a:endParaRPr lang="en-US" sz="1500" dirty="0"/>
          </a:p>
        </p:txBody>
      </p:sp>
      <p:sp>
        <p:nvSpPr>
          <p:cNvPr id="36" name="Shape 32"/>
          <p:cNvSpPr/>
          <p:nvPr/>
        </p:nvSpPr>
        <p:spPr>
          <a:xfrm>
            <a:off x="8327441" y="4791456"/>
            <a:ext cx="5806440" cy="530352"/>
          </a:xfrm>
          <a:prstGeom prst="roundRect">
            <a:avLst>
              <a:gd name="adj" fmla="val 1379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418881" y="4882896"/>
            <a:ext cx="1417320" cy="347472"/>
          </a:xfrm>
          <a:prstGeom prst="roundRect">
            <a:avLst>
              <a:gd name="adj" fmla="val 39474"/>
            </a:avLst>
          </a:prstGeom>
          <a:solidFill>
            <a:srgbClr val="FFFFFF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418881" y="4882896"/>
            <a:ext cx="14173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K2 추출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9927641" y="4791456"/>
            <a:ext cx="411480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LLM에 보이지만 단위끼리 서로 몰라 중복이 생김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8327441" y="5394960"/>
            <a:ext cx="5806440" cy="530352"/>
          </a:xfrm>
          <a:prstGeom prst="roundRect">
            <a:avLst>
              <a:gd name="adj" fmla="val 1379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8418881" y="5486400"/>
            <a:ext cx="1417320" cy="347472"/>
          </a:xfrm>
          <a:prstGeom prst="roundRect">
            <a:avLst>
              <a:gd name="adj" fmla="val 39474"/>
            </a:avLst>
          </a:prstGeom>
          <a:solidFill>
            <a:srgbClr val="FFFFFF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8418881" y="5486400"/>
            <a:ext cx="14173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K3 가지치기</a:t>
            </a:r>
            <a:endParaRPr lang="en-US" sz="1400" dirty="0"/>
          </a:p>
        </p:txBody>
      </p:sp>
      <p:sp>
        <p:nvSpPr>
          <p:cNvPr id="43" name="Text 39"/>
          <p:cNvSpPr txBox="1"/>
          <p:nvPr/>
        </p:nvSpPr>
        <p:spPr>
          <a:xfrm>
            <a:off x="9927641" y="5394960"/>
            <a:ext cx="411480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속성만 보고 고유 속성은 안 봄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327441" y="5998464"/>
            <a:ext cx="5806440" cy="530352"/>
          </a:xfrm>
          <a:prstGeom prst="roundRect">
            <a:avLst>
              <a:gd name="adj" fmla="val 1379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418881" y="6089904"/>
            <a:ext cx="1417320" cy="347472"/>
          </a:xfrm>
          <a:prstGeom prst="roundRect">
            <a:avLst>
              <a:gd name="adj" fmla="val 39474"/>
            </a:avLst>
          </a:prstGeom>
          <a:solidFill>
            <a:srgbClr val="FFFFFF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8418881" y="6089904"/>
            <a:ext cx="14173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</a:t>
            </a:r>
            <a:endParaRPr lang="en-US" sz="1400" dirty="0"/>
          </a:p>
        </p:txBody>
      </p:sp>
      <p:sp>
        <p:nvSpPr>
          <p:cNvPr id="47" name="Text 43"/>
          <p:cNvSpPr txBox="1"/>
          <p:nvPr/>
        </p:nvSpPr>
        <p:spPr>
          <a:xfrm>
            <a:off x="9927641" y="5998464"/>
            <a:ext cx="411480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제약을 걸지 않음. 걸면 K4 쓰기가 실패함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8327441" y="6601968"/>
            <a:ext cx="5806440" cy="530352"/>
          </a:xfrm>
          <a:prstGeom prst="roundRect">
            <a:avLst>
              <a:gd name="adj" fmla="val 13793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8418881" y="6693408"/>
            <a:ext cx="1417320" cy="347472"/>
          </a:xfrm>
          <a:prstGeom prst="roundRect">
            <a:avLst>
              <a:gd name="adj" fmla="val 39474"/>
            </a:avLst>
          </a:prstGeom>
          <a:solidFill>
            <a:srgbClr val="2E74C6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8418881" y="6693408"/>
            <a:ext cx="14173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K4와 K5</a:t>
            </a:r>
            <a:endParaRPr lang="en-US" sz="1400" dirty="0"/>
          </a:p>
        </p:txBody>
      </p:sp>
      <p:sp>
        <p:nvSpPr>
          <p:cNvPr id="51" name="Text 47"/>
          <p:cNvSpPr txBox="1"/>
          <p:nvPr/>
        </p:nvSpPr>
        <p:spPr>
          <a:xfrm>
            <a:off x="9927641" y="6601968"/>
            <a:ext cx="411480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쓰는 곳: 값을 모으고 합침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구축 K5 병합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노드를 합칠 때 사용 하는 스키마의 고유 속성 값이 같은 노드를 하나로 합쳐, 여러 추출 단위에 흩어진 같은 대상을 한 노드로 모음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384048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9321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합치는 기준: 스키마의 고유 속성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9321" y="219456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9321" y="2194560"/>
            <a:ext cx="3840480" cy="777240"/>
          </a:xfrm>
          <a:prstGeom prst="rect">
            <a:avLst/>
          </a:prstGeom>
          <a:noFill/>
          <a:ln/>
        </p:spPr>
        <p:txBody>
          <a:bodyPr wrap="square" lIns="127000" tIns="38100" rIns="1270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</a:t>
            </a:r>
            <a:endParaRPr lang="en-US" sz="1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TermsDocument.version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9321" y="306324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9321" y="3063240"/>
            <a:ext cx="3840480" cy="777240"/>
          </a:xfrm>
          <a:prstGeom prst="rect">
            <a:avLst/>
          </a:prstGeom>
          <a:noFill/>
          <a:ln/>
        </p:spPr>
        <p:txBody>
          <a:bodyPr wrap="square" lIns="127000" tIns="38100" rIns="1270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혜택 안내</a:t>
            </a:r>
            <a:endParaRPr lang="en-US" sz="1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ProductGuide.product_id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9321" y="39319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9321" y="3931920"/>
            <a:ext cx="3840480" cy="777240"/>
          </a:xfrm>
          <a:prstGeom prst="rect">
            <a:avLst/>
          </a:prstGeom>
          <a:noFill/>
          <a:ln/>
        </p:spPr>
        <p:txBody>
          <a:bodyPr wrap="square" lIns="127000" tIns="38100" rIns="1270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기록</a:t>
            </a:r>
            <a:endParaRPr lang="en-US" sz="1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Consultation.record_id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9321" y="48463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509321" y="4846320"/>
            <a:ext cx="3840480" cy="777240"/>
          </a:xfrm>
          <a:prstGeom prst="rect">
            <a:avLst/>
          </a:prstGeom>
          <a:noFill/>
          <a:ln/>
        </p:spPr>
        <p:txBody>
          <a:bodyPr wrap="square" lIns="127000" tIns="38100" rIns="1270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고유 속성이 없는 라벨은 합치지 않음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Clause, Proposal 등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715561" y="1737360"/>
            <a:ext cx="9418320" cy="365760"/>
          </a:xfrm>
          <a:prstGeom prst="roundRect">
            <a:avLst>
              <a:gd name="adj" fmla="val 15000"/>
            </a:avLst>
          </a:prstGeom>
          <a:solidFill>
            <a:srgbClr val="2E74C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715561" y="1737360"/>
            <a:ext cx="9418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1. 약관 문서 노드 (조항 16개에서 각각 뽑힘)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715561" y="2240280"/>
            <a:ext cx="17830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15561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TermsDocument 1.2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526073" y="2423160"/>
            <a:ext cx="33832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891833" y="224028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91833" y="2240280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Clause (조항 1)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715561" y="2679192"/>
            <a:ext cx="17830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715561" y="2679192"/>
            <a:ext cx="17830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TermsDocument 1.2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526073" y="2862072"/>
            <a:ext cx="33832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891833" y="2679192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91833" y="2679192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Clause (조항 2)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715561" y="3118104"/>
            <a:ext cx="17830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15561" y="3118104"/>
            <a:ext cx="17830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TermsDocument 1.2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526073" y="3300984"/>
            <a:ext cx="33832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891833" y="3118104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91833" y="3118104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Clause (조항 3)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4715561" y="3538728"/>
            <a:ext cx="39319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… 16쌍 (약관 문서 노드도 16개)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757209" y="2862072"/>
            <a:ext cx="1243584" cy="0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8647481" y="2478024"/>
            <a:ext cx="14630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mergeNodes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0110521" y="2587752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110521" y="2587752"/>
            <a:ext cx="1783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TermsDocument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1.2 (하나)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 flipV="1">
            <a:off x="11921033" y="2423160"/>
            <a:ext cx="630936" cy="438912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12579401" y="224028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2579401" y="2240280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Clause (조항 1)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1921033" y="2862072"/>
            <a:ext cx="630936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2579401" y="2679192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2579401" y="2679192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Clause (조항 2)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11921033" y="2862072"/>
            <a:ext cx="630936" cy="438912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12579401" y="3118104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2579401" y="3118104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Clause (조항 3)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10110521" y="3538728"/>
            <a:ext cx="40233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… HAS_CLAUSE 16개, FROM_CHUNK 16개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4715561" y="3931920"/>
            <a:ext cx="9418320" cy="365760"/>
          </a:xfrm>
          <a:prstGeom prst="roundRect">
            <a:avLst>
              <a:gd name="adj" fmla="val 15000"/>
            </a:avLst>
          </a:prstGeom>
          <a:solidFill>
            <a:srgbClr val="2E74C6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4715561" y="3931920"/>
            <a:ext cx="9418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2. 상담 노드 (앞 상담 참조와 본문)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4715561" y="4407408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715561" y="4407408"/>
            <a:ext cx="3931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Consultation C-20260302-002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record_id만 (다른 상담의 FOLLOWS로 생김)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4715561" y="502920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715561" y="5029200"/>
            <a:ext cx="3931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Consultation C-20260302-002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속성 5개 (그 상담 본문에서 뽑힘)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8757209" y="4992624"/>
            <a:ext cx="1243584" cy="0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54" name="Text 51"/>
          <p:cNvSpPr txBox="1"/>
          <p:nvPr/>
        </p:nvSpPr>
        <p:spPr>
          <a:xfrm>
            <a:off x="8647481" y="4608576"/>
            <a:ext cx="14630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mergeNodes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10110521" y="4407408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110521" y="4407408"/>
            <a:ext cx="4023360" cy="11704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Consultation C-20260302-002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속성 5개 (빈 속성이 채워짐)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FOLLOWS 1, FROM_CHUNK 2 유지</a:t>
            </a:r>
            <a:endParaRPr lang="en-US" sz="1500" dirty="0"/>
          </a:p>
        </p:txBody>
      </p:sp>
      <p:sp>
        <p:nvSpPr>
          <p:cNvPr id="57" name="Shape 54"/>
          <p:cNvSpPr/>
          <p:nvPr/>
        </p:nvSpPr>
        <p:spPr>
          <a:xfrm>
            <a:off x="509321" y="5852160"/>
            <a:ext cx="6720840" cy="1417320"/>
          </a:xfrm>
          <a:prstGeom prst="roundRect">
            <a:avLst>
              <a:gd name="adj" fmla="val 516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19049" y="598932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619049" y="5989320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60" name="Text 57"/>
          <p:cNvSpPr txBox="1"/>
          <p:nvPr/>
        </p:nvSpPr>
        <p:spPr>
          <a:xfrm>
            <a:off x="1012241" y="5907024"/>
            <a:ext cx="61264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이번에 들어온 값만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646481" y="6437376"/>
            <a:ext cx="64465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K4가 모은 값만 검사. 관련 엔티티만 건드림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7413041" y="5852160"/>
            <a:ext cx="6720840" cy="1417320"/>
          </a:xfrm>
          <a:prstGeom prst="roundRect">
            <a:avLst>
              <a:gd name="adj" fmla="val 516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522769" y="598932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7522769" y="5989320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7915961" y="5907024"/>
            <a:ext cx="61264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세대 안에서만</a:t>
            </a:r>
            <a:endParaRPr lang="en-US" sz="1500" dirty="0"/>
          </a:p>
        </p:txBody>
      </p:sp>
      <p:sp>
        <p:nvSpPr>
          <p:cNvPr id="66" name="Text 63"/>
          <p:cNvSpPr txBox="1"/>
          <p:nvPr/>
        </p:nvSpPr>
        <p:spPr>
          <a:xfrm>
            <a:off x="7550201" y="6437376"/>
            <a:ext cx="64465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generation이 같은 노드끼리 합침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K5 병합 코드 (kg_build.py)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K4에서 모은 (라벨, 속성, 값)마다 같은 세대의 노드를 찾아, 2개 이상이면 APOC로 하나로 합침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7360920" cy="5532120"/>
          </a:xfrm>
          <a:prstGeom prst="roundRect">
            <a:avLst>
              <a:gd name="adj" fmla="val 99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9049" y="1810512"/>
            <a:ext cx="71414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합칠 값 모으기(apply)와 k5_merge (kg_build.py 발췌)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9049" y="2139696"/>
            <a:ext cx="7141464" cy="5074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apply() 안(K4): 합칠 값 모으기. 이번에 쓴 노드만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 c in schemas[u["doc_type"]]["schema"].constraints: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if (c.node_type == n.label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and n.properties.get(c.property_name) not in (None, "")):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merge_keys.add((n.label, c.property_name,</a:t>
            </a:r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str(n.properties[c.property_name])))</a:t>
            </a:r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 k5_merge(driver, generation, keys):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groups = 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for label, prop, value in sorted(keys):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records, _, _ = driver.execute_query(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f"MATCH (n:`{label}` {{generation: $g}}) "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f"WHERE toString(n.`{prop}`) = $v "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"WITH collect(n) AS ns WHERE size(ns) &gt; 1 "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"CALL apoc.refactor.mergeNodes(ns, "</a:t>
            </a:r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"{properties: 'discard', mergeRels: true}) "</a:t>
            </a:r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"YIELD node RETURN count(node) AS c",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g=generation, v=value)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groups += sum(r["c"] for r in records)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return groups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44561" y="1737360"/>
            <a:ext cx="59893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v0 표본에서 합쳐진 묶음 (전체 재색인)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44561" y="2121408"/>
          <a:ext cx="5989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71800"/>
                <a:gridCol w="11887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고유 속성 값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 → 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TermsDocument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version 1.2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 → 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ProductGuide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product_id D2-C021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 → 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Consultation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record_id C-20260302-002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 → 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144561" y="3977640"/>
            <a:ext cx="5989320" cy="1600200"/>
          </a:xfrm>
          <a:prstGeom prst="roundRect">
            <a:avLst>
              <a:gd name="adj" fmla="val 342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54289" y="4050792"/>
            <a:ext cx="57698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합쳐진 약관 문서 노드 (Neo4j 조회)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54289" y="4379976"/>
            <a:ext cx="5769864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(:TermsDocument {version: "1.2",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effective_date: "2027-01-15", supersedes: "1.1"})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-[:HAS_CLAUSE]-&gt; 조항 노드 16개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-[:FROM_CHUNK]-&gt; 추출 단위 노드 16개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44561" y="5715000"/>
            <a:ext cx="5989320" cy="1554480"/>
          </a:xfrm>
          <a:prstGeom prst="roundRect">
            <a:avLst>
              <a:gd name="adj" fmla="val 4706"/>
            </a:avLst>
          </a:prstGeom>
          <a:solidFill>
            <a:srgbClr val="2E74C6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144561" y="5715000"/>
            <a:ext cx="59893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v0 표본 결과</a:t>
            </a:r>
            <a:endParaRPr lang="en-US" sz="16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재색인: 3묶음, 엔티티 110 → 91</a:t>
            </a:r>
            <a:endParaRPr lang="en-US" sz="16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증분 색인: 3묶음, 새 엔티티 29개 중 5개가 기존 노드와 합쳐짐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2026-10-19T14:45:12Z</dcterms:created>
  <dcterms:modified xsi:type="dcterms:W3CDTF">2026-10-19T14:45:12Z</dcterms:modified>
</cp:coreProperties>
</file>