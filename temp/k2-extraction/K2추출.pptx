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K2는 추출 단위 하나를 LLM에 넣어 노드와 관계를 받는 단계입니다. LLM에는 네 가지가 들어갑니다. 그 문서 유형의 graph_schema.json, 메타데이터 머리줄, 추출 단위 본문, 그리고 라이브러리의 기본 추출 지시입니다. 머리줄은 상담 번호나 날짜처럼 본문에 잘 드러나지 않는 키 속성을 채우려고 붙입니다.
예시 상담에서 LLM은 상담사가 권한 두 방법을 제안 노드로, 고객이 말한 다시 문의할 조건을 재검토 조건 노드로 뽑고, 본문에 적힌 앞 상담 번호로 이전 상담과 이었습니다. 다만 같은 원문을 한 번 더 넣었더니 재검토 조건이 제안의 이유 속성으로 들어갔습니다. LLM은 부를 때마다 결과가 조금씩 다릅니다. 그래서 본문과 스키마가 그대로인 단위는 다시 묻지 않고 앞 결과를 씁니다.
뽑힌 그래프는 같은 함수 안에서 바로 K3 가지치기를 거쳐 스키마에 없는 것을 지웁니다. 검색용 청크와 잇는 일은 K4에서 추출 단위 노드와 FROM_CHUNK 관계가 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추출기는 한 번만 만듭니다. 검색용 청크 노드는 만들지 않고, 오류가 나면 예외로 올리게 설정합니다. 단위마다 머리줄을 붙인 글을 TextChunk 하나로 감싸 넣습니다.
형식 오류는 같은 입력으로 두 번까지 다시 묻고, 그래도 안 되면 오류를 돌려줘 실패 목록에 남깁니다. K2와 K3는 따로 도는 단계가 아니라 한 함수 안에서 함께 수행됩니다. 추출이 끝나면 같은 자리에서 바로 가지치기를 하고, 결과를 kg_prepared.json에 보관합니다. 다음 실행에서는 본문 해시와 스키마 지문이 같으면 이 보관 결과를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K2 엔티티와 관계 추출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추출 단위 하나와 그 문서 유형의 그래프 스키마를 LLM에 넣어, 스키마 모양대로 노드와 관계를 JSON으로 받음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16052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41605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LLM에 넣는 것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9321" y="2194560"/>
            <a:ext cx="4160520" cy="859536"/>
          </a:xfrm>
          <a:prstGeom prst="roundRect">
            <a:avLst>
              <a:gd name="adj" fmla="val 85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9321" y="2194560"/>
            <a:ext cx="4160520" cy="859536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그래프 스키마 설계</a:t>
            </a:r>
            <a:endParaRPr lang="en-US" sz="17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문서유형별로 사전에 정의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9321" y="3145536"/>
            <a:ext cx="4160520" cy="859536"/>
          </a:xfrm>
          <a:prstGeom prst="roundRect">
            <a:avLst>
              <a:gd name="adj" fmla="val 851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9321" y="3145536"/>
            <a:ext cx="4160520" cy="859536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메타데이터</a:t>
            </a:r>
            <a:endParaRPr lang="en-US" sz="17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record_id, 상담일, 채널, 주제, 가명 회원 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09321" y="4096512"/>
            <a:ext cx="4160520" cy="859536"/>
          </a:xfrm>
          <a:prstGeom prst="roundRect">
            <a:avLst>
              <a:gd name="adj" fmla="val 851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9321" y="4096512"/>
            <a:ext cx="4160520" cy="859536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추출 단위 본문</a:t>
            </a:r>
            <a:endParaRPr lang="en-US" sz="17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조항 1건, 상담 1건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9321" y="5047488"/>
            <a:ext cx="4160520" cy="859536"/>
          </a:xfrm>
          <a:prstGeom prst="roundRect">
            <a:avLst>
              <a:gd name="adj" fmla="val 851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5047488"/>
            <a:ext cx="4160520" cy="859536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추출 지시</a:t>
            </a:r>
            <a:endParaRPr lang="en-US" sz="17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neo4j-graphrag라이브러리의 프롬프트 그대로 사용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989881" y="2679192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1E2A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989881" y="2679192"/>
            <a:ext cx="16002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2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gpt-oss-120b</a:t>
            </a:r>
            <a:endParaRPr lang="en-US" sz="2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(Groq)</a:t>
            </a:r>
            <a:endParaRPr lang="en-US" sz="2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하나에 1번</a:t>
            </a:r>
            <a:endParaRPr lang="en-US" sz="2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4건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706417" y="4050792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626657" y="4050792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910121" y="1737360"/>
            <a:ext cx="722376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10121" y="1737360"/>
            <a:ext cx="7223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나온 그래프 (상담 C-20260501-003 예시)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910121" y="2194560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10121" y="2194560"/>
            <a:ext cx="233172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C-20260501-003, 콜센터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9273" y="2624328"/>
            <a:ext cx="8229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379001" y="2432304"/>
            <a:ext cx="1874520" cy="384048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79001" y="2432304"/>
            <a:ext cx="18745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HAS_PROPOSAL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1271809" y="2624328"/>
            <a:ext cx="914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1390681" y="21945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390681" y="2194560"/>
            <a:ext cx="274320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Proposal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영수증 대조 (거절)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910121" y="3145536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10121" y="3145536"/>
            <a:ext cx="233172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C-20260501-003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269273" y="3575304"/>
            <a:ext cx="8229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379001" y="3383280"/>
            <a:ext cx="1874520" cy="384048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79001" y="3383280"/>
            <a:ext cx="18745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HAS_PROPOSAL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1271809" y="3575304"/>
            <a:ext cx="914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1390681" y="3145536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390681" y="3145536"/>
            <a:ext cx="274320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Proposal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화면 대조 (수용)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910121" y="4096512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10121" y="4096512"/>
            <a:ext cx="233172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Proposal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화면 대조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269273" y="4526280"/>
            <a:ext cx="8229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9379001" y="4334256"/>
            <a:ext cx="1874520" cy="384048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379001" y="4334256"/>
            <a:ext cx="18745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RECONSIDER_WHEN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1271809" y="4526280"/>
            <a:ext cx="914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11390681" y="4096512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390681" y="4096512"/>
            <a:ext cx="274320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ReconsiderCondition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명세서 나올 때 다시 문의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910121" y="5047488"/>
            <a:ext cx="2331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910121" y="5047488"/>
            <a:ext cx="233172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C-20260501-003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269273" y="5477256"/>
            <a:ext cx="8229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9379001" y="5285232"/>
            <a:ext cx="1874520" cy="384048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379001" y="5285232"/>
            <a:ext cx="18745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FOLLOWS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11271809" y="5477256"/>
            <a:ext cx="914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11390681" y="5047488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390681" y="5047488"/>
            <a:ext cx="274320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</a:t>
            </a:r>
            <a:endParaRPr lang="en-US" sz="16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C-20260302-002 (앞 상담)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09321" y="6089904"/>
            <a:ext cx="3268980" cy="1179576"/>
          </a:xfrm>
          <a:prstGeom prst="roundRect">
            <a:avLst>
              <a:gd name="adj" fmla="val 620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19049" y="6245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619049" y="624535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1012241" y="6144768"/>
            <a:ext cx="26746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본문은 다시 묻지 않음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646481" y="6711696"/>
            <a:ext cx="29946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해시와 스키마 지문이 같으면 앞 결과를 씀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3961181" y="6089904"/>
            <a:ext cx="3268980" cy="1179576"/>
          </a:xfrm>
          <a:prstGeom prst="roundRect">
            <a:avLst>
              <a:gd name="adj" fmla="val 620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070909" y="6245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070909" y="624535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4464101" y="6144768"/>
            <a:ext cx="26746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 오류는 다시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4098341" y="6711696"/>
            <a:ext cx="29946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입력으로 2번까지 다시 물음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7413041" y="6089904"/>
            <a:ext cx="3268980" cy="1179576"/>
          </a:xfrm>
          <a:prstGeom prst="roundRect">
            <a:avLst>
              <a:gd name="adj" fmla="val 620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522769" y="6245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7522769" y="624535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7915961" y="6144768"/>
            <a:ext cx="26746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실패는 기록하고 계속</a:t>
            </a:r>
            <a:endParaRPr lang="en-US" sz="1500" dirty="0"/>
          </a:p>
        </p:txBody>
      </p:sp>
      <p:sp>
        <p:nvSpPr>
          <p:cNvPr id="67" name="Text 64"/>
          <p:cNvSpPr txBox="1"/>
          <p:nvPr/>
        </p:nvSpPr>
        <p:spPr>
          <a:xfrm>
            <a:off x="7550201" y="6711696"/>
            <a:ext cx="29946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failed_units에 남기고 나머지 단위는 진행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10864901" y="6089904"/>
            <a:ext cx="3268980" cy="1179576"/>
          </a:xfrm>
          <a:prstGeom prst="roundRect">
            <a:avLst>
              <a:gd name="adj" fmla="val 620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974629" y="6245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10974629" y="624535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71" name="Text 68"/>
          <p:cNvSpPr txBox="1"/>
          <p:nvPr/>
        </p:nvSpPr>
        <p:spPr>
          <a:xfrm>
            <a:off x="11367821" y="6144768"/>
            <a:ext cx="26746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밖은 K3(가지치기)단계에서 지움</a:t>
            </a:r>
            <a:endParaRPr lang="en-US" sz="1500" dirty="0"/>
          </a:p>
        </p:txBody>
      </p:sp>
      <p:sp>
        <p:nvSpPr>
          <p:cNvPr id="72" name="Text 69"/>
          <p:cNvSpPr txBox="1"/>
          <p:nvPr/>
        </p:nvSpPr>
        <p:spPr>
          <a:xfrm>
            <a:off x="11002061" y="6711696"/>
            <a:ext cx="29946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스키마에 없는 노드, 관계, 속성은 바로 가지치기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K2 추출 코드 (kg_build.py)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추출기는 한 번 만들고, 단위마다 머리줄을 붙여 부르며, 한 함수 안에서 K2 추출과 K3 가지치기를 함께 수행함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736092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9049" y="1810512"/>
            <a:ext cx="71414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추출기 만들기와 _k2_k3_one (kg_build.py 발췌)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14146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prepare() 안: 추출기와 가지치기는 한 번만 만듦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= make_llm()                                  # Groq openai/gpt-oss-120b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extractor = LLMEntityRelationExtractor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(llm=llm,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create_lexical_graph=False, on_error=OnError.RAISE)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pruner, sem = GraphPruning(), asyncio.Semaphore(config.LLM_CONCURRENCY)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 def _k2_k3_one(sem, extractor, pruner, unit, spec):   # K2와 K3를 함께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async with sem:                               # 동시 4건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text = _head_line(unit["metadata"], spec["header"]) + unit["text"]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for attempt in range(config.LLM_RETRIES + 1):    # 2번까지 다시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try: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= await extractor.run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(chunks=TextChunks(chunks=[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TextChunk(text=text, index=0, uid=unit["unit_id"])]),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schema=spec["schema"])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break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except Exception as e: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if attempt == config.LLM_RETRIES:   # 실패는 기록용으로 돌려줌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return {"error": f"{type(e).__name__}: {str(e)[:200]}"}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= (await pruner.run(graph, spec["schema"])).graph   # K3: 추출 직후 바로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return {"graph": pruned.model_dump(), …}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44561" y="1737360"/>
            <a:ext cx="5989320" cy="3017520"/>
          </a:xfrm>
          <a:prstGeom prst="roundRect">
            <a:avLst>
              <a:gd name="adj" fmla="val 1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54289" y="1810512"/>
            <a:ext cx="57698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돌려준 그래프 (예시 상담, 일부)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54289" y="2139696"/>
            <a:ext cx="576986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{"nodes":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{"id": "c0", "label": "Consultation", …},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{"id": "p1", "label": "Proposal",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"properties": {"content": "그러면 주문 내역 화면으로 …",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"decision": "수용"}},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{"id": "r0", "label": "ReconsiderCondition", …}, … 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"relationships":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{"type": "HAS_PROPOSAL",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"start_node_id": "c0", "end_node_id": "p1"},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{"type": "RECONSIDER_WHEN",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"start_node_id": "p1", "end_node_id": "r0"}, … ]}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44561" y="4846320"/>
            <a:ext cx="5989320" cy="1600200"/>
          </a:xfrm>
          <a:prstGeom prst="roundRect">
            <a:avLst>
              <a:gd name="adj" fmla="val 342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54289" y="4919472"/>
            <a:ext cx="57698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세대 결과 재사용 (prepare 발췌)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54289" y="5248656"/>
            <a:ext cx="576986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 = cache.get((u["doc_type"], u["text_hash"], u["schema_signature"]))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hit: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u.update(graph=hit["graph"], reused=True)   # LLM을 부르지 않음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todo.append(u)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44561" y="6537960"/>
            <a:ext cx="5989320" cy="73152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44561" y="6537960"/>
            <a:ext cx="5989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K2와 K3는 함께 수행 (_k2_k3_one 한 함수)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직후 바로 가지치기한 뒤 kg_prepared.json에 보관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2026-10-19T13:14:13Z</dcterms:created>
  <dcterms:modified xsi:type="dcterms:W3CDTF">2026-10-19T13:14:13Z</dcterms:modified>
</cp:coreProperties>
</file>