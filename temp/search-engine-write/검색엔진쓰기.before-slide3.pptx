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96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646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엔진에 쓸 때는 청크 하나를 엔진 문서 하나로 넣습니다. 문제는 문서를 고쳤을 때입니다. 청크 ID에는 본문 해시가 들어 있어서 본문이 바뀌면 ID도 바뀝니다. 그래서 청크 ID로 덮어쓰기만 하면 옛 ID의 청크와 빠진 청크가 지울 주인 없이 남습니다. 이렇게 남은 고아 청크는 이미 고친 옛 내용을 검색 결과에 섞어 냅니다.
그래서 문서 키로 그 문서의 청크를 먼저 모두 지우고 새 청크를 넣습니다. 문서 키는 청크 ID의 앞 칸이라 본문이 바뀌어도 변하지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코드는 네 덩어리입니다. 먼저 들어온 청크를 문서 키로 묶습니다. 다음으로 문서마다 delete_by_query로 그 문서의 옛 청크를 모두 지웁니다. refresh를 켜 두어야 지운 결과가 바로 반영됩니다. 그다음 bulk로 새 청크를 한꺼번에 넣는데, 이때 _id를 청크 ID로 고정해 두면 같은 입력을 두 번 넣어도 건수가 늘지 않습니다. 마지막으로 refresh를 불러 다음 검색부터 보이게 합니다.
시험에서는 고친 문서를 다시 쓸 때 옛 청크 9개를 지우고 10개를 넣었고, 남은 고아 청크는 없었습니다. 지금 쓰는 인덱스에 바로 쓰면 지우기와 넣기 사이에 그 문서가 잠깐 보이지 않으므로, 전체 재색인은 새 세대에 쓰고 별칭을 바꿉니다.
별칭은 1-a의 활성 세대 파일(active_generation.json)과 같은 역할입니다. 둘 다 검색이 보는 이름표이고, 새 세대를 다 만든 뒤 이름표만 바꿉니다. 차이는 반영 방식입니다. 1-a는 리트리버가 파일을 읽고 새 세대를 메모리에 다시 올려야 하고, 1-b는 이름표가 검색 엔진 안에 있어 바꾸는 즉시 모든 검색에 적용됩니다.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갈래 ③ 검색 엔진에 쓰기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하나를 통째로 지우고 다시 넣어, 고친 문서의 옛 청크가 남지 않게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810512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509321" y="1810512"/>
            <a:ext cx="1325880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문서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1168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201168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9631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49631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8094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298094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6557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346557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5020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395020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43484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44348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1947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91947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0410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40410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88873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588873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7336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37336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011680" y="2267712"/>
            <a:ext cx="484632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고치기 전 약관 문서 청크 10개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931152" y="2020824"/>
            <a:ext cx="2761488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6885432" y="2267712"/>
            <a:ext cx="2852928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1번 본문 수정(ID 바뀜)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10번 삭제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82980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82980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1031443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1031443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079906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079906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128369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1128369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1768328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11768328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12252960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1225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12737592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12737592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13222224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13222224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3706856" y="181051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3706856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9829800" y="2267712"/>
            <a:ext cx="42976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뒤 9개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0932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50932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단위로 교체하는 방식 (chunk_id 기준)</a:t>
            </a:r>
            <a:endParaRPr lang="en-US" sz="1700" dirty="0"/>
          </a:p>
        </p:txBody>
      </p:sp>
      <p:sp>
        <p:nvSpPr>
          <p:cNvPr id="51" name="Shape 48"/>
          <p:cNvSpPr/>
          <p:nvPr/>
        </p:nvSpPr>
        <p:spPr>
          <a:xfrm>
            <a:off x="7458761" y="2816352"/>
            <a:ext cx="667512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7458761" y="2816352"/>
            <a:ext cx="66751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단위로 교체하는 방식 (doc_id 기준)</a:t>
            </a:r>
            <a:endParaRPr lang="en-US" sz="1700" dirty="0"/>
          </a:p>
        </p:txBody>
      </p:sp>
      <p:sp>
        <p:nvSpPr>
          <p:cNvPr id="53" name="Shape 50"/>
          <p:cNvSpPr/>
          <p:nvPr/>
        </p:nvSpPr>
        <p:spPr>
          <a:xfrm>
            <a:off x="50932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7458761" y="3291840"/>
            <a:ext cx="66751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692201" y="3346704"/>
            <a:ext cx="630936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chunk_id로 덮어쓴 뒤 인덱스에 남은 청크</a:t>
            </a:r>
            <a:endParaRPr lang="en-US" sz="1500" dirty="0"/>
          </a:p>
        </p:txBody>
      </p:sp>
      <p:sp>
        <p:nvSpPr>
          <p:cNvPr id="56" name="Shape 53"/>
          <p:cNvSpPr/>
          <p:nvPr/>
        </p:nvSpPr>
        <p:spPr>
          <a:xfrm>
            <a:off x="12134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12134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옛1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6980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16980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21826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8"/>
          <p:cNvSpPr txBox="1"/>
          <p:nvPr/>
        </p:nvSpPr>
        <p:spPr>
          <a:xfrm>
            <a:off x="21826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26673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0"/>
          <p:cNvSpPr txBox="1"/>
          <p:nvPr/>
        </p:nvSpPr>
        <p:spPr>
          <a:xfrm>
            <a:off x="26673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31519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31519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363656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363656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412120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412120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460583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460583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72" name="Shape 69"/>
          <p:cNvSpPr/>
          <p:nvPr/>
        </p:nvSpPr>
        <p:spPr>
          <a:xfrm>
            <a:off x="509046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509046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557509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557509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76" name="Shape 73"/>
          <p:cNvSpPr/>
          <p:nvPr/>
        </p:nvSpPr>
        <p:spPr>
          <a:xfrm>
            <a:off x="605972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5F8FC"/>
          </a:solidFill>
          <a:ln w="1270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605972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69220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6"/>
          <p:cNvSpPr txBox="1"/>
          <p:nvPr/>
        </p:nvSpPr>
        <p:spPr>
          <a:xfrm>
            <a:off x="69220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11개 남음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1번과 빠진 10번(고아)이 검색에 섞여 나옴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764164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764164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doc_id가 같은 청크 10개 지움</a:t>
            </a:r>
            <a:endParaRPr lang="en-US" sz="1500" dirty="0"/>
          </a:p>
        </p:txBody>
      </p:sp>
      <p:sp>
        <p:nvSpPr>
          <p:cNvPr id="82" name="Shape 79"/>
          <p:cNvSpPr/>
          <p:nvPr/>
        </p:nvSpPr>
        <p:spPr>
          <a:xfrm>
            <a:off x="10636301" y="3538728"/>
            <a:ext cx="320040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11002061" y="3364992"/>
            <a:ext cx="294894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11002061" y="3364992"/>
            <a:ext cx="29489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청크 9개 넣음</a:t>
            </a:r>
            <a:endParaRPr lang="en-US" sz="1500" dirty="0"/>
          </a:p>
        </p:txBody>
      </p:sp>
      <p:sp>
        <p:nvSpPr>
          <p:cNvPr id="85" name="Shape 82"/>
          <p:cNvSpPr/>
          <p:nvPr/>
        </p:nvSpPr>
        <p:spPr>
          <a:xfrm>
            <a:off x="864748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864748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1′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913211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913211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961674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961674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1010137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 txBox="1"/>
          <p:nvPr/>
        </p:nvSpPr>
        <p:spPr>
          <a:xfrm>
            <a:off x="1010137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93" name="Shape 90"/>
          <p:cNvSpPr/>
          <p:nvPr/>
        </p:nvSpPr>
        <p:spPr>
          <a:xfrm>
            <a:off x="10586009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86009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95" name="Shape 92"/>
          <p:cNvSpPr/>
          <p:nvPr/>
        </p:nvSpPr>
        <p:spPr>
          <a:xfrm>
            <a:off x="11070641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3"/>
          <p:cNvSpPr txBox="1"/>
          <p:nvPr/>
        </p:nvSpPr>
        <p:spPr>
          <a:xfrm>
            <a:off x="11070641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400" dirty="0"/>
          </a:p>
        </p:txBody>
      </p:sp>
      <p:sp>
        <p:nvSpPr>
          <p:cNvPr id="97" name="Shape 94"/>
          <p:cNvSpPr/>
          <p:nvPr/>
        </p:nvSpPr>
        <p:spPr>
          <a:xfrm>
            <a:off x="11555273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 txBox="1"/>
          <p:nvPr/>
        </p:nvSpPr>
        <p:spPr>
          <a:xfrm>
            <a:off x="11555273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400" dirty="0"/>
          </a:p>
        </p:txBody>
      </p:sp>
      <p:sp>
        <p:nvSpPr>
          <p:cNvPr id="99" name="Shape 96"/>
          <p:cNvSpPr/>
          <p:nvPr/>
        </p:nvSpPr>
        <p:spPr>
          <a:xfrm>
            <a:off x="12039905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2039905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400" dirty="0"/>
          </a:p>
        </p:txBody>
      </p:sp>
      <p:sp>
        <p:nvSpPr>
          <p:cNvPr id="101" name="Shape 98"/>
          <p:cNvSpPr/>
          <p:nvPr/>
        </p:nvSpPr>
        <p:spPr>
          <a:xfrm>
            <a:off x="12524537" y="374904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 txBox="1"/>
          <p:nvPr/>
        </p:nvSpPr>
        <p:spPr>
          <a:xfrm>
            <a:off x="12524537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400" dirty="0"/>
          </a:p>
        </p:txBody>
      </p:sp>
      <p:sp>
        <p:nvSpPr>
          <p:cNvPr id="103" name="Shape 100"/>
          <p:cNvSpPr/>
          <p:nvPr/>
        </p:nvSpPr>
        <p:spPr>
          <a:xfrm>
            <a:off x="7641641" y="4242816"/>
            <a:ext cx="6309360" cy="54864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 txBox="1"/>
          <p:nvPr/>
        </p:nvSpPr>
        <p:spPr>
          <a:xfrm>
            <a:off x="7641641" y="4242816"/>
            <a:ext cx="6309360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9개만 남음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고친 내용만 검색되고 고아 청크 없음</a:t>
            </a:r>
            <a:endParaRPr lang="en-US" sz="1600" dirty="0"/>
          </a:p>
        </p:txBody>
      </p:sp>
      <p:sp>
        <p:nvSpPr>
          <p:cNvPr id="105" name="Shape 102"/>
          <p:cNvSpPr/>
          <p:nvPr/>
        </p:nvSpPr>
        <p:spPr>
          <a:xfrm>
            <a:off x="509321" y="5029200"/>
            <a:ext cx="1362456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3"/>
          <p:cNvSpPr txBox="1"/>
          <p:nvPr/>
        </p:nvSpPr>
        <p:spPr>
          <a:xfrm>
            <a:off x="509321" y="5029200"/>
            <a:ext cx="136245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엔진에 넣는 한 건 = 청크 하나</a:t>
            </a:r>
            <a:endParaRPr lang="en-US" sz="1800" dirty="0"/>
          </a:p>
        </p:txBody>
      </p:sp>
      <p:sp>
        <p:nvSpPr>
          <p:cNvPr id="107" name="Shape 104"/>
          <p:cNvSpPr/>
          <p:nvPr/>
        </p:nvSpPr>
        <p:spPr>
          <a:xfrm>
            <a:off x="509321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5"/>
          <p:cNvSpPr txBox="1"/>
          <p:nvPr/>
        </p:nvSpPr>
        <p:spPr>
          <a:xfrm>
            <a:off x="509321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 = chunk_id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청크는 덮어씀</a:t>
            </a:r>
            <a:endParaRPr lang="en-US" sz="1600" dirty="0"/>
          </a:p>
        </p:txBody>
      </p:sp>
      <p:sp>
        <p:nvSpPr>
          <p:cNvPr id="109" name="Shape 106"/>
          <p:cNvSpPr/>
          <p:nvPr/>
        </p:nvSpPr>
        <p:spPr>
          <a:xfrm>
            <a:off x="2471362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7"/>
          <p:cNvSpPr txBox="1"/>
          <p:nvPr/>
        </p:nvSpPr>
        <p:spPr>
          <a:xfrm>
            <a:off x="2471362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지울 때 쓰는 원천 문서 키</a:t>
            </a:r>
            <a:endParaRPr lang="en-US" sz="1600" dirty="0"/>
          </a:p>
        </p:txBody>
      </p:sp>
      <p:sp>
        <p:nvSpPr>
          <p:cNvPr id="111" name="Shape 108"/>
          <p:cNvSpPr/>
          <p:nvPr/>
        </p:nvSpPr>
        <p:spPr>
          <a:xfrm>
            <a:off x="4433403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Text 109"/>
          <p:cNvSpPr txBox="1"/>
          <p:nvPr/>
        </p:nvSpPr>
        <p:spPr>
          <a:xfrm>
            <a:off x="4433403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text_hash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재사용 판단</a:t>
            </a:r>
            <a:endParaRPr lang="en-US" sz="1600" dirty="0"/>
          </a:p>
        </p:txBody>
      </p:sp>
      <p:sp>
        <p:nvSpPr>
          <p:cNvPr id="113" name="Shape 110"/>
          <p:cNvSpPr/>
          <p:nvPr/>
        </p:nvSpPr>
        <p:spPr>
          <a:xfrm>
            <a:off x="6395444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Text 111"/>
          <p:cNvSpPr txBox="1"/>
          <p:nvPr/>
        </p:nvSpPr>
        <p:spPr>
          <a:xfrm>
            <a:off x="6395444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보여 주기용, 색인 안 함</a:t>
            </a:r>
            <a:endParaRPr lang="en-US" sz="1600" dirty="0"/>
          </a:p>
        </p:txBody>
      </p:sp>
      <p:sp>
        <p:nvSpPr>
          <p:cNvPr id="115" name="Shape 112"/>
          <p:cNvSpPr/>
          <p:nvPr/>
        </p:nvSpPr>
        <p:spPr>
          <a:xfrm>
            <a:off x="8357485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3"/>
          <p:cNvSpPr txBox="1"/>
          <p:nvPr/>
        </p:nvSpPr>
        <p:spPr>
          <a:xfrm>
            <a:off x="8357485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text_tokens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토큰화된 낱말</a:t>
            </a:r>
            <a:endParaRPr lang="en-US" sz="1600" dirty="0"/>
          </a:p>
        </p:txBody>
      </p:sp>
      <p:sp>
        <p:nvSpPr>
          <p:cNvPr id="117" name="Shape 114"/>
          <p:cNvSpPr/>
          <p:nvPr/>
        </p:nvSpPr>
        <p:spPr>
          <a:xfrm>
            <a:off x="10319527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5"/>
          <p:cNvSpPr txBox="1"/>
          <p:nvPr/>
        </p:nvSpPr>
        <p:spPr>
          <a:xfrm>
            <a:off x="10319527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색인용 본문을 벡터화</a:t>
            </a:r>
            <a:endParaRPr lang="en-US" sz="1600" dirty="0"/>
          </a:p>
        </p:txBody>
      </p:sp>
      <p:sp>
        <p:nvSpPr>
          <p:cNvPr id="119" name="Shape 116"/>
          <p:cNvSpPr/>
          <p:nvPr/>
        </p:nvSpPr>
        <p:spPr>
          <a:xfrm>
            <a:off x="12281568" y="5532120"/>
            <a:ext cx="1852313" cy="868680"/>
          </a:xfrm>
          <a:prstGeom prst="roundRect">
            <a:avLst>
              <a:gd name="adj" fmla="val 842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7"/>
          <p:cNvSpPr txBox="1"/>
          <p:nvPr/>
        </p:nvSpPr>
        <p:spPr>
          <a:xfrm>
            <a:off x="12281568" y="5532120"/>
            <a:ext cx="1852313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</a:t>
            </a:r>
            <a:endParaRPr lang="en-US" sz="16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카드명, 회원 키 등 필터</a:t>
            </a:r>
            <a:endParaRPr lang="en-US" sz="1600" dirty="0"/>
          </a:p>
        </p:txBody>
      </p:sp>
      <p:sp>
        <p:nvSpPr>
          <p:cNvPr id="121" name="Shape 118"/>
          <p:cNvSpPr/>
          <p:nvPr/>
        </p:nvSpPr>
        <p:spPr>
          <a:xfrm>
            <a:off x="509321" y="6537960"/>
            <a:ext cx="1920240" cy="685800"/>
          </a:xfrm>
          <a:prstGeom prst="roundRect">
            <a:avLst>
              <a:gd name="adj" fmla="val 6667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2" name="Text 119"/>
          <p:cNvSpPr txBox="1"/>
          <p:nvPr/>
        </p:nvSpPr>
        <p:spPr>
          <a:xfrm>
            <a:off x="509321" y="6537960"/>
            <a:ext cx="19202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doc_id 만드는 법</a:t>
            </a:r>
            <a:endParaRPr lang="en-US" sz="1600" dirty="0"/>
          </a:p>
        </p:txBody>
      </p:sp>
      <p:sp>
        <p:nvSpPr>
          <p:cNvPr id="123" name="Shape 120"/>
          <p:cNvSpPr/>
          <p:nvPr/>
        </p:nvSpPr>
        <p:spPr>
          <a:xfrm>
            <a:off x="2566721" y="6537960"/>
            <a:ext cx="2834640" cy="685800"/>
          </a:xfrm>
          <a:prstGeom prst="roundRect">
            <a:avLst>
              <a:gd name="adj" fmla="val 5333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1"/>
          <p:cNvSpPr txBox="1"/>
          <p:nvPr/>
        </p:nvSpPr>
        <p:spPr>
          <a:xfrm>
            <a:off x="2566721" y="6537960"/>
            <a:ext cx="283464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D1_27223010abe31291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키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5437937" y="6537960"/>
            <a:ext cx="25603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123"/>
          <p:cNvSpPr txBox="1"/>
          <p:nvPr/>
        </p:nvSpPr>
        <p:spPr>
          <a:xfrm>
            <a:off x="5437937" y="6537960"/>
            <a:ext cx="25603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_112f1e4abea05436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해시</a:t>
            </a:r>
            <a:endParaRPr lang="en-US" sz="1500" dirty="0"/>
          </a:p>
        </p:txBody>
      </p:sp>
      <p:sp>
        <p:nvSpPr>
          <p:cNvPr id="127" name="Shape 124"/>
          <p:cNvSpPr/>
          <p:nvPr/>
        </p:nvSpPr>
        <p:spPr>
          <a:xfrm>
            <a:off x="8034833" y="6537960"/>
            <a:ext cx="109728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5"/>
          <p:cNvSpPr txBox="1"/>
          <p:nvPr/>
        </p:nvSpPr>
        <p:spPr>
          <a:xfrm>
            <a:off x="8034833" y="6537960"/>
            <a:ext cx="109728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_0000</a:t>
            </a:r>
            <a:endParaRPr lang="en-US" sz="15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순번</a:t>
            </a:r>
            <a:endParaRPr lang="en-US" sz="1500" dirty="0"/>
          </a:p>
        </p:txBody>
      </p:sp>
      <p:sp>
        <p:nvSpPr>
          <p:cNvPr id="129" name="Shape 126"/>
          <p:cNvSpPr/>
          <p:nvPr/>
        </p:nvSpPr>
        <p:spPr>
          <a:xfrm>
            <a:off x="9260129" y="6880860"/>
            <a:ext cx="411480" cy="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0" name="Text 127"/>
          <p:cNvSpPr txBox="1"/>
          <p:nvPr/>
        </p:nvSpPr>
        <p:spPr>
          <a:xfrm>
            <a:off x="9763049" y="6537960"/>
            <a:ext cx="4370832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chunk_id의 앞 칸만 남기면 doc_id.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본문이 바뀌어도 문서 키는 그대로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검색 엔진에 쓰기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문서별로 묶고, 옛 청크를 지우고, 새 청크를 한꺼번에 넣은 뒤 바로 보이게 함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7223760" cy="5532120"/>
          </a:xfrm>
          <a:prstGeom prst="roundRect">
            <a:avLst>
              <a:gd name="adj" fmla="val 99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19049" y="1810512"/>
            <a:ext cx="70043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search_branch.py 발췌 (타입 표기와 설명 주석은 줄임)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19049" y="2139696"/>
            <a:ext cx="7004304" cy="5074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def step3_write_documents(client, index, documents):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① 문서(doc_id)별로 묶음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grouped = {}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document in documents: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grouped.setdefault(document["doc_id"], []).append(document)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② 문서마다 옛 청크를 통째로 지움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deleted = 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for doc_id in grouped: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response =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client.delete_by_query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index=index,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body={"query": {"term": {"doc_id": doc_id}}},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refresh=True, conflicts="proceed")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deleted += response.get("deleted", 0)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③ 새 청크를 한꺼번에 넣음 (_id = chunk_id)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actions = [{"_index": index, "_id": d["chunk_id"], "_source": d}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           for docs in grouped.values() for d in docs]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</a:t>
            </a: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helpers.bulk(client, actions, max_retries=3)</a:t>
            </a:r>
            <a:endParaRPr lang="en-US" sz="1400" b="1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# ④ 바로 검색되게 반영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client.indices.refresh(index=index)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return WriteReport(deleted, len(actions), tuple(grouped))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07401" y="1737360"/>
            <a:ext cx="6126480" cy="713232"/>
          </a:xfrm>
          <a:prstGeom prst="roundRect">
            <a:avLst>
              <a:gd name="adj" fmla="val 1025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144561" y="18288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144561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01761" y="1792224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문서별로 묶음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601761" y="2121408"/>
            <a:ext cx="539496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문서가 한꺼번에 들어와도 문서마다 따로 지움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07401" y="2523744"/>
            <a:ext cx="612648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144561" y="261518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144561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601761" y="2578608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옛 청크 지우기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601761" y="2907792"/>
            <a:ext cx="5394960" cy="67665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 doc_id로 그 문서 청크를 모두 지움. refresh=True라 바로 반영되고, conflicts="proceed"는 충돌이 나도 멈추지 않음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07401" y="3694176"/>
            <a:ext cx="6126480" cy="896112"/>
          </a:xfrm>
          <a:prstGeom prst="roundRect">
            <a:avLst>
              <a:gd name="adj" fmla="val 8163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144561" y="37856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8144561" y="378561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601761" y="3749040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한꺼번에 넣기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601761" y="4078224"/>
            <a:ext cx="539496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_id를 chunk_id로 고정해 같은 입력을 두 번 넣어도 건수가 그대로임. 일부가 실패하면 BulkIndexError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07401" y="4663440"/>
            <a:ext cx="6126480" cy="658368"/>
          </a:xfrm>
          <a:prstGeom prst="roundRect">
            <a:avLst>
              <a:gd name="adj" fmla="val 11111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8144561" y="475488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8144561" y="475488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8601761" y="4718304"/>
            <a:ext cx="5394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8601761" y="5047488"/>
            <a:ext cx="5394960" cy="2377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B45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넣은 청크가 다음 검색부터 보임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007401" y="5394960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8007401" y="5394960"/>
            <a:ext cx="612648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결과: 옛 청크 9개 지움 → 10개 넣음, 고아 0개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8007401" y="5852160"/>
            <a:ext cx="64008" cy="548640"/>
          </a:xfrm>
          <a:prstGeom prst="rect">
            <a:avLst/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8171993" y="5852160"/>
            <a:ext cx="5961888" cy="548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중인 인덱스에 바로 쓰면 ②와 ③ 사이에 그 문서가 잠깐 안 보임.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전체 재색인은 새 세대에 쓰고 검색이 보는 이름표만 바꿈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07401" y="6473952"/>
            <a:ext cx="2994660" cy="795528"/>
          </a:xfrm>
          <a:prstGeom prst="roundRect">
            <a:avLst>
              <a:gd name="adj" fmla="val 919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007401" y="6473952"/>
            <a:ext cx="299466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r>
              <a:rPr lang="en-US" altLang="ko-KR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인덱싱의</a:t>
            </a:r>
            <a:r>
              <a:rPr lang="en-US" sz="15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활성 세대 파일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active_generation.json 교체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리트리버가 새 세대를 다시 읽어 올림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1139221" y="6473952"/>
            <a:ext cx="2994660" cy="795528"/>
          </a:xfrm>
          <a:prstGeom prst="roundRect">
            <a:avLst>
              <a:gd name="adj" fmla="val 9195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1139221" y="6473952"/>
            <a:ext cx="299466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ko-KR" alt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</a:t>
            </a: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별칭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card_chunks를 새 인덱스로 옮김</a:t>
            </a:r>
            <a:endParaRPr lang="en-US" sz="15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엔진 안 이름표라 모든 검색에 바로 적용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901</Words>
  <Application>Microsoft Office PowerPoint</Application>
  <PresentationFormat>사용자 지정</PresentationFormat>
  <Paragraphs>129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검색 갈래 ③ 검색 엔진에 쓰기</vt:lpstr>
      <vt:lpstr>③ 검색 엔진에 쓰기 코드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3</cp:revision>
  <dcterms:created xsi:type="dcterms:W3CDTF">2026-10-19T07:25:06Z</dcterms:created>
  <dcterms:modified xsi:type="dcterms:W3CDTF">2026-10-19T07:29:41Z</dcterms:modified>
</cp:coreProperties>
</file>