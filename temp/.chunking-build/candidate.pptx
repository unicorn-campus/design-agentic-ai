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청크는 하나의 검색 단위입니다. 메타데이터는 출처 표시, 필터링, 접근 범위 판단에 쓰이고 본문은 검색 및 답변 근거에 쓰입니다. 화면의 약관 파일과 문구는 설명을 위한 가상 예시이며 실제 규정이 아닙니다. 본문에서 계산한 임베딩 벡터를 색인에 함께 저장할 수 있지만 이 장은 사용자가 요청한 본문과 메타데이터에 초점을 맞춥니다. 상품명 등은 의미 검색을 위해 본문에, 정확한 필터를 위해 메타데이터에도 둘 수 있습니다. LangChain Document의 page_content와 metadata에 대응합니다.
출처: https://github.com/langchain-ai/langchain/blob/master/libs/text-splitters/langchain_text_splitters/base.py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청킹 설계는 숫자 두 개만 정하는 일이 아닙니다. 먼저 검색과 출처 표시에 필요한 메타데이터의 필드, 자료형, 필수 여부를 정합니다. 공통값은 상속하고 청크 범위에 따라 달라지는 값은 구조나 위치를 보고 계산합니다. 명확한 구분자가 있으면 그 경계를 우선하며 너무 긴 단위를 어떻게 추가 분할할지도 정합니다. 크기 단위는 문자와 토큰을 구분하고 토큰을 사용한다면 모델에 맞는 측정기를 정합니다. 오버랩은 앞 청크의 일부를 다음 청크에도 넣어 경계의 문맥을 이어주는 것입니다. 도식의 400/100토큰과 A–G 구간은 설명용 가정이며 권장 최적값이 아닙니다. 정제 규칙이 필요한 구조 정보를 보존한다면 청킹 전에 정제할 수 있습니다. 처리 시점은 설계 결정이며 특정 프레임워크가 강제하는 표준 순서가 아닙니다. 검사는 최종 본문과 메타데이터를 대상으로 하고, 검색 품질은 평가 질문으로 확인합니다.
출처: https://github.com/langchain-ai/langchain/blob/master/libs/text-splitters/langchain_text_splitters/base.py
https://github.com/langchain-ai/langchain/blob/master/libs/text-splitters/langchain_text_splitters/character.py
https://learn.microsoft.com/en-us/azure/search/vector-search-how-to-chunk-documents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왼쪽은 LangChain의 실제 TextSplitter 동작을 설명한 도식입니다. split_documents는 각 입력 문서의 본문과 metadata를 create_documents에 전달하며, create_documents는 분할 청크마다 metadata를 deepcopy합니다. source/page를 가진 문서는 설명용 예시입니다. 다른 페이지까지 합친 문서에 원래의 page 하나만 복사하면 페이지별 출처가 자동 계산되는 것은 아닙니다. 청크 범위에 따라 달라지는 페이지와 조항은 따로 계산해야 합니다. RecursiveCharacterTextSplitter는 지정한 구분자 순서로 긴 텍스트를 재귀적으로 나눕니다. 기본 구분자는 문단, 줄바꿈, 공백, 문자 수준입니다. 오른쪽은 Azure AI Search 공식 문서의 초기 권고 512토큰과 25% 중첩(128토큰)을 도식화한 것입니다. 정확히 이 크기로 자르는 가상 사례이며 구조·문장 경계에 따라 실제 길이와 중첩은 달라질 수 있습니다. 보편적 최적값이나 본 프로젝트의 실측 결과가 아닙니다. 출처 문서는 구조가 명확한 데이터에는 더 적은 중첩이 적합할 수 있다고 설명합니다. 두 사례는 개인정보 정제 시점을 강제하지 않습니다.
출처 확인일: 2026-10-01
LangChain TextSplitter: https://github.com/langchain-ai/langchain/blob/master/libs/text-splitters/langchain_text_splitters/base.py
RecursiveCharacterTextSplitter: https://github.com/langchain-ai/langchain/blob/master/libs/text-splitters/langchain_text_splitters/character.py
Microsoft Azure AI Search: https://learn.microsoft.com/en-us/azure/search/vector-search-how-to-chunk-documents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12064" y="320040"/>
            <a:ext cx="11887200" cy="237744"/>
          </a:xfrm>
          <a:prstGeom prst="rect">
            <a:avLst/>
          </a:prstGeom>
          <a:noFill/>
          <a:ln/>
        </p:spPr>
        <p:txBody>
          <a:bodyPr wrap="square" lIns="0" tIns="0" rIns="0" bIns="0" rtlCol="0" anchor="ctr"/>
          <a:lstStyle/>
          <a:p>
            <a:pPr algn="l" indent="0" marL="0">
              <a:buNone/>
            </a:pPr>
            <a:r>
              <a:rPr lang="en-US" sz="1500" dirty="0">
                <a:solidFill>
                  <a:srgbClr val="7C8598"/>
                </a:solidFill>
                <a:latin typeface="Pretendard" pitchFamily="34" charset="0"/>
                <a:ea typeface="Pretendard" pitchFamily="34" charset="-122"/>
                <a:cs typeface="Pretendard" pitchFamily="34" charset="-120"/>
              </a:rPr>
              <a:t>문서 인덱싱  ›  청킹</a:t>
            </a:r>
            <a:endParaRPr lang="en-US" sz="1500" dirty="0"/>
          </a:p>
        </p:txBody>
      </p:sp>
      <p:sp>
        <p:nvSpPr>
          <p:cNvPr id="3" name="Text 1"/>
          <p:cNvSpPr/>
          <p:nvPr/>
        </p:nvSpPr>
        <p:spPr>
          <a:xfrm>
            <a:off x="512064" y="704088"/>
            <a:ext cx="13606272" cy="640080"/>
          </a:xfrm>
          <a:prstGeom prst="rect">
            <a:avLst/>
          </a:prstGeom>
          <a:noFill/>
          <a:ln/>
        </p:spPr>
        <p:txBody>
          <a:bodyPr wrap="square" lIns="0" tIns="0" rIns="0" bIns="0" rtlCol="0" anchor="ctr"/>
          <a:lstStyle/>
          <a:p>
            <a:pPr algn="l" indent="0" marL="0">
              <a:buNone/>
            </a:pPr>
            <a:r>
              <a:rPr lang="en-US" sz="4800" b="1" dirty="0">
                <a:solidFill>
                  <a:srgbClr val="1E2A5C"/>
                </a:solidFill>
                <a:latin typeface="Pretendard" pitchFamily="34" charset="0"/>
                <a:ea typeface="Pretendard" pitchFamily="34" charset="-122"/>
                <a:cs typeface="Pretendard" pitchFamily="34" charset="-120"/>
              </a:rPr>
              <a:t>한 청크의 구성</a:t>
            </a:r>
            <a:endParaRPr lang="en-US" sz="4800" dirty="0"/>
          </a:p>
        </p:txBody>
      </p:sp>
      <p:sp>
        <p:nvSpPr>
          <p:cNvPr id="4" name="Shape 2"/>
          <p:cNvSpPr/>
          <p:nvPr/>
        </p:nvSpPr>
        <p:spPr>
          <a:xfrm>
            <a:off x="512064" y="1472184"/>
            <a:ext cx="13606272" cy="32004"/>
          </a:xfrm>
          <a:prstGeom prst="rect">
            <a:avLst/>
          </a:prstGeom>
          <a:solidFill>
            <a:srgbClr val="D9E0EC"/>
          </a:solidFill>
          <a:ln w="12700">
            <a:solidFill>
              <a:srgbClr val="D9E0EC"/>
            </a:solidFill>
            <a:prstDash val="solid"/>
          </a:ln>
        </p:spPr>
      </p:sp>
      <p:sp>
        <p:nvSpPr>
          <p:cNvPr id="5" name="Shape 3"/>
          <p:cNvSpPr/>
          <p:nvPr/>
        </p:nvSpPr>
        <p:spPr>
          <a:xfrm>
            <a:off x="512064" y="1472184"/>
            <a:ext cx="1901952" cy="32004"/>
          </a:xfrm>
          <a:prstGeom prst="rect">
            <a:avLst/>
          </a:prstGeom>
          <a:solidFill>
            <a:srgbClr val="2E74C6"/>
          </a:solidFill>
          <a:ln w="12700">
            <a:solidFill>
              <a:srgbClr val="2E74C6"/>
            </a:solidFill>
            <a:prstDash val="solid"/>
          </a:ln>
        </p:spPr>
      </p:sp>
      <p:sp>
        <p:nvSpPr>
          <p:cNvPr id="6" name="Text 4"/>
          <p:cNvSpPr/>
          <p:nvPr/>
        </p:nvSpPr>
        <p:spPr>
          <a:xfrm>
            <a:off x="512064" y="1673352"/>
            <a:ext cx="13606272" cy="475488"/>
          </a:xfrm>
          <a:prstGeom prst="rect">
            <a:avLst/>
          </a:prstGeom>
          <a:noFill/>
          <a:ln/>
        </p:spPr>
        <p:txBody>
          <a:bodyPr wrap="square" lIns="0" tIns="0" rIns="0" bIns="0" rtlCol="0" anchor="ctr"/>
          <a:lstStyle/>
          <a:p>
            <a:pPr algn="l" indent="0" marL="0">
              <a:buNone/>
            </a:pPr>
            <a:r>
              <a:rPr lang="en-US" sz="2200" dirty="0">
                <a:solidFill>
                  <a:srgbClr val="4A5364"/>
                </a:solidFill>
                <a:latin typeface="Pretendard" pitchFamily="34" charset="0"/>
                <a:ea typeface="Pretendard" pitchFamily="34" charset="-122"/>
                <a:cs typeface="Pretendard" pitchFamily="34" charset="-120"/>
              </a:rPr>
              <a:t>청크는 검색할 본문과, 그 본문의 출처·조건을 함께 담습니다.</a:t>
            </a:r>
            <a:endParaRPr lang="en-US" sz="2200" dirty="0"/>
          </a:p>
        </p:txBody>
      </p:sp>
      <p:sp>
        <p:nvSpPr>
          <p:cNvPr id="7" name="Shape 5"/>
          <p:cNvSpPr/>
          <p:nvPr/>
        </p:nvSpPr>
        <p:spPr>
          <a:xfrm>
            <a:off x="512064" y="7790688"/>
            <a:ext cx="13606272" cy="0"/>
          </a:xfrm>
          <a:prstGeom prst="line">
            <a:avLst/>
          </a:prstGeom>
          <a:noFill/>
          <a:ln w="12700">
            <a:solidFill>
              <a:srgbClr val="E9ECF3"/>
            </a:solidFill>
            <a:prstDash val="solid"/>
          </a:ln>
        </p:spPr>
      </p:sp>
      <p:sp>
        <p:nvSpPr>
          <p:cNvPr id="8" name="Text 6"/>
          <p:cNvSpPr/>
          <p:nvPr/>
        </p:nvSpPr>
        <p:spPr>
          <a:xfrm>
            <a:off x="512064" y="7900416"/>
            <a:ext cx="10972800" cy="210312"/>
          </a:xfrm>
          <a:prstGeom prst="rect">
            <a:avLst/>
          </a:prstGeom>
          <a:noFill/>
          <a:ln/>
        </p:spPr>
        <p:txBody>
          <a:bodyPr wrap="square" lIns="0" tIns="0" rIns="0" bIns="0" rtlCol="0" anchor="ctr"/>
          <a:lstStyle/>
          <a:p>
            <a:pPr algn="l" indent="0" marL="0">
              <a:buNone/>
            </a:pPr>
            <a:r>
              <a:rPr lang="en-US" sz="1400" dirty="0">
                <a:solidFill>
                  <a:srgbClr val="7C8598"/>
                </a:solidFill>
                <a:latin typeface="Pretendard" pitchFamily="34" charset="0"/>
                <a:ea typeface="Pretendard" pitchFamily="34" charset="-122"/>
                <a:cs typeface="Pretendard" pitchFamily="34" charset="-120"/>
              </a:rPr>
              <a:t>Agentic AI 아키텍처 설계</a:t>
            </a:r>
            <a:endParaRPr lang="en-US" sz="1400" dirty="0"/>
          </a:p>
        </p:txBody>
      </p:sp>
      <p:sp>
        <p:nvSpPr>
          <p:cNvPr id="9" name="Text 7"/>
          <p:cNvSpPr/>
          <p:nvPr/>
        </p:nvSpPr>
        <p:spPr>
          <a:xfrm>
            <a:off x="13350240" y="7882128"/>
            <a:ext cx="768096" cy="246888"/>
          </a:xfrm>
          <a:prstGeom prst="rect">
            <a:avLst/>
          </a:prstGeom>
          <a:noFill/>
          <a:ln/>
        </p:spPr>
        <p:txBody>
          <a:bodyPr wrap="square" lIns="0" tIns="0" rIns="0" bIns="0" rtlCol="0" anchor="ctr"/>
          <a:lstStyle/>
          <a:p>
            <a:pPr algn="r" indent="0" marL="0">
              <a:buNone/>
            </a:pPr>
            <a:r>
              <a:rPr lang="en-US" sz="1500" dirty="0">
                <a:solidFill>
                  <a:srgbClr val="1E2A5C"/>
                </a:solidFill>
                <a:latin typeface="Pretendard" pitchFamily="34" charset="0"/>
                <a:ea typeface="Pretendard" pitchFamily="34" charset="-122"/>
                <a:cs typeface="Pretendard" pitchFamily="34" charset="-120"/>
              </a:rPr>
              <a:t>01</a:t>
            </a:r>
            <a:endParaRPr lang="en-US" sz="1500" dirty="0"/>
          </a:p>
        </p:txBody>
      </p:sp>
      <p:sp>
        <p:nvSpPr>
          <p:cNvPr id="10" name="Shape 8"/>
          <p:cNvSpPr/>
          <p:nvPr/>
        </p:nvSpPr>
        <p:spPr>
          <a:xfrm>
            <a:off x="2587752" y="2496312"/>
            <a:ext cx="9454896" cy="3986784"/>
          </a:xfrm>
          <a:prstGeom prst="rect">
            <a:avLst/>
          </a:prstGeom>
          <a:solidFill>
            <a:srgbClr val="FFFFFF"/>
          </a:solidFill>
          <a:ln w="21590">
            <a:solidFill>
              <a:srgbClr val="1E2A5C"/>
            </a:solidFill>
            <a:prstDash val="solid"/>
          </a:ln>
        </p:spPr>
      </p:sp>
      <p:sp>
        <p:nvSpPr>
          <p:cNvPr id="11" name="Shape 9"/>
          <p:cNvSpPr/>
          <p:nvPr/>
        </p:nvSpPr>
        <p:spPr>
          <a:xfrm>
            <a:off x="2587752" y="2496312"/>
            <a:ext cx="9454896" cy="475488"/>
          </a:xfrm>
          <a:prstGeom prst="rect">
            <a:avLst/>
          </a:prstGeom>
          <a:solidFill>
            <a:srgbClr val="1E2A5C"/>
          </a:solidFill>
          <a:ln w="12700">
            <a:solidFill>
              <a:srgbClr val="1E2A5C"/>
            </a:solidFill>
            <a:prstDash val="solid"/>
          </a:ln>
        </p:spPr>
      </p:sp>
      <p:sp>
        <p:nvSpPr>
          <p:cNvPr id="12" name="Text 10"/>
          <p:cNvSpPr/>
          <p:nvPr/>
        </p:nvSpPr>
        <p:spPr>
          <a:xfrm>
            <a:off x="2770632" y="2542032"/>
            <a:ext cx="9089136" cy="374904"/>
          </a:xfrm>
          <a:prstGeom prst="rect">
            <a:avLst/>
          </a:prstGeom>
          <a:noFill/>
          <a:ln/>
        </p:spPr>
        <p:txBody>
          <a:bodyPr wrap="square" lIns="0" tIns="0" rIns="0" bIns="0" rtlCol="0" anchor="ctr"/>
          <a:lstStyle/>
          <a:p>
            <a:pPr algn="l" indent="0" marL="0">
              <a:buNone/>
            </a:pPr>
            <a:r>
              <a:rPr lang="en-US" sz="2200" b="1" dirty="0">
                <a:solidFill>
                  <a:srgbClr val="FFFFFF"/>
                </a:solidFill>
                <a:latin typeface="Pretendard" pitchFamily="34" charset="0"/>
                <a:ea typeface="Pretendard" pitchFamily="34" charset="-122"/>
                <a:cs typeface="Pretendard" pitchFamily="34" charset="-120"/>
              </a:rPr>
              <a:t>청크 01   ·   가상 약관 예시</a:t>
            </a:r>
            <a:endParaRPr lang="en-US" sz="2200" dirty="0"/>
          </a:p>
        </p:txBody>
      </p:sp>
      <p:sp>
        <p:nvSpPr>
          <p:cNvPr id="13" name="Shape 11"/>
          <p:cNvSpPr/>
          <p:nvPr/>
        </p:nvSpPr>
        <p:spPr>
          <a:xfrm>
            <a:off x="2587752" y="2971800"/>
            <a:ext cx="4114800" cy="3511296"/>
          </a:xfrm>
          <a:prstGeom prst="rect">
            <a:avLst/>
          </a:prstGeom>
          <a:solidFill>
            <a:srgbClr val="EEF3FA"/>
          </a:solidFill>
          <a:ln w="12700">
            <a:solidFill>
              <a:srgbClr val="D9E0EC"/>
            </a:solidFill>
            <a:prstDash val="solid"/>
          </a:ln>
        </p:spPr>
      </p:sp>
      <p:sp>
        <p:nvSpPr>
          <p:cNvPr id="14" name="Shape 12"/>
          <p:cNvSpPr/>
          <p:nvPr/>
        </p:nvSpPr>
        <p:spPr>
          <a:xfrm>
            <a:off x="6702552" y="2971800"/>
            <a:ext cx="0" cy="3511296"/>
          </a:xfrm>
          <a:prstGeom prst="line">
            <a:avLst/>
          </a:prstGeom>
          <a:noFill/>
          <a:ln w="13970">
            <a:solidFill>
              <a:srgbClr val="D9E0EC"/>
            </a:solidFill>
            <a:prstDash val="solid"/>
          </a:ln>
        </p:spPr>
      </p:sp>
      <p:sp>
        <p:nvSpPr>
          <p:cNvPr id="15" name="Text 13"/>
          <p:cNvSpPr/>
          <p:nvPr/>
        </p:nvSpPr>
        <p:spPr>
          <a:xfrm>
            <a:off x="2880360" y="3255264"/>
            <a:ext cx="3566160" cy="429768"/>
          </a:xfrm>
          <a:prstGeom prst="rect">
            <a:avLst/>
          </a:prstGeom>
          <a:noFill/>
          <a:ln/>
        </p:spPr>
        <p:txBody>
          <a:bodyPr wrap="square" lIns="0" tIns="0" rIns="0" bIns="0" rtlCol="0" anchor="ctr"/>
          <a:lstStyle/>
          <a:p>
            <a:pPr algn="l" indent="0" marL="0">
              <a:buNone/>
            </a:pPr>
            <a:r>
              <a:rPr lang="en-US" sz="2800" b="1" dirty="0">
                <a:solidFill>
                  <a:srgbClr val="1E2A5C"/>
                </a:solidFill>
                <a:latin typeface="Pretendard" pitchFamily="34" charset="0"/>
                <a:ea typeface="Pretendard" pitchFamily="34" charset="-122"/>
                <a:cs typeface="Pretendard" pitchFamily="34" charset="-120"/>
              </a:rPr>
              <a:t>메타데이터</a:t>
            </a:r>
            <a:endParaRPr lang="en-US" sz="2800" dirty="0"/>
          </a:p>
        </p:txBody>
      </p:sp>
      <p:sp>
        <p:nvSpPr>
          <p:cNvPr id="16" name="Text 14"/>
          <p:cNvSpPr/>
          <p:nvPr/>
        </p:nvSpPr>
        <p:spPr>
          <a:xfrm>
            <a:off x="2880360" y="3730752"/>
            <a:ext cx="3566160" cy="329184"/>
          </a:xfrm>
          <a:prstGeom prst="rect">
            <a:avLst/>
          </a:prstGeom>
          <a:noFill/>
          <a:ln/>
        </p:spPr>
        <p:txBody>
          <a:bodyPr wrap="square" lIns="0" tIns="0" rIns="0" bIns="0" rtlCol="0" anchor="ctr"/>
          <a:lstStyle/>
          <a:p>
            <a:pPr algn="l" indent="0" marL="0">
              <a:buNone/>
            </a:pPr>
            <a:r>
              <a:rPr lang="en-US" sz="1800" dirty="0">
                <a:solidFill>
                  <a:srgbClr val="4A5364"/>
                </a:solidFill>
                <a:latin typeface="Pretendard" pitchFamily="34" charset="0"/>
                <a:ea typeface="Pretendard" pitchFamily="34" charset="-122"/>
                <a:cs typeface="Pretendard" pitchFamily="34" charset="-120"/>
              </a:rPr>
              <a:t>출처와 검색 조건</a:t>
            </a:r>
            <a:endParaRPr lang="en-US" sz="1800" dirty="0"/>
          </a:p>
        </p:txBody>
      </p:sp>
      <p:sp>
        <p:nvSpPr>
          <p:cNvPr id="17" name="Text 15"/>
          <p:cNvSpPr/>
          <p:nvPr/>
        </p:nvSpPr>
        <p:spPr>
          <a:xfrm>
            <a:off x="2880360" y="4306824"/>
            <a:ext cx="3611880" cy="1792224"/>
          </a:xfrm>
          <a:prstGeom prst="rect">
            <a:avLst/>
          </a:prstGeom>
          <a:noFill/>
          <a:ln/>
        </p:spPr>
        <p:txBody>
          <a:bodyPr wrap="square" lIns="0" tIns="0" rIns="0" bIns="0" rtlCol="0" anchor="ctr"/>
          <a:lstStyle/>
          <a:p>
            <a:pPr algn="l" indent="0" marL="0">
              <a:buNone/>
            </a:pPr>
            <a:r>
              <a:rPr lang="en-US" sz="2200" dirty="0">
                <a:solidFill>
                  <a:srgbClr val="2B3242"/>
                </a:solidFill>
                <a:latin typeface="Pretendard" pitchFamily="34" charset="0"/>
                <a:ea typeface="Pretendard" pitchFamily="34" charset="-122"/>
                <a:cs typeface="Pretendard" pitchFamily="34" charset="-120"/>
              </a:rPr>
              <a:t>출처  카드약관.pdf</a:t>
            </a:r>
            <a:endParaRPr lang="en-US" sz="2200" dirty="0"/>
          </a:p>
          <a:p>
            <a:pPr algn="l" indent="0" marL="0">
              <a:buNone/>
            </a:pPr>
            <a:r>
              <a:rPr lang="en-US" sz="2200" dirty="0">
                <a:solidFill>
                  <a:srgbClr val="2B3242"/>
                </a:solidFill>
                <a:latin typeface="Pretendard" pitchFamily="34" charset="0"/>
                <a:ea typeface="Pretendard" pitchFamily="34" charset="-122"/>
                <a:cs typeface="Pretendard" pitchFamily="34" charset="-120"/>
              </a:rPr>
              <a:t>쪽  12</a:t>
            </a:r>
            <a:endParaRPr lang="en-US" sz="2200" dirty="0"/>
          </a:p>
          <a:p>
            <a:pPr algn="l" indent="0" marL="0">
              <a:buNone/>
            </a:pPr>
            <a:r>
              <a:rPr lang="en-US" sz="2200" dirty="0">
                <a:solidFill>
                  <a:srgbClr val="2B3242"/>
                </a:solidFill>
                <a:latin typeface="Pretendard" pitchFamily="34" charset="0"/>
                <a:ea typeface="Pretendard" pitchFamily="34" charset="-122"/>
                <a:cs typeface="Pretendard" pitchFamily="34" charset="-120"/>
              </a:rPr>
              <a:t>조항  제3조</a:t>
            </a:r>
            <a:endParaRPr lang="en-US" sz="2200" dirty="0"/>
          </a:p>
          <a:p>
            <a:pPr algn="l" indent="0" marL="0">
              <a:buNone/>
            </a:pPr>
            <a:r>
              <a:rPr lang="en-US" sz="2200" dirty="0">
                <a:solidFill>
                  <a:srgbClr val="2B3242"/>
                </a:solidFill>
                <a:latin typeface="Pretendard" pitchFamily="34" charset="0"/>
                <a:ea typeface="Pretendard" pitchFamily="34" charset="-122"/>
                <a:cs typeface="Pretendard" pitchFamily="34" charset="-120"/>
              </a:rPr>
              <a:t>공개 등급  public</a:t>
            </a:r>
            <a:endParaRPr lang="en-US" sz="2200" dirty="0"/>
          </a:p>
        </p:txBody>
      </p:sp>
      <p:sp>
        <p:nvSpPr>
          <p:cNvPr id="18" name="Text 16"/>
          <p:cNvSpPr/>
          <p:nvPr/>
        </p:nvSpPr>
        <p:spPr>
          <a:xfrm>
            <a:off x="7031736" y="3255264"/>
            <a:ext cx="4526280" cy="429768"/>
          </a:xfrm>
          <a:prstGeom prst="rect">
            <a:avLst/>
          </a:prstGeom>
          <a:noFill/>
          <a:ln/>
        </p:spPr>
        <p:txBody>
          <a:bodyPr wrap="square" lIns="0" tIns="0" rIns="0" bIns="0" rtlCol="0" anchor="ctr"/>
          <a:lstStyle/>
          <a:p>
            <a:pPr algn="l" indent="0" marL="0">
              <a:buNone/>
            </a:pPr>
            <a:r>
              <a:rPr lang="en-US" sz="2800" b="1" dirty="0">
                <a:solidFill>
                  <a:srgbClr val="2E74C6"/>
                </a:solidFill>
                <a:latin typeface="Pretendard" pitchFamily="34" charset="0"/>
                <a:ea typeface="Pretendard" pitchFamily="34" charset="-122"/>
                <a:cs typeface="Pretendard" pitchFamily="34" charset="-120"/>
              </a:rPr>
              <a:t>본문</a:t>
            </a:r>
            <a:endParaRPr lang="en-US" sz="2800" dirty="0"/>
          </a:p>
        </p:txBody>
      </p:sp>
      <p:sp>
        <p:nvSpPr>
          <p:cNvPr id="19" name="Text 17"/>
          <p:cNvSpPr/>
          <p:nvPr/>
        </p:nvSpPr>
        <p:spPr>
          <a:xfrm>
            <a:off x="7031736" y="3730752"/>
            <a:ext cx="4526280" cy="329184"/>
          </a:xfrm>
          <a:prstGeom prst="rect">
            <a:avLst/>
          </a:prstGeom>
          <a:noFill/>
          <a:ln/>
        </p:spPr>
        <p:txBody>
          <a:bodyPr wrap="square" lIns="0" tIns="0" rIns="0" bIns="0" rtlCol="0" anchor="ctr"/>
          <a:lstStyle/>
          <a:p>
            <a:pPr algn="l" indent="0" marL="0">
              <a:buNone/>
            </a:pPr>
            <a:r>
              <a:rPr lang="en-US" sz="1800" dirty="0">
                <a:solidFill>
                  <a:srgbClr val="4A5364"/>
                </a:solidFill>
                <a:latin typeface="Pretendard" pitchFamily="34" charset="0"/>
                <a:ea typeface="Pretendard" pitchFamily="34" charset="-122"/>
                <a:cs typeface="Pretendard" pitchFamily="34" charset="-120"/>
              </a:rPr>
              <a:t>질문의 답을 찾는 내용</a:t>
            </a:r>
            <a:endParaRPr lang="en-US" sz="1800" dirty="0"/>
          </a:p>
        </p:txBody>
      </p:sp>
      <p:sp>
        <p:nvSpPr>
          <p:cNvPr id="20" name="Text 18"/>
          <p:cNvSpPr/>
          <p:nvPr/>
        </p:nvSpPr>
        <p:spPr>
          <a:xfrm>
            <a:off x="7031736" y="4306824"/>
            <a:ext cx="4535424" cy="1810512"/>
          </a:xfrm>
          <a:prstGeom prst="rect">
            <a:avLst/>
          </a:prstGeom>
          <a:noFill/>
          <a:ln/>
        </p:spPr>
        <p:txBody>
          <a:bodyPr wrap="square" lIns="0" tIns="0" rIns="0" bIns="0" rtlCol="0" anchor="ctr"/>
          <a:lstStyle/>
          <a:p>
            <a:pPr algn="l" indent="0" marL="0">
              <a:buNone/>
            </a:pPr>
            <a:r>
              <a:rPr lang="en-US" sz="2300" dirty="0">
                <a:solidFill>
                  <a:srgbClr val="2B3242"/>
                </a:solidFill>
                <a:latin typeface="Pretendard" pitchFamily="34" charset="0"/>
                <a:ea typeface="Pretendard" pitchFamily="34" charset="-122"/>
                <a:cs typeface="Pretendard" pitchFamily="34" charset="-120"/>
              </a:rPr>
              <a:t>제3조 연회비 반환</a:t>
            </a:r>
            <a:endParaRPr lang="en-US" sz="2300" dirty="0"/>
          </a:p>
          <a:p>
            <a:pPr algn="l" indent="0" marL="0">
              <a:buNone/>
            </a:pPr>
            <a:endParaRPr lang="en-US" sz="2300" dirty="0"/>
          </a:p>
          <a:p>
            <a:pPr algn="l" indent="0" marL="0">
              <a:buNone/>
            </a:pPr>
            <a:r>
              <a:rPr lang="en-US" sz="2300" dirty="0">
                <a:solidFill>
                  <a:srgbClr val="2B3242"/>
                </a:solidFill>
                <a:latin typeface="Pretendard" pitchFamily="34" charset="0"/>
                <a:ea typeface="Pretendard" pitchFamily="34" charset="-122"/>
                <a:cs typeface="Pretendard" pitchFamily="34" charset="-120"/>
              </a:rPr>
              <a:t>카드를 해지하면 남은 기간에</a:t>
            </a:r>
            <a:endParaRPr lang="en-US" sz="2300" dirty="0"/>
          </a:p>
          <a:p>
            <a:pPr algn="l" indent="0" marL="0">
              <a:buNone/>
            </a:pPr>
            <a:r>
              <a:rPr lang="en-US" sz="2300" dirty="0">
                <a:solidFill>
                  <a:srgbClr val="2B3242"/>
                </a:solidFill>
                <a:latin typeface="Pretendard" pitchFamily="34" charset="0"/>
                <a:ea typeface="Pretendard" pitchFamily="34" charset="-122"/>
                <a:cs typeface="Pretendard" pitchFamily="34" charset="-120"/>
              </a:rPr>
              <a:t>해당하는 연회비를 반환합니다.</a:t>
            </a:r>
            <a:endParaRPr lang="en-US" sz="2300" dirty="0"/>
          </a:p>
          <a:p>
            <a:pPr algn="l" indent="0" marL="0">
              <a:buNone/>
            </a:pPr>
            <a:r>
              <a:rPr lang="en-US" sz="2300" dirty="0">
                <a:solidFill>
                  <a:srgbClr val="2B3242"/>
                </a:solidFill>
                <a:latin typeface="Pretendard" pitchFamily="34" charset="0"/>
                <a:ea typeface="Pretendard" pitchFamily="34" charset="-122"/>
                <a:cs typeface="Pretendard" pitchFamily="34" charset="-120"/>
              </a:rPr>
              <a:t>다만, 발급 비용은 제외합니다.</a:t>
            </a:r>
            <a:endParaRPr lang="en-US" sz="2300" dirty="0"/>
          </a:p>
        </p:txBody>
      </p:sp>
      <p:sp>
        <p:nvSpPr>
          <p:cNvPr id="21" name="Text 19"/>
          <p:cNvSpPr/>
          <p:nvPr/>
        </p:nvSpPr>
        <p:spPr>
          <a:xfrm>
            <a:off x="512064" y="3374136"/>
            <a:ext cx="1783080" cy="365760"/>
          </a:xfrm>
          <a:prstGeom prst="rect">
            <a:avLst/>
          </a:prstGeom>
          <a:noFill/>
          <a:ln/>
        </p:spPr>
        <p:txBody>
          <a:bodyPr wrap="square" lIns="0" tIns="0" rIns="0" bIns="0" rtlCol="0" anchor="ctr"/>
          <a:lstStyle/>
          <a:p>
            <a:pPr algn="l" indent="0" marL="0">
              <a:buNone/>
            </a:pPr>
            <a:r>
              <a:rPr lang="en-US" sz="2200" b="1" dirty="0">
                <a:solidFill>
                  <a:srgbClr val="1E2A5C"/>
                </a:solidFill>
                <a:latin typeface="Pretendard" pitchFamily="34" charset="0"/>
                <a:ea typeface="Pretendard" pitchFamily="34" charset="-122"/>
                <a:cs typeface="Pretendard" pitchFamily="34" charset="-120"/>
              </a:rPr>
              <a:t>어디서 왔나</a:t>
            </a:r>
            <a:endParaRPr lang="en-US" sz="2200" dirty="0"/>
          </a:p>
        </p:txBody>
      </p:sp>
      <p:sp>
        <p:nvSpPr>
          <p:cNvPr id="22" name="Text 20"/>
          <p:cNvSpPr/>
          <p:nvPr/>
        </p:nvSpPr>
        <p:spPr>
          <a:xfrm>
            <a:off x="512064" y="3886200"/>
            <a:ext cx="1783080" cy="950976"/>
          </a:xfrm>
          <a:prstGeom prst="rect">
            <a:avLst/>
          </a:prstGeom>
          <a:noFill/>
          <a:ln/>
        </p:spPr>
        <p:txBody>
          <a:bodyPr wrap="square" lIns="0" tIns="0" rIns="0" bIns="0" rtlCol="0" anchor="ctr"/>
          <a:lstStyle/>
          <a:p>
            <a:pPr algn="l" indent="0" marL="0">
              <a:buNone/>
            </a:pPr>
            <a:r>
              <a:rPr lang="en-US" sz="2000" dirty="0">
                <a:solidFill>
                  <a:srgbClr val="4A5364"/>
                </a:solidFill>
                <a:latin typeface="Pretendard" pitchFamily="34" charset="0"/>
                <a:ea typeface="Pretendard" pitchFamily="34" charset="-122"/>
                <a:cs typeface="Pretendard" pitchFamily="34" charset="-120"/>
              </a:rPr>
              <a:t>출처를 표시하고</a:t>
            </a:r>
            <a:endParaRPr lang="en-US" sz="2000" dirty="0"/>
          </a:p>
          <a:p>
            <a:pPr algn="l" indent="0" marL="0">
              <a:buNone/>
            </a:pPr>
            <a:r>
              <a:rPr lang="en-US" sz="2000" dirty="0">
                <a:solidFill>
                  <a:srgbClr val="4A5364"/>
                </a:solidFill>
                <a:latin typeface="Pretendard" pitchFamily="34" charset="0"/>
                <a:ea typeface="Pretendard" pitchFamily="34" charset="-122"/>
                <a:cs typeface="Pretendard" pitchFamily="34" charset="-120"/>
              </a:rPr>
              <a:t>검색 범위를</a:t>
            </a:r>
            <a:endParaRPr lang="en-US" sz="2000" dirty="0"/>
          </a:p>
          <a:p>
            <a:pPr algn="l" indent="0" marL="0">
              <a:buNone/>
            </a:pPr>
            <a:r>
              <a:rPr lang="en-US" sz="2000" dirty="0">
                <a:solidFill>
                  <a:srgbClr val="4A5364"/>
                </a:solidFill>
                <a:latin typeface="Pretendard" pitchFamily="34" charset="0"/>
                <a:ea typeface="Pretendard" pitchFamily="34" charset="-122"/>
                <a:cs typeface="Pretendard" pitchFamily="34" charset="-120"/>
              </a:rPr>
              <a:t>좁힙니다.</a:t>
            </a:r>
            <a:endParaRPr lang="en-US" sz="2000" dirty="0"/>
          </a:p>
        </p:txBody>
      </p:sp>
      <p:sp>
        <p:nvSpPr>
          <p:cNvPr id="23" name="Shape 21"/>
          <p:cNvSpPr/>
          <p:nvPr/>
        </p:nvSpPr>
        <p:spPr>
          <a:xfrm>
            <a:off x="2231136" y="4553712"/>
            <a:ext cx="274320" cy="0"/>
          </a:xfrm>
          <a:prstGeom prst="line">
            <a:avLst/>
          </a:prstGeom>
          <a:noFill/>
          <a:ln w="22860">
            <a:solidFill>
              <a:srgbClr val="1E2A5C"/>
            </a:solidFill>
            <a:prstDash val="solid"/>
            <a:tailEnd type="triangle"/>
          </a:ln>
        </p:spPr>
      </p:sp>
      <p:sp>
        <p:nvSpPr>
          <p:cNvPr id="24" name="Text 22"/>
          <p:cNvSpPr/>
          <p:nvPr/>
        </p:nvSpPr>
        <p:spPr>
          <a:xfrm>
            <a:off x="12426696" y="3374136"/>
            <a:ext cx="1719072" cy="365760"/>
          </a:xfrm>
          <a:prstGeom prst="rect">
            <a:avLst/>
          </a:prstGeom>
          <a:noFill/>
          <a:ln/>
        </p:spPr>
        <p:txBody>
          <a:bodyPr wrap="square" lIns="0" tIns="0" rIns="0" bIns="0" rtlCol="0" anchor="ctr"/>
          <a:lstStyle/>
          <a:p>
            <a:pPr algn="l" indent="0" marL="0">
              <a:buNone/>
            </a:pPr>
            <a:r>
              <a:rPr lang="en-US" sz="2200" b="1" dirty="0">
                <a:solidFill>
                  <a:srgbClr val="1E2A5C"/>
                </a:solidFill>
                <a:latin typeface="Pretendard" pitchFamily="34" charset="0"/>
                <a:ea typeface="Pretendard" pitchFamily="34" charset="-122"/>
                <a:cs typeface="Pretendard" pitchFamily="34" charset="-120"/>
              </a:rPr>
              <a:t>무엇을 답하나</a:t>
            </a:r>
            <a:endParaRPr lang="en-US" sz="2200" dirty="0"/>
          </a:p>
        </p:txBody>
      </p:sp>
      <p:sp>
        <p:nvSpPr>
          <p:cNvPr id="25" name="Text 23"/>
          <p:cNvSpPr/>
          <p:nvPr/>
        </p:nvSpPr>
        <p:spPr>
          <a:xfrm>
            <a:off x="12426696" y="3886200"/>
            <a:ext cx="1719072" cy="950976"/>
          </a:xfrm>
          <a:prstGeom prst="rect">
            <a:avLst/>
          </a:prstGeom>
          <a:noFill/>
          <a:ln/>
        </p:spPr>
        <p:txBody>
          <a:bodyPr wrap="square" lIns="0" tIns="0" rIns="0" bIns="0" rtlCol="0" anchor="ctr"/>
          <a:lstStyle/>
          <a:p>
            <a:pPr algn="l" indent="0" marL="0">
              <a:buNone/>
            </a:pPr>
            <a:r>
              <a:rPr lang="en-US" sz="2000" dirty="0">
                <a:solidFill>
                  <a:srgbClr val="4A5364"/>
                </a:solidFill>
                <a:latin typeface="Pretendard" pitchFamily="34" charset="0"/>
                <a:ea typeface="Pretendard" pitchFamily="34" charset="-122"/>
                <a:cs typeface="Pretendard" pitchFamily="34" charset="-120"/>
              </a:rPr>
              <a:t>관련 내용을 찾고</a:t>
            </a:r>
            <a:endParaRPr lang="en-US" sz="2000" dirty="0"/>
          </a:p>
          <a:p>
            <a:pPr algn="l" indent="0" marL="0">
              <a:buNone/>
            </a:pPr>
            <a:r>
              <a:rPr lang="en-US" sz="2000" dirty="0">
                <a:solidFill>
                  <a:srgbClr val="4A5364"/>
                </a:solidFill>
                <a:latin typeface="Pretendard" pitchFamily="34" charset="0"/>
                <a:ea typeface="Pretendard" pitchFamily="34" charset="-122"/>
                <a:cs typeface="Pretendard" pitchFamily="34" charset="-120"/>
              </a:rPr>
              <a:t>답변의 근거로</a:t>
            </a:r>
            <a:endParaRPr lang="en-US" sz="2000" dirty="0"/>
          </a:p>
          <a:p>
            <a:pPr algn="l" indent="0" marL="0">
              <a:buNone/>
            </a:pPr>
            <a:r>
              <a:rPr lang="en-US" sz="2000" dirty="0">
                <a:solidFill>
                  <a:srgbClr val="4A5364"/>
                </a:solidFill>
                <a:latin typeface="Pretendard" pitchFamily="34" charset="0"/>
                <a:ea typeface="Pretendard" pitchFamily="34" charset="-122"/>
                <a:cs typeface="Pretendard" pitchFamily="34" charset="-120"/>
              </a:rPr>
              <a:t>사용합니다.</a:t>
            </a:r>
            <a:endParaRPr lang="en-US" sz="2000" dirty="0"/>
          </a:p>
        </p:txBody>
      </p:sp>
      <p:sp>
        <p:nvSpPr>
          <p:cNvPr id="26" name="Shape 24"/>
          <p:cNvSpPr/>
          <p:nvPr/>
        </p:nvSpPr>
        <p:spPr>
          <a:xfrm>
            <a:off x="12124944" y="4553712"/>
            <a:ext cx="256032" cy="0"/>
          </a:xfrm>
          <a:prstGeom prst="line">
            <a:avLst/>
          </a:prstGeom>
          <a:noFill/>
          <a:ln w="22860">
            <a:solidFill>
              <a:srgbClr val="2E74C6"/>
            </a:solidFill>
            <a:prstDash val="solid"/>
            <a:tailEnd type="triangle"/>
          </a:ln>
        </p:spPr>
      </p:sp>
      <p:sp>
        <p:nvSpPr>
          <p:cNvPr id="27" name="Text 25"/>
          <p:cNvSpPr/>
          <p:nvPr/>
        </p:nvSpPr>
        <p:spPr>
          <a:xfrm>
            <a:off x="2587752" y="6839712"/>
            <a:ext cx="9454896" cy="365760"/>
          </a:xfrm>
          <a:prstGeom prst="rect">
            <a:avLst/>
          </a:prstGeom>
          <a:noFill/>
          <a:ln/>
        </p:spPr>
        <p:txBody>
          <a:bodyPr wrap="square" lIns="0" tIns="0" rIns="0" bIns="0" rtlCol="0" anchor="ctr"/>
          <a:lstStyle/>
          <a:p>
            <a:pPr algn="ctr" indent="0" marL="0">
              <a:buNone/>
            </a:pPr>
            <a:r>
              <a:rPr lang="en-US" sz="2500" b="1" dirty="0">
                <a:solidFill>
                  <a:srgbClr val="1E2A5C"/>
                </a:solidFill>
                <a:latin typeface="Pretendard" pitchFamily="34" charset="0"/>
                <a:ea typeface="Pretendard" pitchFamily="34" charset="-122"/>
                <a:cs typeface="Pretendard" pitchFamily="34" charset="-120"/>
              </a:rPr>
              <a:t>메타데이터와 본문은 같은 청크에 연결됩니다.</a:t>
            </a:r>
            <a:endParaRPr lang="en-US" sz="2500" dirty="0"/>
          </a:p>
        </p:txBody>
      </p:sp>
      <p:sp>
        <p:nvSpPr>
          <p:cNvPr id="28" name="Text 26"/>
          <p:cNvSpPr/>
          <p:nvPr/>
        </p:nvSpPr>
        <p:spPr>
          <a:xfrm>
            <a:off x="1874520" y="7315200"/>
            <a:ext cx="10881360" cy="283464"/>
          </a:xfrm>
          <a:prstGeom prst="rect">
            <a:avLst/>
          </a:prstGeom>
          <a:noFill/>
          <a:ln/>
        </p:spPr>
        <p:txBody>
          <a:bodyPr wrap="square" lIns="0" tIns="0" rIns="0" bIns="0" rtlCol="0" anchor="ctr"/>
          <a:lstStyle/>
          <a:p>
            <a:pPr algn="ctr" indent="0" marL="0">
              <a:buNone/>
            </a:pPr>
            <a:r>
              <a:rPr lang="en-US" sz="1800" dirty="0">
                <a:solidFill>
                  <a:srgbClr val="4A5364"/>
                </a:solidFill>
                <a:latin typeface="Pretendard" pitchFamily="34" charset="0"/>
                <a:ea typeface="Pretendard" pitchFamily="34" charset="-122"/>
                <a:cs typeface="Pretendard" pitchFamily="34" charset="-120"/>
              </a:rPr>
              <a:t>상품명처럼 검색과 필터에 모두 필요한 값은 양쪽에 둘 수 있습니다.</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12064" y="320040"/>
            <a:ext cx="11887200" cy="237744"/>
          </a:xfrm>
          <a:prstGeom prst="rect">
            <a:avLst/>
          </a:prstGeom>
          <a:noFill/>
          <a:ln/>
        </p:spPr>
        <p:txBody>
          <a:bodyPr wrap="square" lIns="0" tIns="0" rIns="0" bIns="0" rtlCol="0" anchor="ctr"/>
          <a:lstStyle/>
          <a:p>
            <a:pPr algn="l" indent="0" marL="0">
              <a:buNone/>
            </a:pPr>
            <a:r>
              <a:rPr lang="en-US" sz="1500" dirty="0">
                <a:solidFill>
                  <a:srgbClr val="7C8598"/>
                </a:solidFill>
                <a:latin typeface="Pretendard" pitchFamily="34" charset="0"/>
                <a:ea typeface="Pretendard" pitchFamily="34" charset="-122"/>
                <a:cs typeface="Pretendard" pitchFamily="34" charset="-120"/>
              </a:rPr>
              <a:t>문서 인덱싱  ›  청킹</a:t>
            </a:r>
            <a:endParaRPr lang="en-US" sz="1500" dirty="0"/>
          </a:p>
        </p:txBody>
      </p:sp>
      <p:sp>
        <p:nvSpPr>
          <p:cNvPr id="3" name="Text 1"/>
          <p:cNvSpPr/>
          <p:nvPr/>
        </p:nvSpPr>
        <p:spPr>
          <a:xfrm>
            <a:off x="512064" y="704088"/>
            <a:ext cx="13606272" cy="640080"/>
          </a:xfrm>
          <a:prstGeom prst="rect">
            <a:avLst/>
          </a:prstGeom>
          <a:noFill/>
          <a:ln/>
        </p:spPr>
        <p:txBody>
          <a:bodyPr wrap="square" lIns="0" tIns="0" rIns="0" bIns="0" rtlCol="0" anchor="ctr"/>
          <a:lstStyle/>
          <a:p>
            <a:pPr algn="l" indent="0" marL="0">
              <a:buNone/>
            </a:pPr>
            <a:r>
              <a:rPr lang="en-US" sz="4800" b="1" dirty="0">
                <a:solidFill>
                  <a:srgbClr val="1E2A5C"/>
                </a:solidFill>
                <a:latin typeface="Pretendard" pitchFamily="34" charset="0"/>
                <a:ea typeface="Pretendard" pitchFamily="34" charset="-122"/>
                <a:cs typeface="Pretendard" pitchFamily="34" charset="-120"/>
              </a:rPr>
              <a:t>청킹 설계의 결정 항목</a:t>
            </a:r>
            <a:endParaRPr lang="en-US" sz="4800" dirty="0"/>
          </a:p>
        </p:txBody>
      </p:sp>
      <p:sp>
        <p:nvSpPr>
          <p:cNvPr id="4" name="Shape 2"/>
          <p:cNvSpPr/>
          <p:nvPr/>
        </p:nvSpPr>
        <p:spPr>
          <a:xfrm>
            <a:off x="512064" y="1472184"/>
            <a:ext cx="13606272" cy="32004"/>
          </a:xfrm>
          <a:prstGeom prst="rect">
            <a:avLst/>
          </a:prstGeom>
          <a:solidFill>
            <a:srgbClr val="D9E0EC"/>
          </a:solidFill>
          <a:ln w="12700">
            <a:solidFill>
              <a:srgbClr val="D9E0EC"/>
            </a:solidFill>
            <a:prstDash val="solid"/>
          </a:ln>
        </p:spPr>
      </p:sp>
      <p:sp>
        <p:nvSpPr>
          <p:cNvPr id="5" name="Shape 3"/>
          <p:cNvSpPr/>
          <p:nvPr/>
        </p:nvSpPr>
        <p:spPr>
          <a:xfrm>
            <a:off x="512064" y="1472184"/>
            <a:ext cx="1901952" cy="32004"/>
          </a:xfrm>
          <a:prstGeom prst="rect">
            <a:avLst/>
          </a:prstGeom>
          <a:solidFill>
            <a:srgbClr val="2E74C6"/>
          </a:solidFill>
          <a:ln w="12700">
            <a:solidFill>
              <a:srgbClr val="2E74C6"/>
            </a:solidFill>
            <a:prstDash val="solid"/>
          </a:ln>
        </p:spPr>
      </p:sp>
      <p:sp>
        <p:nvSpPr>
          <p:cNvPr id="6" name="Text 4"/>
          <p:cNvSpPr/>
          <p:nvPr/>
        </p:nvSpPr>
        <p:spPr>
          <a:xfrm>
            <a:off x="512064" y="1673352"/>
            <a:ext cx="13606272" cy="475488"/>
          </a:xfrm>
          <a:prstGeom prst="rect">
            <a:avLst/>
          </a:prstGeom>
          <a:noFill/>
          <a:ln/>
        </p:spPr>
        <p:txBody>
          <a:bodyPr wrap="square" lIns="0" tIns="0" rIns="0" bIns="0" rtlCol="0" anchor="ctr"/>
          <a:lstStyle/>
          <a:p>
            <a:pPr algn="l" indent="0" marL="0">
              <a:buNone/>
            </a:pPr>
            <a:r>
              <a:rPr lang="en-US" sz="2200" dirty="0">
                <a:solidFill>
                  <a:srgbClr val="4A5364"/>
                </a:solidFill>
                <a:latin typeface="Pretendard" pitchFamily="34" charset="0"/>
                <a:ea typeface="Pretendard" pitchFamily="34" charset="-122"/>
                <a:cs typeface="Pretendard" pitchFamily="34" charset="-120"/>
              </a:rPr>
              <a:t>무엇을 물려주고, 어디서 나누며, 얼마나 겹칠지 함께 정합니다.</a:t>
            </a:r>
            <a:endParaRPr lang="en-US" sz="2200" dirty="0"/>
          </a:p>
        </p:txBody>
      </p:sp>
      <p:sp>
        <p:nvSpPr>
          <p:cNvPr id="7" name="Shape 5"/>
          <p:cNvSpPr/>
          <p:nvPr/>
        </p:nvSpPr>
        <p:spPr>
          <a:xfrm>
            <a:off x="512064" y="7790688"/>
            <a:ext cx="13606272" cy="0"/>
          </a:xfrm>
          <a:prstGeom prst="line">
            <a:avLst/>
          </a:prstGeom>
          <a:noFill/>
          <a:ln w="12700">
            <a:solidFill>
              <a:srgbClr val="E9ECF3"/>
            </a:solidFill>
            <a:prstDash val="solid"/>
          </a:ln>
        </p:spPr>
      </p:sp>
      <p:sp>
        <p:nvSpPr>
          <p:cNvPr id="8" name="Text 6"/>
          <p:cNvSpPr/>
          <p:nvPr/>
        </p:nvSpPr>
        <p:spPr>
          <a:xfrm>
            <a:off x="512064" y="7900416"/>
            <a:ext cx="10972800" cy="210312"/>
          </a:xfrm>
          <a:prstGeom prst="rect">
            <a:avLst/>
          </a:prstGeom>
          <a:noFill/>
          <a:ln/>
        </p:spPr>
        <p:txBody>
          <a:bodyPr wrap="square" lIns="0" tIns="0" rIns="0" bIns="0" rtlCol="0" anchor="ctr"/>
          <a:lstStyle/>
          <a:p>
            <a:pPr algn="l" indent="0" marL="0">
              <a:buNone/>
            </a:pPr>
            <a:r>
              <a:rPr lang="en-US" sz="1400" dirty="0">
                <a:solidFill>
                  <a:srgbClr val="7C8598"/>
                </a:solidFill>
                <a:latin typeface="Pretendard" pitchFamily="34" charset="0"/>
                <a:ea typeface="Pretendard" pitchFamily="34" charset="-122"/>
                <a:cs typeface="Pretendard" pitchFamily="34" charset="-120"/>
              </a:rPr>
              <a:t>Agentic AI 아키텍처 설계</a:t>
            </a:r>
            <a:endParaRPr lang="en-US" sz="1400" dirty="0"/>
          </a:p>
        </p:txBody>
      </p:sp>
      <p:sp>
        <p:nvSpPr>
          <p:cNvPr id="9" name="Text 7"/>
          <p:cNvSpPr/>
          <p:nvPr/>
        </p:nvSpPr>
        <p:spPr>
          <a:xfrm>
            <a:off x="13350240" y="7882128"/>
            <a:ext cx="768096" cy="246888"/>
          </a:xfrm>
          <a:prstGeom prst="rect">
            <a:avLst/>
          </a:prstGeom>
          <a:noFill/>
          <a:ln/>
        </p:spPr>
        <p:txBody>
          <a:bodyPr wrap="square" lIns="0" tIns="0" rIns="0" bIns="0" rtlCol="0" anchor="ctr"/>
          <a:lstStyle/>
          <a:p>
            <a:pPr algn="r" indent="0" marL="0">
              <a:buNone/>
            </a:pPr>
            <a:r>
              <a:rPr lang="en-US" sz="1500" dirty="0">
                <a:solidFill>
                  <a:srgbClr val="1E2A5C"/>
                </a:solidFill>
                <a:latin typeface="Pretendard" pitchFamily="34" charset="0"/>
                <a:ea typeface="Pretendard" pitchFamily="34" charset="-122"/>
                <a:cs typeface="Pretendard" pitchFamily="34" charset="-120"/>
              </a:rPr>
              <a:t>02</a:t>
            </a:r>
            <a:endParaRPr lang="en-US" sz="15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12064" y="2395728"/>
          <a:ext cx="7251192" cy="914400"/>
        </p:xfrm>
        <a:graphic>
          <a:graphicData uri="http://schemas.openxmlformats.org/drawingml/2006/table">
            <a:tbl>
              <a:tblPr/>
              <a:tblGrid>
                <a:gridCol w="1965960"/>
                <a:gridCol w="5285232"/>
              </a:tblGrid>
              <a:tr h="493776">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설계 항목</a:t>
                      </a:r>
                      <a:endParaRPr lang="en-US" sz="1800" dirty="0">
                        <a:latin typeface="Pretendard" charset="0"/>
                        <a:ea typeface="Pretendard" charset="0"/>
                        <a:cs typeface="Pretendard" charset="0"/>
                      </a:endParaRPr>
                    </a:p>
                  </a:txBody>
                  <a:tcPr marL="155448" marR="155448" marT="64008" marB="64008"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E2EEF9"/>
                    </a:solidFill>
                  </a:tcPr>
                </a:tc>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정의할 내용</a:t>
                      </a:r>
                      <a:endParaRPr lang="en-US" sz="1800" dirty="0">
                        <a:latin typeface="Pretendard" charset="0"/>
                        <a:ea typeface="Pretendard" charset="0"/>
                        <a:cs typeface="Pretendard" charset="0"/>
                      </a:endParaRPr>
                    </a:p>
                  </a:txBody>
                  <a:tcPr marL="155448" marR="155448" marT="64008" marB="64008"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E2EEF9"/>
                    </a:solidFill>
                  </a:tcPr>
                </a:tc>
              </a:tr>
              <a:tr h="640080">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메타데이터 구조</a:t>
                      </a:r>
                      <a:endParaRPr lang="en-US" sz="1800" dirty="0">
                        <a:latin typeface="Pretendard" charset="0"/>
                        <a:ea typeface="Pretendard" charset="0"/>
                        <a:cs typeface="Pretendard" charset="0"/>
                      </a:endParaRPr>
                    </a:p>
                  </a:txBody>
                  <a:tcPr marL="155448" marR="155448" marT="64008" marB="64008"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필드·자료형·필수 여부</a:t>
                      </a:r>
                      <a:endParaRPr lang="en-US" sz="1800" dirty="0">
                        <a:latin typeface="Pretendard" charset="0"/>
                        <a:ea typeface="Pretendard" charset="0"/>
                        <a:cs typeface="Pretendard" charset="0"/>
                      </a:endParaRPr>
                    </a:p>
                    <a:p>
                      <a:pPr indent="0" marL="0">
                        <a:buNone/>
                      </a:pPr>
                      <a:r>
                        <a:rPr lang="en-US" sz="1800" dirty="0">
                          <a:solidFill>
                            <a:srgbClr val="2B3242"/>
                          </a:solidFill>
                          <a:latin typeface="Pretendard" pitchFamily="34" charset="0"/>
                          <a:ea typeface="Pretendard" pitchFamily="34" charset="-122"/>
                          <a:cs typeface="Pretendard" pitchFamily="34" charset="-120"/>
                        </a:rPr>
                        <a:t>공통값 상속 / 범위별 값 계산</a:t>
                      </a:r>
                      <a:endParaRPr lang="en-US" sz="1800" dirty="0">
                        <a:latin typeface="Pretendard" charset="0"/>
                        <a:ea typeface="Pretendard" charset="0"/>
                        <a:cs typeface="Pretendard" charset="0"/>
                      </a:endParaRPr>
                    </a:p>
                  </a:txBody>
                  <a:tcPr marL="155448" marR="155448" marT="64008" marB="64008"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FFFFF"/>
                    </a:solidFill>
                  </a:tcPr>
                </a:tc>
              </a:tr>
              <a:tr h="640080">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구분자</a:t>
                      </a:r>
                      <a:endParaRPr lang="en-US" sz="1800" dirty="0">
                        <a:latin typeface="Pretendard" charset="0"/>
                        <a:ea typeface="Pretendard" charset="0"/>
                        <a:cs typeface="Pretendard" charset="0"/>
                      </a:endParaRPr>
                    </a:p>
                  </a:txBody>
                  <a:tcPr marL="155448" marR="155448" marT="64008" marB="64008"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조항·문단·발화 등 경계 우선순위</a:t>
                      </a:r>
                      <a:endParaRPr lang="en-US" sz="1800" dirty="0">
                        <a:latin typeface="Pretendard" charset="0"/>
                        <a:ea typeface="Pretendard" charset="0"/>
                        <a:cs typeface="Pretendard" charset="0"/>
                      </a:endParaRPr>
                    </a:p>
                    <a:p>
                      <a:pPr indent="0" marL="0">
                        <a:buNone/>
                      </a:pPr>
                      <a:r>
                        <a:rPr lang="en-US" sz="1800" dirty="0">
                          <a:solidFill>
                            <a:srgbClr val="2B3242"/>
                          </a:solidFill>
                          <a:latin typeface="Pretendard" pitchFamily="34" charset="0"/>
                          <a:ea typeface="Pretendard" pitchFamily="34" charset="-122"/>
                          <a:cs typeface="Pretendard" pitchFamily="34" charset="-120"/>
                        </a:rPr>
                        <a:t>구분자 보존과 긴 단위의 추가 분할</a:t>
                      </a:r>
                      <a:endParaRPr lang="en-US" sz="1800" dirty="0">
                        <a:latin typeface="Pretendard" charset="0"/>
                        <a:ea typeface="Pretendard" charset="0"/>
                        <a:cs typeface="Pretendard" charset="0"/>
                      </a:endParaRPr>
                    </a:p>
                  </a:txBody>
                  <a:tcPr marL="155448" marR="155448" marT="64008" marB="64008"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5F8FC"/>
                    </a:solidFill>
                  </a:tcPr>
                </a:tc>
              </a:tr>
              <a:tr h="640080">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청킹 크기</a:t>
                      </a:r>
                      <a:endParaRPr lang="en-US" sz="1800" dirty="0">
                        <a:latin typeface="Pretendard" charset="0"/>
                        <a:ea typeface="Pretendard" charset="0"/>
                        <a:cs typeface="Pretendard" charset="0"/>
                      </a:endParaRPr>
                    </a:p>
                  </a:txBody>
                  <a:tcPr marL="155448" marR="155448" marT="64008" marB="64008"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목표·최대 크기와 단위</a:t>
                      </a:r>
                      <a:endParaRPr lang="en-US" sz="1800" dirty="0">
                        <a:latin typeface="Pretendard" charset="0"/>
                        <a:ea typeface="Pretendard" charset="0"/>
                        <a:cs typeface="Pretendard" charset="0"/>
                      </a:endParaRPr>
                    </a:p>
                    <a:p>
                      <a:pPr indent="0" marL="0">
                        <a:buNone/>
                      </a:pPr>
                      <a:r>
                        <a:rPr lang="en-US" sz="1800" dirty="0">
                          <a:solidFill>
                            <a:srgbClr val="2B3242"/>
                          </a:solidFill>
                          <a:latin typeface="Pretendard" pitchFamily="34" charset="0"/>
                          <a:ea typeface="Pretendard" pitchFamily="34" charset="-122"/>
                          <a:cs typeface="Pretendard" pitchFamily="34" charset="-120"/>
                        </a:rPr>
                        <a:t>토큰 측정기·모델 입력 한도</a:t>
                      </a:r>
                      <a:endParaRPr lang="en-US" sz="1800" dirty="0">
                        <a:latin typeface="Pretendard" charset="0"/>
                        <a:ea typeface="Pretendard" charset="0"/>
                        <a:cs typeface="Pretendard" charset="0"/>
                      </a:endParaRPr>
                    </a:p>
                  </a:txBody>
                  <a:tcPr marL="155448" marR="155448" marT="64008" marB="64008"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FFFFF"/>
                    </a:solidFill>
                  </a:tcPr>
                </a:tc>
              </a:tr>
              <a:tr h="640080">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오버랩 크기</a:t>
                      </a:r>
                      <a:endParaRPr lang="en-US" sz="1800" dirty="0">
                        <a:latin typeface="Pretendard" charset="0"/>
                        <a:ea typeface="Pretendard" charset="0"/>
                        <a:cs typeface="Pretendard" charset="0"/>
                      </a:endParaRPr>
                    </a:p>
                  </a:txBody>
                  <a:tcPr marL="155448" marR="155448" marT="64008" marB="64008"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반복할 문맥의 크기와 단위</a:t>
                      </a:r>
                      <a:endParaRPr lang="en-US" sz="1800" dirty="0">
                        <a:latin typeface="Pretendard" charset="0"/>
                        <a:ea typeface="Pretendard" charset="0"/>
                        <a:cs typeface="Pretendard" charset="0"/>
                      </a:endParaRPr>
                    </a:p>
                    <a:p>
                      <a:pPr indent="0" marL="0">
                        <a:buNone/>
                      </a:pPr>
                      <a:r>
                        <a:rPr lang="en-US" sz="1800" dirty="0">
                          <a:solidFill>
                            <a:srgbClr val="2B3242"/>
                          </a:solidFill>
                          <a:latin typeface="Pretendard" pitchFamily="34" charset="0"/>
                          <a:ea typeface="Pretendard" pitchFamily="34" charset="-122"/>
                          <a:cs typeface="Pretendard" pitchFamily="34" charset="-120"/>
                        </a:rPr>
                        <a:t>중첩을 적용할 경계</a:t>
                      </a:r>
                      <a:endParaRPr lang="en-US" sz="1800" dirty="0">
                        <a:latin typeface="Pretendard" charset="0"/>
                        <a:ea typeface="Pretendard" charset="0"/>
                        <a:cs typeface="Pretendard" charset="0"/>
                      </a:endParaRPr>
                    </a:p>
                  </a:txBody>
                  <a:tcPr marL="155448" marR="155448" marT="64008" marB="64008"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5F8FC"/>
                    </a:solidFill>
                  </a:tcPr>
                </a:tc>
              </a:tr>
              <a:tr h="640080">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정제·가명처리</a:t>
                      </a:r>
                      <a:endParaRPr lang="en-US" sz="1800" dirty="0">
                        <a:latin typeface="Pretendard" charset="0"/>
                        <a:ea typeface="Pretendard" charset="0"/>
                        <a:cs typeface="Pretendard" charset="0"/>
                      </a:endParaRPr>
                    </a:p>
                  </a:txBody>
                  <a:tcPr marL="155448" marR="155448" marT="64008" marB="64008"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적용 규칙과 청킹 전·후 시점</a:t>
                      </a:r>
                      <a:endParaRPr lang="en-US" sz="1800" dirty="0">
                        <a:latin typeface="Pretendard" charset="0"/>
                        <a:ea typeface="Pretendard" charset="0"/>
                        <a:cs typeface="Pretendard" charset="0"/>
                      </a:endParaRPr>
                    </a:p>
                    <a:p>
                      <a:pPr indent="0" marL="0">
                        <a:buNone/>
                      </a:pPr>
                      <a:r>
                        <a:rPr lang="en-US" sz="1800" dirty="0">
                          <a:solidFill>
                            <a:srgbClr val="2B3242"/>
                          </a:solidFill>
                          <a:latin typeface="Pretendard" pitchFamily="34" charset="0"/>
                          <a:ea typeface="Pretendard" pitchFamily="34" charset="-122"/>
                          <a:cs typeface="Pretendard" pitchFamily="34" charset="-120"/>
                        </a:rPr>
                        <a:t>본문·메타데이터 처리 범위</a:t>
                      </a:r>
                      <a:endParaRPr lang="en-US" sz="1800" dirty="0">
                        <a:latin typeface="Pretendard" charset="0"/>
                        <a:ea typeface="Pretendard" charset="0"/>
                        <a:cs typeface="Pretendard" charset="0"/>
                      </a:endParaRPr>
                    </a:p>
                  </a:txBody>
                  <a:tcPr marL="155448" marR="155448" marT="64008" marB="64008"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FFFFF"/>
                    </a:solidFill>
                  </a:tcPr>
                </a:tc>
              </a:tr>
              <a:tr h="640080">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검증·평가</a:t>
                      </a:r>
                      <a:endParaRPr lang="en-US" sz="1800" dirty="0">
                        <a:latin typeface="Pretendard" charset="0"/>
                        <a:ea typeface="Pretendard" charset="0"/>
                        <a:cs typeface="Pretendard" charset="0"/>
                      </a:endParaRPr>
                    </a:p>
                  </a:txBody>
                  <a:tcPr marL="155448" marR="155448" marT="64008" marB="64008"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개인정보 잔존·필수값·최종 길이</a:t>
                      </a:r>
                      <a:endParaRPr lang="en-US" sz="1800" dirty="0">
                        <a:latin typeface="Pretendard" charset="0"/>
                        <a:ea typeface="Pretendard" charset="0"/>
                        <a:cs typeface="Pretendard" charset="0"/>
                      </a:endParaRPr>
                    </a:p>
                    <a:p>
                      <a:pPr indent="0" marL="0">
                        <a:buNone/>
                      </a:pPr>
                      <a:r>
                        <a:rPr lang="en-US" sz="1800" dirty="0">
                          <a:solidFill>
                            <a:srgbClr val="2B3242"/>
                          </a:solidFill>
                          <a:latin typeface="Pretendard" pitchFamily="34" charset="0"/>
                          <a:ea typeface="Pretendard" pitchFamily="34" charset="-122"/>
                          <a:cs typeface="Pretendard" pitchFamily="34" charset="-120"/>
                        </a:rPr>
                        <a:t>평가 질문의 정답 근거 검색 여부</a:t>
                      </a:r>
                      <a:endParaRPr lang="en-US" sz="1800" dirty="0">
                        <a:latin typeface="Pretendard" charset="0"/>
                        <a:ea typeface="Pretendard" charset="0"/>
                        <a:cs typeface="Pretendard" charset="0"/>
                      </a:endParaRPr>
                    </a:p>
                  </a:txBody>
                  <a:tcPr marL="155448" marR="155448" marT="64008" marB="64008"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5F8FC"/>
                    </a:solidFill>
                  </a:tcPr>
                </a:tc>
              </a:tr>
            </a:tbl>
          </a:graphicData>
        </a:graphic>
      </p:graphicFrame>
      <p:sp>
        <p:nvSpPr>
          <p:cNvPr id="11" name="Text 8"/>
          <p:cNvSpPr/>
          <p:nvPr/>
        </p:nvSpPr>
        <p:spPr>
          <a:xfrm>
            <a:off x="8275320" y="2441448"/>
            <a:ext cx="5797296" cy="429768"/>
          </a:xfrm>
          <a:prstGeom prst="rect">
            <a:avLst/>
          </a:prstGeom>
          <a:noFill/>
          <a:ln/>
        </p:spPr>
        <p:txBody>
          <a:bodyPr wrap="square" lIns="0" tIns="0" rIns="0" bIns="0" rtlCol="0" anchor="ctr"/>
          <a:lstStyle/>
          <a:p>
            <a:pPr algn="l" indent="0" marL="0">
              <a:buNone/>
            </a:pPr>
            <a:r>
              <a:rPr lang="en-US" sz="2700" b="1" dirty="0">
                <a:solidFill>
                  <a:srgbClr val="1E2A5C"/>
                </a:solidFill>
                <a:latin typeface="Pretendard" pitchFamily="34" charset="0"/>
                <a:ea typeface="Pretendard" pitchFamily="34" charset="-122"/>
                <a:cs typeface="Pretendard" pitchFamily="34" charset="-120"/>
              </a:rPr>
              <a:t>크기와 오버랩의 관계</a:t>
            </a:r>
            <a:endParaRPr lang="en-US" sz="2700" dirty="0"/>
          </a:p>
        </p:txBody>
      </p:sp>
      <p:sp>
        <p:nvSpPr>
          <p:cNvPr id="12" name="Text 9"/>
          <p:cNvSpPr/>
          <p:nvPr/>
        </p:nvSpPr>
        <p:spPr>
          <a:xfrm>
            <a:off x="8275320" y="2971800"/>
            <a:ext cx="5797296" cy="320040"/>
          </a:xfrm>
          <a:prstGeom prst="rect">
            <a:avLst/>
          </a:prstGeom>
          <a:noFill/>
          <a:ln/>
        </p:spPr>
        <p:txBody>
          <a:bodyPr wrap="square" lIns="0" tIns="0" rIns="0" bIns="0" rtlCol="0" anchor="ctr"/>
          <a:lstStyle/>
          <a:p>
            <a:pPr algn="l" indent="0" marL="0">
              <a:buNone/>
            </a:pPr>
            <a:r>
              <a:rPr lang="en-US" sz="1700" dirty="0">
                <a:solidFill>
                  <a:srgbClr val="4A5364"/>
                </a:solidFill>
                <a:latin typeface="Pretendard" pitchFamily="34" charset="0"/>
                <a:ea typeface="Pretendard" pitchFamily="34" charset="-122"/>
                <a:cs typeface="Pretendard" pitchFamily="34" charset="-120"/>
              </a:rPr>
              <a:t>설명용 예시: 크기 400토큰, 중첩 100토큰</a:t>
            </a:r>
            <a:endParaRPr lang="en-US" sz="1700" dirty="0"/>
          </a:p>
        </p:txBody>
      </p:sp>
      <p:sp>
        <p:nvSpPr>
          <p:cNvPr id="13" name="Text 10"/>
          <p:cNvSpPr/>
          <p:nvPr/>
        </p:nvSpPr>
        <p:spPr>
          <a:xfrm>
            <a:off x="8293608" y="3511296"/>
            <a:ext cx="5715000" cy="274320"/>
          </a:xfrm>
          <a:prstGeom prst="rect">
            <a:avLst/>
          </a:prstGeom>
          <a:noFill/>
          <a:ln/>
        </p:spPr>
        <p:txBody>
          <a:bodyPr wrap="square" lIns="0" tIns="0" rIns="0" bIns="0" rtlCol="0" anchor="ctr"/>
          <a:lstStyle/>
          <a:p>
            <a:pPr algn="l" indent="0" marL="0">
              <a:buNone/>
            </a:pPr>
            <a:r>
              <a:rPr lang="en-US" sz="1800" b="1" dirty="0">
                <a:solidFill>
                  <a:srgbClr val="4A5364"/>
                </a:solidFill>
                <a:latin typeface="Pretendard" pitchFamily="34" charset="0"/>
                <a:ea typeface="Pretendard" pitchFamily="34" charset="-122"/>
                <a:cs typeface="Pretendard" pitchFamily="34" charset="-120"/>
              </a:rPr>
              <a:t>원문</a:t>
            </a:r>
            <a:endParaRPr lang="en-US" sz="1800" dirty="0"/>
          </a:p>
        </p:txBody>
      </p:sp>
      <p:sp>
        <p:nvSpPr>
          <p:cNvPr id="14" name="Shape 11"/>
          <p:cNvSpPr/>
          <p:nvPr/>
        </p:nvSpPr>
        <p:spPr>
          <a:xfrm>
            <a:off x="8293608" y="3931920"/>
            <a:ext cx="811987" cy="493776"/>
          </a:xfrm>
          <a:prstGeom prst="rect">
            <a:avLst/>
          </a:prstGeom>
          <a:solidFill>
            <a:srgbClr val="F5F8FC"/>
          </a:solidFill>
          <a:ln w="9525">
            <a:solidFill>
              <a:srgbClr val="D9E0EC"/>
            </a:solidFill>
            <a:prstDash val="solid"/>
          </a:ln>
        </p:spPr>
      </p:sp>
      <p:sp>
        <p:nvSpPr>
          <p:cNvPr id="15" name="Text 12"/>
          <p:cNvSpPr/>
          <p:nvPr/>
        </p:nvSpPr>
        <p:spPr>
          <a:xfrm>
            <a:off x="8293608" y="3995928"/>
            <a:ext cx="811987" cy="329184"/>
          </a:xfrm>
          <a:prstGeom prst="rect">
            <a:avLst/>
          </a:prstGeom>
          <a:noFill/>
          <a:ln/>
        </p:spPr>
        <p:txBody>
          <a:bodyPr wrap="square" lIns="0" tIns="0" rIns="0" bIns="0" rtlCol="0" anchor="ctr"/>
          <a:lstStyle/>
          <a:p>
            <a:pPr algn="ctr" indent="0" marL="0">
              <a:buNone/>
            </a:pPr>
            <a:r>
              <a:rPr lang="en-US" sz="2000" b="1" dirty="0">
                <a:solidFill>
                  <a:srgbClr val="4A5364"/>
                </a:solidFill>
                <a:latin typeface="Pretendard" pitchFamily="34" charset="0"/>
                <a:ea typeface="Pretendard" pitchFamily="34" charset="-122"/>
                <a:cs typeface="Pretendard" pitchFamily="34" charset="-120"/>
              </a:rPr>
              <a:t>A</a:t>
            </a:r>
            <a:endParaRPr lang="en-US" sz="2000" dirty="0"/>
          </a:p>
        </p:txBody>
      </p:sp>
      <p:sp>
        <p:nvSpPr>
          <p:cNvPr id="16" name="Shape 13"/>
          <p:cNvSpPr/>
          <p:nvPr/>
        </p:nvSpPr>
        <p:spPr>
          <a:xfrm>
            <a:off x="9116568" y="3931920"/>
            <a:ext cx="811987" cy="493776"/>
          </a:xfrm>
          <a:prstGeom prst="rect">
            <a:avLst/>
          </a:prstGeom>
          <a:solidFill>
            <a:srgbClr val="F5F8FC"/>
          </a:solidFill>
          <a:ln w="9525">
            <a:solidFill>
              <a:srgbClr val="D9E0EC"/>
            </a:solidFill>
            <a:prstDash val="solid"/>
          </a:ln>
        </p:spPr>
      </p:sp>
      <p:sp>
        <p:nvSpPr>
          <p:cNvPr id="17" name="Text 14"/>
          <p:cNvSpPr/>
          <p:nvPr/>
        </p:nvSpPr>
        <p:spPr>
          <a:xfrm>
            <a:off x="9116568" y="3995928"/>
            <a:ext cx="811987" cy="329184"/>
          </a:xfrm>
          <a:prstGeom prst="rect">
            <a:avLst/>
          </a:prstGeom>
          <a:noFill/>
          <a:ln/>
        </p:spPr>
        <p:txBody>
          <a:bodyPr wrap="square" lIns="0" tIns="0" rIns="0" bIns="0" rtlCol="0" anchor="ctr"/>
          <a:lstStyle/>
          <a:p>
            <a:pPr algn="ctr" indent="0" marL="0">
              <a:buNone/>
            </a:pPr>
            <a:r>
              <a:rPr lang="en-US" sz="2000" b="1" dirty="0">
                <a:solidFill>
                  <a:srgbClr val="4A5364"/>
                </a:solidFill>
                <a:latin typeface="Pretendard" pitchFamily="34" charset="0"/>
                <a:ea typeface="Pretendard" pitchFamily="34" charset="-122"/>
                <a:cs typeface="Pretendard" pitchFamily="34" charset="-120"/>
              </a:rPr>
              <a:t>B</a:t>
            </a:r>
            <a:endParaRPr lang="en-US" sz="2000" dirty="0"/>
          </a:p>
        </p:txBody>
      </p:sp>
      <p:sp>
        <p:nvSpPr>
          <p:cNvPr id="18" name="Shape 15"/>
          <p:cNvSpPr/>
          <p:nvPr/>
        </p:nvSpPr>
        <p:spPr>
          <a:xfrm>
            <a:off x="9939528" y="3931920"/>
            <a:ext cx="811987" cy="493776"/>
          </a:xfrm>
          <a:prstGeom prst="rect">
            <a:avLst/>
          </a:prstGeom>
          <a:solidFill>
            <a:srgbClr val="F5F8FC"/>
          </a:solidFill>
          <a:ln w="9525">
            <a:solidFill>
              <a:srgbClr val="D9E0EC"/>
            </a:solidFill>
            <a:prstDash val="solid"/>
          </a:ln>
        </p:spPr>
      </p:sp>
      <p:sp>
        <p:nvSpPr>
          <p:cNvPr id="19" name="Text 16"/>
          <p:cNvSpPr/>
          <p:nvPr/>
        </p:nvSpPr>
        <p:spPr>
          <a:xfrm>
            <a:off x="9939528" y="3995928"/>
            <a:ext cx="811987" cy="329184"/>
          </a:xfrm>
          <a:prstGeom prst="rect">
            <a:avLst/>
          </a:prstGeom>
          <a:noFill/>
          <a:ln/>
        </p:spPr>
        <p:txBody>
          <a:bodyPr wrap="square" lIns="0" tIns="0" rIns="0" bIns="0" rtlCol="0" anchor="ctr"/>
          <a:lstStyle/>
          <a:p>
            <a:pPr algn="ctr" indent="0" marL="0">
              <a:buNone/>
            </a:pPr>
            <a:r>
              <a:rPr lang="en-US" sz="2000" b="1" dirty="0">
                <a:solidFill>
                  <a:srgbClr val="4A5364"/>
                </a:solidFill>
                <a:latin typeface="Pretendard" pitchFamily="34" charset="0"/>
                <a:ea typeface="Pretendard" pitchFamily="34" charset="-122"/>
                <a:cs typeface="Pretendard" pitchFamily="34" charset="-120"/>
              </a:rPr>
              <a:t>C</a:t>
            </a:r>
            <a:endParaRPr lang="en-US" sz="2000" dirty="0"/>
          </a:p>
        </p:txBody>
      </p:sp>
      <p:sp>
        <p:nvSpPr>
          <p:cNvPr id="20" name="Shape 17"/>
          <p:cNvSpPr/>
          <p:nvPr/>
        </p:nvSpPr>
        <p:spPr>
          <a:xfrm>
            <a:off x="10762488" y="3931920"/>
            <a:ext cx="811987" cy="493776"/>
          </a:xfrm>
          <a:prstGeom prst="rect">
            <a:avLst/>
          </a:prstGeom>
          <a:solidFill>
            <a:srgbClr val="2E74C6"/>
          </a:solidFill>
          <a:ln w="9525">
            <a:solidFill>
              <a:srgbClr val="2E74C6"/>
            </a:solidFill>
            <a:prstDash val="solid"/>
          </a:ln>
        </p:spPr>
      </p:sp>
      <p:sp>
        <p:nvSpPr>
          <p:cNvPr id="21" name="Text 18"/>
          <p:cNvSpPr/>
          <p:nvPr/>
        </p:nvSpPr>
        <p:spPr>
          <a:xfrm>
            <a:off x="10762488" y="3995928"/>
            <a:ext cx="811987" cy="329184"/>
          </a:xfrm>
          <a:prstGeom prst="rect">
            <a:avLst/>
          </a:prstGeom>
          <a:noFill/>
          <a:ln/>
        </p:spPr>
        <p:txBody>
          <a:bodyPr wrap="square" lIns="0" tIns="0" rIns="0" bIns="0" rtlCol="0" anchor="ctr"/>
          <a:lstStyle/>
          <a:p>
            <a:pPr algn="ctr" indent="0" marL="0">
              <a:buNone/>
            </a:pPr>
            <a:r>
              <a:rPr lang="en-US" sz="2000" b="1" dirty="0">
                <a:solidFill>
                  <a:srgbClr val="FFFFFF"/>
                </a:solidFill>
                <a:latin typeface="Pretendard" pitchFamily="34" charset="0"/>
                <a:ea typeface="Pretendard" pitchFamily="34" charset="-122"/>
                <a:cs typeface="Pretendard" pitchFamily="34" charset="-120"/>
              </a:rPr>
              <a:t>D</a:t>
            </a:r>
            <a:endParaRPr lang="en-US" sz="2000" dirty="0"/>
          </a:p>
        </p:txBody>
      </p:sp>
      <p:sp>
        <p:nvSpPr>
          <p:cNvPr id="22" name="Shape 19"/>
          <p:cNvSpPr/>
          <p:nvPr/>
        </p:nvSpPr>
        <p:spPr>
          <a:xfrm>
            <a:off x="11585448" y="3931920"/>
            <a:ext cx="811987" cy="493776"/>
          </a:xfrm>
          <a:prstGeom prst="rect">
            <a:avLst/>
          </a:prstGeom>
          <a:solidFill>
            <a:srgbClr val="F5F8FC"/>
          </a:solidFill>
          <a:ln w="9525">
            <a:solidFill>
              <a:srgbClr val="D9E0EC"/>
            </a:solidFill>
            <a:prstDash val="solid"/>
          </a:ln>
        </p:spPr>
      </p:sp>
      <p:sp>
        <p:nvSpPr>
          <p:cNvPr id="23" name="Text 20"/>
          <p:cNvSpPr/>
          <p:nvPr/>
        </p:nvSpPr>
        <p:spPr>
          <a:xfrm>
            <a:off x="11585448" y="3995928"/>
            <a:ext cx="811987" cy="329184"/>
          </a:xfrm>
          <a:prstGeom prst="rect">
            <a:avLst/>
          </a:prstGeom>
          <a:noFill/>
          <a:ln/>
        </p:spPr>
        <p:txBody>
          <a:bodyPr wrap="square" lIns="0" tIns="0" rIns="0" bIns="0" rtlCol="0" anchor="ctr"/>
          <a:lstStyle/>
          <a:p>
            <a:pPr algn="ctr" indent="0" marL="0">
              <a:buNone/>
            </a:pPr>
            <a:r>
              <a:rPr lang="en-US" sz="2000" b="1" dirty="0">
                <a:solidFill>
                  <a:srgbClr val="4A5364"/>
                </a:solidFill>
                <a:latin typeface="Pretendard" pitchFamily="34" charset="0"/>
                <a:ea typeface="Pretendard" pitchFamily="34" charset="-122"/>
                <a:cs typeface="Pretendard" pitchFamily="34" charset="-120"/>
              </a:rPr>
              <a:t>E</a:t>
            </a:r>
            <a:endParaRPr lang="en-US" sz="2000" dirty="0"/>
          </a:p>
        </p:txBody>
      </p:sp>
      <p:sp>
        <p:nvSpPr>
          <p:cNvPr id="24" name="Shape 21"/>
          <p:cNvSpPr/>
          <p:nvPr/>
        </p:nvSpPr>
        <p:spPr>
          <a:xfrm>
            <a:off x="12408408" y="3931920"/>
            <a:ext cx="811987" cy="493776"/>
          </a:xfrm>
          <a:prstGeom prst="rect">
            <a:avLst/>
          </a:prstGeom>
          <a:solidFill>
            <a:srgbClr val="F5F8FC"/>
          </a:solidFill>
          <a:ln w="9525">
            <a:solidFill>
              <a:srgbClr val="D9E0EC"/>
            </a:solidFill>
            <a:prstDash val="solid"/>
          </a:ln>
        </p:spPr>
      </p:sp>
      <p:sp>
        <p:nvSpPr>
          <p:cNvPr id="25" name="Text 22"/>
          <p:cNvSpPr/>
          <p:nvPr/>
        </p:nvSpPr>
        <p:spPr>
          <a:xfrm>
            <a:off x="12408408" y="3995928"/>
            <a:ext cx="811987" cy="329184"/>
          </a:xfrm>
          <a:prstGeom prst="rect">
            <a:avLst/>
          </a:prstGeom>
          <a:noFill/>
          <a:ln/>
        </p:spPr>
        <p:txBody>
          <a:bodyPr wrap="square" lIns="0" tIns="0" rIns="0" bIns="0" rtlCol="0" anchor="ctr"/>
          <a:lstStyle/>
          <a:p>
            <a:pPr algn="ctr" indent="0" marL="0">
              <a:buNone/>
            </a:pPr>
            <a:r>
              <a:rPr lang="en-US" sz="2000" b="1" dirty="0">
                <a:solidFill>
                  <a:srgbClr val="4A5364"/>
                </a:solidFill>
                <a:latin typeface="Pretendard" pitchFamily="34" charset="0"/>
                <a:ea typeface="Pretendard" pitchFamily="34" charset="-122"/>
                <a:cs typeface="Pretendard" pitchFamily="34" charset="-120"/>
              </a:rPr>
              <a:t>F</a:t>
            </a:r>
            <a:endParaRPr lang="en-US" sz="2000" dirty="0"/>
          </a:p>
        </p:txBody>
      </p:sp>
      <p:sp>
        <p:nvSpPr>
          <p:cNvPr id="26" name="Shape 23"/>
          <p:cNvSpPr/>
          <p:nvPr/>
        </p:nvSpPr>
        <p:spPr>
          <a:xfrm>
            <a:off x="13231368" y="3931920"/>
            <a:ext cx="811987" cy="493776"/>
          </a:xfrm>
          <a:prstGeom prst="rect">
            <a:avLst/>
          </a:prstGeom>
          <a:solidFill>
            <a:srgbClr val="F5F8FC"/>
          </a:solidFill>
          <a:ln w="9525">
            <a:solidFill>
              <a:srgbClr val="D9E0EC"/>
            </a:solidFill>
            <a:prstDash val="solid"/>
          </a:ln>
        </p:spPr>
      </p:sp>
      <p:sp>
        <p:nvSpPr>
          <p:cNvPr id="27" name="Text 24"/>
          <p:cNvSpPr/>
          <p:nvPr/>
        </p:nvSpPr>
        <p:spPr>
          <a:xfrm>
            <a:off x="13231368" y="3995928"/>
            <a:ext cx="811987" cy="329184"/>
          </a:xfrm>
          <a:prstGeom prst="rect">
            <a:avLst/>
          </a:prstGeom>
          <a:noFill/>
          <a:ln/>
        </p:spPr>
        <p:txBody>
          <a:bodyPr wrap="square" lIns="0" tIns="0" rIns="0" bIns="0" rtlCol="0" anchor="ctr"/>
          <a:lstStyle/>
          <a:p>
            <a:pPr algn="ctr" indent="0" marL="0">
              <a:buNone/>
            </a:pPr>
            <a:r>
              <a:rPr lang="en-US" sz="2000" b="1" dirty="0">
                <a:solidFill>
                  <a:srgbClr val="4A5364"/>
                </a:solidFill>
                <a:latin typeface="Pretendard" pitchFamily="34" charset="0"/>
                <a:ea typeface="Pretendard" pitchFamily="34" charset="-122"/>
                <a:cs typeface="Pretendard" pitchFamily="34" charset="-120"/>
              </a:rPr>
              <a:t>G</a:t>
            </a:r>
            <a:endParaRPr lang="en-US" sz="2000" dirty="0"/>
          </a:p>
        </p:txBody>
      </p:sp>
      <p:sp>
        <p:nvSpPr>
          <p:cNvPr id="28" name="Text 25"/>
          <p:cNvSpPr/>
          <p:nvPr/>
        </p:nvSpPr>
        <p:spPr>
          <a:xfrm>
            <a:off x="8293608" y="4663440"/>
            <a:ext cx="3337560" cy="320040"/>
          </a:xfrm>
          <a:prstGeom prst="rect">
            <a:avLst/>
          </a:prstGeom>
          <a:noFill/>
          <a:ln/>
        </p:spPr>
        <p:txBody>
          <a:bodyPr wrap="square" lIns="0" tIns="0" rIns="0" bIns="0" rtlCol="0" anchor="ctr"/>
          <a:lstStyle/>
          <a:p>
            <a:pPr algn="l" indent="0" marL="0">
              <a:buNone/>
            </a:pPr>
            <a:r>
              <a:rPr lang="en-US" sz="2000" b="1" dirty="0">
                <a:solidFill>
                  <a:srgbClr val="1E2A5C"/>
                </a:solidFill>
                <a:latin typeface="Pretendard" pitchFamily="34" charset="0"/>
                <a:ea typeface="Pretendard" pitchFamily="34" charset="-122"/>
                <a:cs typeface="Pretendard" pitchFamily="34" charset="-120"/>
              </a:rPr>
              <a:t>청크 1   400토큰</a:t>
            </a:r>
            <a:endParaRPr lang="en-US" sz="2000" dirty="0"/>
          </a:p>
        </p:txBody>
      </p:sp>
      <p:sp>
        <p:nvSpPr>
          <p:cNvPr id="29" name="Shape 26"/>
          <p:cNvSpPr/>
          <p:nvPr/>
        </p:nvSpPr>
        <p:spPr>
          <a:xfrm>
            <a:off x="8293608" y="5120640"/>
            <a:ext cx="3291840" cy="640080"/>
          </a:xfrm>
          <a:prstGeom prst="rect">
            <a:avLst/>
          </a:prstGeom>
          <a:solidFill>
            <a:srgbClr val="EEF3FA"/>
          </a:solidFill>
          <a:ln w="15240">
            <a:solidFill>
              <a:srgbClr val="1E2A5C"/>
            </a:solidFill>
            <a:prstDash val="solid"/>
          </a:ln>
        </p:spPr>
      </p:sp>
      <p:sp>
        <p:nvSpPr>
          <p:cNvPr id="30" name="Shape 27"/>
          <p:cNvSpPr/>
          <p:nvPr/>
        </p:nvSpPr>
        <p:spPr>
          <a:xfrm>
            <a:off x="10762488" y="5120640"/>
            <a:ext cx="822960" cy="640080"/>
          </a:xfrm>
          <a:prstGeom prst="rect">
            <a:avLst/>
          </a:prstGeom>
          <a:solidFill>
            <a:srgbClr val="2E74C6"/>
          </a:solidFill>
          <a:ln w="12700">
            <a:solidFill>
              <a:srgbClr val="2E74C6"/>
            </a:solidFill>
            <a:prstDash val="solid"/>
          </a:ln>
        </p:spPr>
      </p:sp>
      <p:sp>
        <p:nvSpPr>
          <p:cNvPr id="31" name="Text 28"/>
          <p:cNvSpPr/>
          <p:nvPr/>
        </p:nvSpPr>
        <p:spPr>
          <a:xfrm>
            <a:off x="8357616" y="5239512"/>
            <a:ext cx="2340864" cy="365760"/>
          </a:xfrm>
          <a:prstGeom prst="rect">
            <a:avLst/>
          </a:prstGeom>
          <a:noFill/>
          <a:ln/>
        </p:spPr>
        <p:txBody>
          <a:bodyPr wrap="square" lIns="0" tIns="0" rIns="0" bIns="0" rtlCol="0" anchor="ctr"/>
          <a:lstStyle/>
          <a:p>
            <a:pPr algn="ctr" indent="0" marL="0">
              <a:buNone/>
            </a:pPr>
            <a:r>
              <a:rPr lang="en-US" sz="2100" dirty="0">
                <a:solidFill>
                  <a:srgbClr val="1E2A5C"/>
                </a:solidFill>
                <a:latin typeface="Pretendard" pitchFamily="34" charset="0"/>
                <a:ea typeface="Pretendard" pitchFamily="34" charset="-122"/>
                <a:cs typeface="Pretendard" pitchFamily="34" charset="-120"/>
              </a:rPr>
              <a:t>A     B     C</a:t>
            </a:r>
            <a:endParaRPr lang="en-US" sz="2100" dirty="0"/>
          </a:p>
        </p:txBody>
      </p:sp>
      <p:sp>
        <p:nvSpPr>
          <p:cNvPr id="32" name="Text 29"/>
          <p:cNvSpPr/>
          <p:nvPr/>
        </p:nvSpPr>
        <p:spPr>
          <a:xfrm>
            <a:off x="10762488" y="5239512"/>
            <a:ext cx="822960" cy="365760"/>
          </a:xfrm>
          <a:prstGeom prst="rect">
            <a:avLst/>
          </a:prstGeom>
          <a:noFill/>
          <a:ln/>
        </p:spPr>
        <p:txBody>
          <a:bodyPr wrap="square" lIns="0" tIns="0" rIns="0" bIns="0" rtlCol="0" anchor="ctr"/>
          <a:lstStyle/>
          <a:p>
            <a:pPr algn="ctr" indent="0" marL="0">
              <a:buNone/>
            </a:pPr>
            <a:r>
              <a:rPr lang="en-US" sz="2100" b="1" dirty="0">
                <a:solidFill>
                  <a:srgbClr val="FFFFFF"/>
                </a:solidFill>
                <a:latin typeface="Pretendard" pitchFamily="34" charset="0"/>
                <a:ea typeface="Pretendard" pitchFamily="34" charset="-122"/>
                <a:cs typeface="Pretendard" pitchFamily="34" charset="-120"/>
              </a:rPr>
              <a:t>D</a:t>
            </a:r>
            <a:endParaRPr lang="en-US" sz="2100" dirty="0"/>
          </a:p>
        </p:txBody>
      </p:sp>
      <p:sp>
        <p:nvSpPr>
          <p:cNvPr id="33" name="Text 30"/>
          <p:cNvSpPr/>
          <p:nvPr/>
        </p:nvSpPr>
        <p:spPr>
          <a:xfrm>
            <a:off x="11695176" y="6025896"/>
            <a:ext cx="2368296" cy="320040"/>
          </a:xfrm>
          <a:prstGeom prst="rect">
            <a:avLst/>
          </a:prstGeom>
          <a:noFill/>
          <a:ln/>
        </p:spPr>
        <p:txBody>
          <a:bodyPr wrap="square" lIns="0" tIns="0" rIns="0" bIns="0" rtlCol="0" anchor="ctr"/>
          <a:lstStyle/>
          <a:p>
            <a:pPr algn="l" indent="0" marL="0">
              <a:buNone/>
            </a:pPr>
            <a:r>
              <a:rPr lang="en-US" sz="1900" b="1" dirty="0">
                <a:solidFill>
                  <a:srgbClr val="1E2A5C"/>
                </a:solidFill>
                <a:latin typeface="Pretendard" pitchFamily="34" charset="0"/>
                <a:ea typeface="Pretendard" pitchFamily="34" charset="-122"/>
                <a:cs typeface="Pretendard" pitchFamily="34" charset="-120"/>
              </a:rPr>
              <a:t>청크 2   400토큰</a:t>
            </a:r>
            <a:endParaRPr lang="en-US" sz="1900" dirty="0"/>
          </a:p>
        </p:txBody>
      </p:sp>
      <p:sp>
        <p:nvSpPr>
          <p:cNvPr id="34" name="Shape 31"/>
          <p:cNvSpPr/>
          <p:nvPr/>
        </p:nvSpPr>
        <p:spPr>
          <a:xfrm>
            <a:off x="10762488" y="6473952"/>
            <a:ext cx="3291840" cy="640080"/>
          </a:xfrm>
          <a:prstGeom prst="rect">
            <a:avLst/>
          </a:prstGeom>
          <a:solidFill>
            <a:srgbClr val="EEF3FA"/>
          </a:solidFill>
          <a:ln w="15240">
            <a:solidFill>
              <a:srgbClr val="1E2A5C"/>
            </a:solidFill>
            <a:prstDash val="solid"/>
          </a:ln>
        </p:spPr>
      </p:sp>
      <p:sp>
        <p:nvSpPr>
          <p:cNvPr id="35" name="Shape 32"/>
          <p:cNvSpPr/>
          <p:nvPr/>
        </p:nvSpPr>
        <p:spPr>
          <a:xfrm>
            <a:off x="10762488" y="6473952"/>
            <a:ext cx="822960" cy="640080"/>
          </a:xfrm>
          <a:prstGeom prst="rect">
            <a:avLst/>
          </a:prstGeom>
          <a:solidFill>
            <a:srgbClr val="2E74C6"/>
          </a:solidFill>
          <a:ln w="12700">
            <a:solidFill>
              <a:srgbClr val="2E74C6"/>
            </a:solidFill>
            <a:prstDash val="solid"/>
          </a:ln>
        </p:spPr>
      </p:sp>
      <p:sp>
        <p:nvSpPr>
          <p:cNvPr id="36" name="Text 33"/>
          <p:cNvSpPr/>
          <p:nvPr/>
        </p:nvSpPr>
        <p:spPr>
          <a:xfrm>
            <a:off x="10762488" y="6601968"/>
            <a:ext cx="822960" cy="347472"/>
          </a:xfrm>
          <a:prstGeom prst="rect">
            <a:avLst/>
          </a:prstGeom>
          <a:noFill/>
          <a:ln/>
        </p:spPr>
        <p:txBody>
          <a:bodyPr wrap="square" lIns="0" tIns="0" rIns="0" bIns="0" rtlCol="0" anchor="ctr"/>
          <a:lstStyle/>
          <a:p>
            <a:pPr algn="ctr" indent="0" marL="0">
              <a:buNone/>
            </a:pPr>
            <a:r>
              <a:rPr lang="en-US" sz="2100" b="1" dirty="0">
                <a:solidFill>
                  <a:srgbClr val="FFFFFF"/>
                </a:solidFill>
                <a:latin typeface="Pretendard" pitchFamily="34" charset="0"/>
                <a:ea typeface="Pretendard" pitchFamily="34" charset="-122"/>
                <a:cs typeface="Pretendard" pitchFamily="34" charset="-120"/>
              </a:rPr>
              <a:t>D</a:t>
            </a:r>
            <a:endParaRPr lang="en-US" sz="2100" dirty="0"/>
          </a:p>
        </p:txBody>
      </p:sp>
      <p:sp>
        <p:nvSpPr>
          <p:cNvPr id="37" name="Text 34"/>
          <p:cNvSpPr/>
          <p:nvPr/>
        </p:nvSpPr>
        <p:spPr>
          <a:xfrm>
            <a:off x="11603736" y="6601968"/>
            <a:ext cx="2414016" cy="347472"/>
          </a:xfrm>
          <a:prstGeom prst="rect">
            <a:avLst/>
          </a:prstGeom>
          <a:noFill/>
          <a:ln/>
        </p:spPr>
        <p:txBody>
          <a:bodyPr wrap="square" lIns="0" tIns="0" rIns="0" bIns="0" rtlCol="0" anchor="ctr"/>
          <a:lstStyle/>
          <a:p>
            <a:pPr algn="ctr" indent="0" marL="0">
              <a:buNone/>
            </a:pPr>
            <a:r>
              <a:rPr lang="en-US" sz="2100" dirty="0">
                <a:solidFill>
                  <a:srgbClr val="1E2A5C"/>
                </a:solidFill>
                <a:latin typeface="Pretendard" pitchFamily="34" charset="0"/>
                <a:ea typeface="Pretendard" pitchFamily="34" charset="-122"/>
                <a:cs typeface="Pretendard" pitchFamily="34" charset="-120"/>
              </a:rPr>
              <a:t>E     F     G</a:t>
            </a:r>
            <a:endParaRPr lang="en-US" sz="2100" dirty="0"/>
          </a:p>
        </p:txBody>
      </p:sp>
      <p:sp>
        <p:nvSpPr>
          <p:cNvPr id="38" name="Shape 35"/>
          <p:cNvSpPr/>
          <p:nvPr/>
        </p:nvSpPr>
        <p:spPr>
          <a:xfrm>
            <a:off x="11173968" y="5769864"/>
            <a:ext cx="0" cy="658368"/>
          </a:xfrm>
          <a:prstGeom prst="line">
            <a:avLst/>
          </a:prstGeom>
          <a:noFill/>
          <a:ln w="21590">
            <a:solidFill>
              <a:srgbClr val="2E74C6"/>
            </a:solidFill>
            <a:prstDash val="solid"/>
            <a:tailEnd type="triangle"/>
          </a:ln>
        </p:spPr>
      </p:sp>
      <p:sp>
        <p:nvSpPr>
          <p:cNvPr id="39" name="Text 36"/>
          <p:cNvSpPr/>
          <p:nvPr/>
        </p:nvSpPr>
        <p:spPr>
          <a:xfrm>
            <a:off x="8293608" y="5943600"/>
            <a:ext cx="2313432" cy="777240"/>
          </a:xfrm>
          <a:prstGeom prst="rect">
            <a:avLst/>
          </a:prstGeom>
          <a:noFill/>
          <a:ln/>
        </p:spPr>
        <p:txBody>
          <a:bodyPr wrap="square" lIns="0" tIns="0" rIns="0" bIns="0" rtlCol="0" anchor="ctr"/>
          <a:lstStyle/>
          <a:p>
            <a:pPr algn="l" indent="0" marL="0">
              <a:buNone/>
            </a:pPr>
            <a:r>
              <a:rPr lang="en-US" sz="1800" b="1" dirty="0">
                <a:solidFill>
                  <a:srgbClr val="2E74C6"/>
                </a:solidFill>
                <a:latin typeface="Pretendard" pitchFamily="34" charset="0"/>
                <a:ea typeface="Pretendard" pitchFamily="34" charset="-122"/>
                <a:cs typeface="Pretendard" pitchFamily="34" charset="-120"/>
              </a:rPr>
              <a:t>D 구간을 두 청크에 포함</a:t>
            </a:r>
            <a:endParaRPr lang="en-US" sz="1800" dirty="0"/>
          </a:p>
          <a:p>
            <a:pPr algn="l" indent="0" marL="0">
              <a:buNone/>
            </a:pPr>
            <a:r>
              <a:rPr lang="en-US" sz="1800" b="1" dirty="0">
                <a:solidFill>
                  <a:srgbClr val="2E74C6"/>
                </a:solidFill>
                <a:latin typeface="Pretendard" pitchFamily="34" charset="0"/>
                <a:ea typeface="Pretendard" pitchFamily="34" charset="-122"/>
                <a:cs typeface="Pretendard" pitchFamily="34" charset="-120"/>
              </a:rPr>
              <a:t>중첩 100토큰</a:t>
            </a:r>
            <a:endParaRPr lang="en-US" sz="1800" dirty="0"/>
          </a:p>
        </p:txBody>
      </p:sp>
      <p:sp>
        <p:nvSpPr>
          <p:cNvPr id="40" name="Text 37"/>
          <p:cNvSpPr/>
          <p:nvPr/>
        </p:nvSpPr>
        <p:spPr>
          <a:xfrm>
            <a:off x="8275320" y="7296912"/>
            <a:ext cx="5760720" cy="265176"/>
          </a:xfrm>
          <a:prstGeom prst="rect">
            <a:avLst/>
          </a:prstGeom>
          <a:noFill/>
          <a:ln/>
        </p:spPr>
        <p:txBody>
          <a:bodyPr wrap="square" lIns="0" tIns="0" rIns="0" bIns="0" rtlCol="0" anchor="ctr"/>
          <a:lstStyle/>
          <a:p>
            <a:pPr algn="l" indent="0" marL="0">
              <a:buNone/>
            </a:pPr>
            <a:r>
              <a:rPr lang="en-US" sz="1500" dirty="0">
                <a:solidFill>
                  <a:srgbClr val="7C8598"/>
                </a:solidFill>
                <a:latin typeface="Pretendard" pitchFamily="34" charset="0"/>
                <a:ea typeface="Pretendard" pitchFamily="34" charset="-122"/>
                <a:cs typeface="Pretendard" pitchFamily="34" charset="-120"/>
              </a:rPr>
              <a:t>A–G는 각각 100토큰인 가상의 구간입니다.</a:t>
            </a:r>
            <a:endParaRPr lang="en-US" sz="1500" dirty="0"/>
          </a:p>
        </p:txBody>
      </p:sp>
      <p:sp>
        <p:nvSpPr>
          <p:cNvPr id="41" name="Text 38"/>
          <p:cNvSpPr/>
          <p:nvPr/>
        </p:nvSpPr>
        <p:spPr>
          <a:xfrm>
            <a:off x="512064" y="7342632"/>
            <a:ext cx="7251192" cy="292608"/>
          </a:xfrm>
          <a:prstGeom prst="rect">
            <a:avLst/>
          </a:prstGeom>
          <a:noFill/>
          <a:ln/>
        </p:spPr>
        <p:txBody>
          <a:bodyPr wrap="square" lIns="0" tIns="0" rIns="0" bIns="0" rtlCol="0" anchor="ctr"/>
          <a:lstStyle/>
          <a:p>
            <a:pPr algn="l" indent="0" marL="0">
              <a:buNone/>
            </a:pPr>
            <a:r>
              <a:rPr lang="en-US" sz="1700" b="1" dirty="0">
                <a:solidFill>
                  <a:srgbClr val="1E2A5C"/>
                </a:solidFill>
                <a:latin typeface="Pretendard" pitchFamily="34" charset="0"/>
                <a:ea typeface="Pretendard" pitchFamily="34" charset="-122"/>
                <a:cs typeface="Pretendard" pitchFamily="34" charset="-120"/>
              </a:rPr>
              <a:t>크기와 중첩의 단위를 명시하고, 정제 후 최종 청크를 검증합니다.</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12064" y="320040"/>
            <a:ext cx="11887200" cy="237744"/>
          </a:xfrm>
          <a:prstGeom prst="rect">
            <a:avLst/>
          </a:prstGeom>
          <a:noFill/>
          <a:ln/>
        </p:spPr>
        <p:txBody>
          <a:bodyPr wrap="square" lIns="0" tIns="0" rIns="0" bIns="0" rtlCol="0" anchor="ctr"/>
          <a:lstStyle/>
          <a:p>
            <a:pPr algn="l" indent="0" marL="0">
              <a:buNone/>
            </a:pPr>
            <a:r>
              <a:rPr lang="en-US" sz="1500" dirty="0">
                <a:solidFill>
                  <a:srgbClr val="7C8598"/>
                </a:solidFill>
                <a:latin typeface="Pretendard" pitchFamily="34" charset="0"/>
                <a:ea typeface="Pretendard" pitchFamily="34" charset="-122"/>
                <a:cs typeface="Pretendard" pitchFamily="34" charset="-120"/>
              </a:rPr>
              <a:t>문서 인덱싱  ›  청킹</a:t>
            </a:r>
            <a:endParaRPr lang="en-US" sz="1500" dirty="0"/>
          </a:p>
        </p:txBody>
      </p:sp>
      <p:sp>
        <p:nvSpPr>
          <p:cNvPr id="3" name="Text 1"/>
          <p:cNvSpPr/>
          <p:nvPr/>
        </p:nvSpPr>
        <p:spPr>
          <a:xfrm>
            <a:off x="512064" y="704088"/>
            <a:ext cx="13606272" cy="640080"/>
          </a:xfrm>
          <a:prstGeom prst="rect">
            <a:avLst/>
          </a:prstGeom>
          <a:noFill/>
          <a:ln/>
        </p:spPr>
        <p:txBody>
          <a:bodyPr wrap="square" lIns="0" tIns="0" rIns="0" bIns="0" rtlCol="0" anchor="ctr"/>
          <a:lstStyle/>
          <a:p>
            <a:pPr algn="l" indent="0" marL="0">
              <a:buNone/>
            </a:pPr>
            <a:r>
              <a:rPr lang="en-US" sz="4800" b="1" dirty="0">
                <a:solidFill>
                  <a:srgbClr val="1E2A5C"/>
                </a:solidFill>
                <a:latin typeface="Pretendard" pitchFamily="34" charset="0"/>
                <a:ea typeface="Pretendard" pitchFamily="34" charset="-122"/>
                <a:cs typeface="Pretendard" pitchFamily="34" charset="-120"/>
              </a:rPr>
              <a:t>청킹 Best Practice</a:t>
            </a:r>
            <a:endParaRPr lang="en-US" sz="4800" dirty="0"/>
          </a:p>
        </p:txBody>
      </p:sp>
      <p:sp>
        <p:nvSpPr>
          <p:cNvPr id="4" name="Shape 2"/>
          <p:cNvSpPr/>
          <p:nvPr/>
        </p:nvSpPr>
        <p:spPr>
          <a:xfrm>
            <a:off x="512064" y="1472184"/>
            <a:ext cx="13606272" cy="32004"/>
          </a:xfrm>
          <a:prstGeom prst="rect">
            <a:avLst/>
          </a:prstGeom>
          <a:solidFill>
            <a:srgbClr val="D9E0EC"/>
          </a:solidFill>
          <a:ln w="12700">
            <a:solidFill>
              <a:srgbClr val="D9E0EC"/>
            </a:solidFill>
            <a:prstDash val="solid"/>
          </a:ln>
        </p:spPr>
      </p:sp>
      <p:sp>
        <p:nvSpPr>
          <p:cNvPr id="5" name="Shape 3"/>
          <p:cNvSpPr/>
          <p:nvPr/>
        </p:nvSpPr>
        <p:spPr>
          <a:xfrm>
            <a:off x="512064" y="1472184"/>
            <a:ext cx="1901952" cy="32004"/>
          </a:xfrm>
          <a:prstGeom prst="rect">
            <a:avLst/>
          </a:prstGeom>
          <a:solidFill>
            <a:srgbClr val="2E74C6"/>
          </a:solidFill>
          <a:ln w="12700">
            <a:solidFill>
              <a:srgbClr val="2E74C6"/>
            </a:solidFill>
            <a:prstDash val="solid"/>
          </a:ln>
        </p:spPr>
      </p:sp>
      <p:sp>
        <p:nvSpPr>
          <p:cNvPr id="6" name="Text 4"/>
          <p:cNvSpPr/>
          <p:nvPr/>
        </p:nvSpPr>
        <p:spPr>
          <a:xfrm>
            <a:off x="512064" y="1673352"/>
            <a:ext cx="13606272" cy="475488"/>
          </a:xfrm>
          <a:prstGeom prst="rect">
            <a:avLst/>
          </a:prstGeom>
          <a:noFill/>
          <a:ln/>
        </p:spPr>
        <p:txBody>
          <a:bodyPr wrap="square" lIns="0" tIns="0" rIns="0" bIns="0" rtlCol="0" anchor="ctr"/>
          <a:lstStyle/>
          <a:p>
            <a:pPr algn="l" indent="0" marL="0">
              <a:buNone/>
            </a:pPr>
            <a:r>
              <a:rPr lang="en-US" sz="2200" dirty="0">
                <a:solidFill>
                  <a:srgbClr val="4A5364"/>
                </a:solidFill>
                <a:latin typeface="Pretendard" pitchFamily="34" charset="0"/>
                <a:ea typeface="Pretendard" pitchFamily="34" charset="-122"/>
                <a:cs typeface="Pretendard" pitchFamily="34" charset="-120"/>
              </a:rPr>
              <a:t>LangChain의 메타데이터 전달과 Azure AI Search의 크기·중첩 권고를 참고합니다.</a:t>
            </a:r>
            <a:endParaRPr lang="en-US" sz="2200" dirty="0"/>
          </a:p>
        </p:txBody>
      </p:sp>
      <p:sp>
        <p:nvSpPr>
          <p:cNvPr id="7" name="Shape 5"/>
          <p:cNvSpPr/>
          <p:nvPr/>
        </p:nvSpPr>
        <p:spPr>
          <a:xfrm>
            <a:off x="512064" y="7790688"/>
            <a:ext cx="13606272" cy="0"/>
          </a:xfrm>
          <a:prstGeom prst="line">
            <a:avLst/>
          </a:prstGeom>
          <a:noFill/>
          <a:ln w="12700">
            <a:solidFill>
              <a:srgbClr val="E9ECF3"/>
            </a:solidFill>
            <a:prstDash val="solid"/>
          </a:ln>
        </p:spPr>
      </p:sp>
      <p:sp>
        <p:nvSpPr>
          <p:cNvPr id="8" name="Text 6"/>
          <p:cNvSpPr/>
          <p:nvPr/>
        </p:nvSpPr>
        <p:spPr>
          <a:xfrm>
            <a:off x="512064" y="7900416"/>
            <a:ext cx="10972800" cy="210312"/>
          </a:xfrm>
          <a:prstGeom prst="rect">
            <a:avLst/>
          </a:prstGeom>
          <a:noFill/>
          <a:ln/>
        </p:spPr>
        <p:txBody>
          <a:bodyPr wrap="square" lIns="0" tIns="0" rIns="0" bIns="0" rtlCol="0" anchor="ctr"/>
          <a:lstStyle/>
          <a:p>
            <a:pPr algn="l" indent="0" marL="0">
              <a:buNone/>
            </a:pPr>
            <a:r>
              <a:rPr lang="en-US" sz="1400" dirty="0">
                <a:solidFill>
                  <a:srgbClr val="7C8598"/>
                </a:solidFill>
                <a:latin typeface="Pretendard" pitchFamily="34" charset="0"/>
                <a:ea typeface="Pretendard" pitchFamily="34" charset="-122"/>
                <a:cs typeface="Pretendard" pitchFamily="34" charset="-120"/>
              </a:rPr>
              <a:t>Agentic AI 아키텍처 설계</a:t>
            </a:r>
            <a:endParaRPr lang="en-US" sz="1400" dirty="0"/>
          </a:p>
        </p:txBody>
      </p:sp>
      <p:sp>
        <p:nvSpPr>
          <p:cNvPr id="9" name="Text 7"/>
          <p:cNvSpPr/>
          <p:nvPr/>
        </p:nvSpPr>
        <p:spPr>
          <a:xfrm>
            <a:off x="13350240" y="7882128"/>
            <a:ext cx="768096" cy="246888"/>
          </a:xfrm>
          <a:prstGeom prst="rect">
            <a:avLst/>
          </a:prstGeom>
          <a:noFill/>
          <a:ln/>
        </p:spPr>
        <p:txBody>
          <a:bodyPr wrap="square" lIns="0" tIns="0" rIns="0" bIns="0" rtlCol="0" anchor="ctr"/>
          <a:lstStyle/>
          <a:p>
            <a:pPr algn="r" indent="0" marL="0">
              <a:buNone/>
            </a:pPr>
            <a:r>
              <a:rPr lang="en-US" sz="1500" dirty="0">
                <a:solidFill>
                  <a:srgbClr val="1E2A5C"/>
                </a:solidFill>
                <a:latin typeface="Pretendard" pitchFamily="34" charset="0"/>
                <a:ea typeface="Pretendard" pitchFamily="34" charset="-122"/>
                <a:cs typeface="Pretendard" pitchFamily="34" charset="-120"/>
              </a:rPr>
              <a:t>03</a:t>
            </a:r>
            <a:endParaRPr lang="en-US" sz="1500" dirty="0"/>
          </a:p>
        </p:txBody>
      </p:sp>
      <p:sp>
        <p:nvSpPr>
          <p:cNvPr id="10" name="Shape 8"/>
          <p:cNvSpPr/>
          <p:nvPr/>
        </p:nvSpPr>
        <p:spPr>
          <a:xfrm>
            <a:off x="7315200" y="2404872"/>
            <a:ext cx="0" cy="4581144"/>
          </a:xfrm>
          <a:prstGeom prst="line">
            <a:avLst/>
          </a:prstGeom>
          <a:noFill/>
          <a:ln w="12700">
            <a:solidFill>
              <a:srgbClr val="D9E0EC"/>
            </a:solidFill>
            <a:prstDash val="solid"/>
          </a:ln>
        </p:spPr>
      </p:sp>
      <p:sp>
        <p:nvSpPr>
          <p:cNvPr id="11" name="Text 9"/>
          <p:cNvSpPr/>
          <p:nvPr/>
        </p:nvSpPr>
        <p:spPr>
          <a:xfrm>
            <a:off x="512064" y="2414016"/>
            <a:ext cx="6364224" cy="420624"/>
          </a:xfrm>
          <a:prstGeom prst="rect">
            <a:avLst/>
          </a:prstGeom>
          <a:noFill/>
          <a:ln/>
        </p:spPr>
        <p:txBody>
          <a:bodyPr wrap="square" lIns="0" tIns="0" rIns="0" bIns="0" rtlCol="0" anchor="ctr"/>
          <a:lstStyle/>
          <a:p>
            <a:pPr algn="l" indent="0" marL="0">
              <a:buNone/>
            </a:pPr>
            <a:r>
              <a:rPr lang="en-US" sz="3000" b="1" dirty="0">
                <a:solidFill>
                  <a:srgbClr val="1E2A5C"/>
                </a:solidFill>
                <a:latin typeface="Pretendard" pitchFamily="34" charset="0"/>
                <a:ea typeface="Pretendard" pitchFamily="34" charset="-122"/>
                <a:cs typeface="Pretendard" pitchFamily="34" charset="-120"/>
              </a:rPr>
              <a:t>LangChain</a:t>
            </a:r>
            <a:endParaRPr lang="en-US" sz="3000" dirty="0"/>
          </a:p>
        </p:txBody>
      </p:sp>
      <p:sp>
        <p:nvSpPr>
          <p:cNvPr id="12" name="Text 10"/>
          <p:cNvSpPr/>
          <p:nvPr/>
        </p:nvSpPr>
        <p:spPr>
          <a:xfrm>
            <a:off x="512064" y="2907792"/>
            <a:ext cx="6364224" cy="393192"/>
          </a:xfrm>
          <a:prstGeom prst="rect">
            <a:avLst/>
          </a:prstGeom>
          <a:noFill/>
          <a:ln/>
        </p:spPr>
        <p:txBody>
          <a:bodyPr wrap="square" lIns="0" tIns="0" rIns="0" bIns="0" rtlCol="0" anchor="ctr"/>
          <a:lstStyle/>
          <a:p>
            <a:pPr algn="l" indent="0" marL="0">
              <a:buNone/>
            </a:pPr>
            <a:r>
              <a:rPr lang="en-US" sz="2300" b="1" dirty="0">
                <a:solidFill>
                  <a:srgbClr val="2E74C6"/>
                </a:solidFill>
                <a:latin typeface="Pretendard" pitchFamily="34" charset="0"/>
                <a:ea typeface="Pretendard" pitchFamily="34" charset="-122"/>
                <a:cs typeface="Pretendard" pitchFamily="34" charset="-120"/>
              </a:rPr>
              <a:t>공통 메타데이터를 청크마다 복사</a:t>
            </a:r>
            <a:endParaRPr lang="en-US" sz="2300" dirty="0"/>
          </a:p>
        </p:txBody>
      </p:sp>
      <p:sp>
        <p:nvSpPr>
          <p:cNvPr id="13" name="Shape 11"/>
          <p:cNvSpPr/>
          <p:nvPr/>
        </p:nvSpPr>
        <p:spPr>
          <a:xfrm>
            <a:off x="1673352" y="3575304"/>
            <a:ext cx="4014216" cy="1033272"/>
          </a:xfrm>
          <a:prstGeom prst="rect">
            <a:avLst/>
          </a:prstGeom>
          <a:solidFill>
            <a:srgbClr val="EEF3FA"/>
          </a:solidFill>
          <a:ln w="13970">
            <a:solidFill>
              <a:srgbClr val="1E2A5C"/>
            </a:solidFill>
            <a:prstDash val="solid"/>
          </a:ln>
        </p:spPr>
      </p:sp>
      <p:sp>
        <p:nvSpPr>
          <p:cNvPr id="14" name="Text 12"/>
          <p:cNvSpPr/>
          <p:nvPr/>
        </p:nvSpPr>
        <p:spPr>
          <a:xfrm>
            <a:off x="1856232" y="3694176"/>
            <a:ext cx="3648456" cy="301752"/>
          </a:xfrm>
          <a:prstGeom prst="rect">
            <a:avLst/>
          </a:prstGeom>
          <a:noFill/>
          <a:ln/>
        </p:spPr>
        <p:txBody>
          <a:bodyPr wrap="square" lIns="0" tIns="0" rIns="0" bIns="0" rtlCol="0" anchor="ctr"/>
          <a:lstStyle/>
          <a:p>
            <a:pPr algn="ctr" indent="0" marL="0">
              <a:buNone/>
            </a:pPr>
            <a:r>
              <a:rPr lang="en-US" sz="2300" b="1" dirty="0">
                <a:solidFill>
                  <a:srgbClr val="1E2A5C"/>
                </a:solidFill>
                <a:latin typeface="Pretendard" pitchFamily="34" charset="0"/>
                <a:ea typeface="Pretendard" pitchFamily="34" charset="-122"/>
                <a:cs typeface="Pretendard" pitchFamily="34" charset="-120"/>
              </a:rPr>
              <a:t>입력 문서</a:t>
            </a:r>
            <a:endParaRPr lang="en-US" sz="2300" dirty="0"/>
          </a:p>
        </p:txBody>
      </p:sp>
      <p:sp>
        <p:nvSpPr>
          <p:cNvPr id="15" name="Text 13"/>
          <p:cNvSpPr/>
          <p:nvPr/>
        </p:nvSpPr>
        <p:spPr>
          <a:xfrm>
            <a:off x="1856232" y="4160520"/>
            <a:ext cx="3648456" cy="256032"/>
          </a:xfrm>
          <a:prstGeom prst="rect">
            <a:avLst/>
          </a:prstGeom>
          <a:noFill/>
          <a:ln/>
        </p:spPr>
        <p:txBody>
          <a:bodyPr wrap="square" lIns="0" tIns="0" rIns="0" bIns="0" rtlCol="0" anchor="ctr"/>
          <a:lstStyle/>
          <a:p>
            <a:pPr algn="ctr" indent="0" marL="0">
              <a:buNone/>
            </a:pPr>
            <a:r>
              <a:rPr lang="en-US" sz="1700" dirty="0">
                <a:solidFill>
                  <a:srgbClr val="4A5364"/>
                </a:solidFill>
                <a:latin typeface="Pretendard" pitchFamily="34" charset="0"/>
                <a:ea typeface="Pretendard" pitchFamily="34" charset="-122"/>
                <a:cs typeface="Pretendard" pitchFamily="34" charset="-120"/>
              </a:rPr>
              <a:t>source: 약관.pdf   page: 12</a:t>
            </a:r>
            <a:endParaRPr lang="en-US" sz="1700" dirty="0"/>
          </a:p>
        </p:txBody>
      </p:sp>
      <p:sp>
        <p:nvSpPr>
          <p:cNvPr id="16" name="Shape 14"/>
          <p:cNvSpPr/>
          <p:nvPr/>
        </p:nvSpPr>
        <p:spPr>
          <a:xfrm>
            <a:off x="3685032" y="4617720"/>
            <a:ext cx="0" cy="338328"/>
          </a:xfrm>
          <a:prstGeom prst="line">
            <a:avLst/>
          </a:prstGeom>
          <a:noFill/>
          <a:ln w="17780">
            <a:solidFill>
              <a:srgbClr val="1E2A5C"/>
            </a:solidFill>
            <a:prstDash val="solid"/>
          </a:ln>
        </p:spPr>
      </p:sp>
      <p:sp>
        <p:nvSpPr>
          <p:cNvPr id="17" name="Shape 15"/>
          <p:cNvSpPr/>
          <p:nvPr/>
        </p:nvSpPr>
        <p:spPr>
          <a:xfrm>
            <a:off x="1938528" y="4956048"/>
            <a:ext cx="3493008" cy="0"/>
          </a:xfrm>
          <a:prstGeom prst="line">
            <a:avLst/>
          </a:prstGeom>
          <a:noFill/>
          <a:ln w="17780">
            <a:solidFill>
              <a:srgbClr val="1E2A5C"/>
            </a:solidFill>
            <a:prstDash val="solid"/>
          </a:ln>
        </p:spPr>
      </p:sp>
      <p:sp>
        <p:nvSpPr>
          <p:cNvPr id="18" name="Shape 16"/>
          <p:cNvSpPr/>
          <p:nvPr/>
        </p:nvSpPr>
        <p:spPr>
          <a:xfrm>
            <a:off x="1938528" y="4956048"/>
            <a:ext cx="0" cy="283464"/>
          </a:xfrm>
          <a:prstGeom prst="line">
            <a:avLst/>
          </a:prstGeom>
          <a:noFill/>
          <a:ln w="17780">
            <a:solidFill>
              <a:srgbClr val="1E2A5C"/>
            </a:solidFill>
            <a:prstDash val="solid"/>
            <a:tailEnd type="triangle"/>
          </a:ln>
        </p:spPr>
      </p:sp>
      <p:sp>
        <p:nvSpPr>
          <p:cNvPr id="19" name="Shape 17"/>
          <p:cNvSpPr/>
          <p:nvPr/>
        </p:nvSpPr>
        <p:spPr>
          <a:xfrm>
            <a:off x="5431536" y="4956048"/>
            <a:ext cx="0" cy="283464"/>
          </a:xfrm>
          <a:prstGeom prst="line">
            <a:avLst/>
          </a:prstGeom>
          <a:noFill/>
          <a:ln w="17780">
            <a:solidFill>
              <a:srgbClr val="1E2A5C"/>
            </a:solidFill>
            <a:prstDash val="solid"/>
            <a:tailEnd type="triangle"/>
          </a:ln>
        </p:spPr>
      </p:sp>
      <p:sp>
        <p:nvSpPr>
          <p:cNvPr id="20" name="Shape 18"/>
          <p:cNvSpPr/>
          <p:nvPr/>
        </p:nvSpPr>
        <p:spPr>
          <a:xfrm>
            <a:off x="539496" y="5312664"/>
            <a:ext cx="2798064" cy="1124712"/>
          </a:xfrm>
          <a:prstGeom prst="rect">
            <a:avLst/>
          </a:prstGeom>
          <a:solidFill>
            <a:srgbClr val="FFFFFF"/>
          </a:solidFill>
          <a:ln w="13970">
            <a:solidFill>
              <a:srgbClr val="D9E0EC"/>
            </a:solidFill>
            <a:prstDash val="solid"/>
          </a:ln>
        </p:spPr>
      </p:sp>
      <p:sp>
        <p:nvSpPr>
          <p:cNvPr id="21" name="Shape 19"/>
          <p:cNvSpPr/>
          <p:nvPr/>
        </p:nvSpPr>
        <p:spPr>
          <a:xfrm>
            <a:off x="539496" y="5312664"/>
            <a:ext cx="2798064" cy="347472"/>
          </a:xfrm>
          <a:prstGeom prst="rect">
            <a:avLst/>
          </a:prstGeom>
          <a:solidFill>
            <a:srgbClr val="EEF3FA"/>
          </a:solidFill>
          <a:ln w="12700">
            <a:solidFill>
              <a:srgbClr val="EEF3FA"/>
            </a:solidFill>
            <a:prstDash val="solid"/>
          </a:ln>
        </p:spPr>
      </p:sp>
      <p:sp>
        <p:nvSpPr>
          <p:cNvPr id="22" name="Text 20"/>
          <p:cNvSpPr/>
          <p:nvPr/>
        </p:nvSpPr>
        <p:spPr>
          <a:xfrm>
            <a:off x="630936" y="5349240"/>
            <a:ext cx="2615184" cy="265176"/>
          </a:xfrm>
          <a:prstGeom prst="rect">
            <a:avLst/>
          </a:prstGeom>
          <a:noFill/>
          <a:ln/>
        </p:spPr>
        <p:txBody>
          <a:bodyPr wrap="square" lIns="0" tIns="0" rIns="0" bIns="0" rtlCol="0" anchor="ctr"/>
          <a:lstStyle/>
          <a:p>
            <a:pPr algn="ctr" indent="0" marL="0">
              <a:buNone/>
            </a:pPr>
            <a:r>
              <a:rPr lang="en-US" sz="1600" b="1" dirty="0">
                <a:solidFill>
                  <a:srgbClr val="1E2A5C"/>
                </a:solidFill>
                <a:latin typeface="Pretendard" pitchFamily="34" charset="0"/>
                <a:ea typeface="Pretendard" pitchFamily="34" charset="-122"/>
                <a:cs typeface="Pretendard" pitchFamily="34" charset="-120"/>
              </a:rPr>
              <a:t>source·page 유지</a:t>
            </a:r>
            <a:endParaRPr lang="en-US" sz="1600" dirty="0"/>
          </a:p>
        </p:txBody>
      </p:sp>
      <p:sp>
        <p:nvSpPr>
          <p:cNvPr id="23" name="Text 21"/>
          <p:cNvSpPr/>
          <p:nvPr/>
        </p:nvSpPr>
        <p:spPr>
          <a:xfrm>
            <a:off x="630936" y="5824728"/>
            <a:ext cx="2615184" cy="365760"/>
          </a:xfrm>
          <a:prstGeom prst="rect">
            <a:avLst/>
          </a:prstGeom>
          <a:noFill/>
          <a:ln/>
        </p:spPr>
        <p:txBody>
          <a:bodyPr wrap="square" lIns="0" tIns="0" rIns="0" bIns="0" rtlCol="0" anchor="ctr"/>
          <a:lstStyle/>
          <a:p>
            <a:pPr algn="ctr" indent="0" marL="0">
              <a:buNone/>
            </a:pPr>
            <a:r>
              <a:rPr lang="en-US" sz="2200" b="1" dirty="0">
                <a:solidFill>
                  <a:srgbClr val="2B3242"/>
                </a:solidFill>
                <a:latin typeface="Pretendard" pitchFamily="34" charset="0"/>
                <a:ea typeface="Pretendard" pitchFamily="34" charset="-122"/>
                <a:cs typeface="Pretendard" pitchFamily="34" charset="-120"/>
              </a:rPr>
              <a:t>분할 본문 A</a:t>
            </a:r>
            <a:endParaRPr lang="en-US" sz="2200" dirty="0"/>
          </a:p>
        </p:txBody>
      </p:sp>
      <p:sp>
        <p:nvSpPr>
          <p:cNvPr id="24" name="Shape 22"/>
          <p:cNvSpPr/>
          <p:nvPr/>
        </p:nvSpPr>
        <p:spPr>
          <a:xfrm>
            <a:off x="4032504" y="5312664"/>
            <a:ext cx="2798064" cy="1124712"/>
          </a:xfrm>
          <a:prstGeom prst="rect">
            <a:avLst/>
          </a:prstGeom>
          <a:solidFill>
            <a:srgbClr val="FFFFFF"/>
          </a:solidFill>
          <a:ln w="13970">
            <a:solidFill>
              <a:srgbClr val="D9E0EC"/>
            </a:solidFill>
            <a:prstDash val="solid"/>
          </a:ln>
        </p:spPr>
      </p:sp>
      <p:sp>
        <p:nvSpPr>
          <p:cNvPr id="25" name="Shape 23"/>
          <p:cNvSpPr/>
          <p:nvPr/>
        </p:nvSpPr>
        <p:spPr>
          <a:xfrm>
            <a:off x="4032504" y="5312664"/>
            <a:ext cx="2798064" cy="347472"/>
          </a:xfrm>
          <a:prstGeom prst="rect">
            <a:avLst/>
          </a:prstGeom>
          <a:solidFill>
            <a:srgbClr val="EEF3FA"/>
          </a:solidFill>
          <a:ln w="12700">
            <a:solidFill>
              <a:srgbClr val="EEF3FA"/>
            </a:solidFill>
            <a:prstDash val="solid"/>
          </a:ln>
        </p:spPr>
      </p:sp>
      <p:sp>
        <p:nvSpPr>
          <p:cNvPr id="26" name="Text 24"/>
          <p:cNvSpPr/>
          <p:nvPr/>
        </p:nvSpPr>
        <p:spPr>
          <a:xfrm>
            <a:off x="4123944" y="5349240"/>
            <a:ext cx="2615184" cy="265176"/>
          </a:xfrm>
          <a:prstGeom prst="rect">
            <a:avLst/>
          </a:prstGeom>
          <a:noFill/>
          <a:ln/>
        </p:spPr>
        <p:txBody>
          <a:bodyPr wrap="square" lIns="0" tIns="0" rIns="0" bIns="0" rtlCol="0" anchor="ctr"/>
          <a:lstStyle/>
          <a:p>
            <a:pPr algn="ctr" indent="0" marL="0">
              <a:buNone/>
            </a:pPr>
            <a:r>
              <a:rPr lang="en-US" sz="1600" b="1" dirty="0">
                <a:solidFill>
                  <a:srgbClr val="1E2A5C"/>
                </a:solidFill>
                <a:latin typeface="Pretendard" pitchFamily="34" charset="0"/>
                <a:ea typeface="Pretendard" pitchFamily="34" charset="-122"/>
                <a:cs typeface="Pretendard" pitchFamily="34" charset="-120"/>
              </a:rPr>
              <a:t>source·page 유지</a:t>
            </a:r>
            <a:endParaRPr lang="en-US" sz="1600" dirty="0"/>
          </a:p>
        </p:txBody>
      </p:sp>
      <p:sp>
        <p:nvSpPr>
          <p:cNvPr id="27" name="Text 25"/>
          <p:cNvSpPr/>
          <p:nvPr/>
        </p:nvSpPr>
        <p:spPr>
          <a:xfrm>
            <a:off x="4123944" y="5824728"/>
            <a:ext cx="2615184" cy="365760"/>
          </a:xfrm>
          <a:prstGeom prst="rect">
            <a:avLst/>
          </a:prstGeom>
          <a:noFill/>
          <a:ln/>
        </p:spPr>
        <p:txBody>
          <a:bodyPr wrap="square" lIns="0" tIns="0" rIns="0" bIns="0" rtlCol="0" anchor="ctr"/>
          <a:lstStyle/>
          <a:p>
            <a:pPr algn="ctr" indent="0" marL="0">
              <a:buNone/>
            </a:pPr>
            <a:r>
              <a:rPr lang="en-US" sz="2200" b="1" dirty="0">
                <a:solidFill>
                  <a:srgbClr val="2B3242"/>
                </a:solidFill>
                <a:latin typeface="Pretendard" pitchFamily="34" charset="0"/>
                <a:ea typeface="Pretendard" pitchFamily="34" charset="-122"/>
                <a:cs typeface="Pretendard" pitchFamily="34" charset="-120"/>
              </a:rPr>
              <a:t>분할 본문 B</a:t>
            </a:r>
            <a:endParaRPr lang="en-US" sz="2200" dirty="0"/>
          </a:p>
        </p:txBody>
      </p:sp>
      <p:sp>
        <p:nvSpPr>
          <p:cNvPr id="28" name="Text 26"/>
          <p:cNvSpPr/>
          <p:nvPr/>
        </p:nvSpPr>
        <p:spPr>
          <a:xfrm>
            <a:off x="512064" y="6656832"/>
            <a:ext cx="6364224" cy="347472"/>
          </a:xfrm>
          <a:prstGeom prst="rect">
            <a:avLst/>
          </a:prstGeom>
          <a:noFill/>
          <a:ln/>
        </p:spPr>
        <p:txBody>
          <a:bodyPr wrap="square" lIns="0" tIns="0" rIns="0" bIns="0" rtlCol="0" anchor="ctr"/>
          <a:lstStyle/>
          <a:p>
            <a:pPr algn="l" indent="0" marL="0">
              <a:buNone/>
            </a:pPr>
            <a:r>
              <a:rPr lang="en-US" sz="1800" dirty="0">
                <a:solidFill>
                  <a:srgbClr val="4A5364"/>
                </a:solidFill>
                <a:latin typeface="Pretendard" pitchFamily="34" charset="0"/>
                <a:ea typeface="Pretendard" pitchFamily="34" charset="-122"/>
                <a:cs typeface="Pretendard" pitchFamily="34" charset="-120"/>
              </a:rPr>
              <a:t>구분자 우선순위를 정하고, 긴 단위를 더 나눕니다.</a:t>
            </a:r>
            <a:endParaRPr lang="en-US" sz="1800" dirty="0"/>
          </a:p>
        </p:txBody>
      </p:sp>
      <p:sp>
        <p:nvSpPr>
          <p:cNvPr id="29" name="Text 27"/>
          <p:cNvSpPr/>
          <p:nvPr/>
        </p:nvSpPr>
        <p:spPr>
          <a:xfrm>
            <a:off x="7818120" y="2414016"/>
            <a:ext cx="6300216" cy="420624"/>
          </a:xfrm>
          <a:prstGeom prst="rect">
            <a:avLst/>
          </a:prstGeom>
          <a:noFill/>
          <a:ln/>
        </p:spPr>
        <p:txBody>
          <a:bodyPr wrap="square" lIns="0" tIns="0" rIns="0" bIns="0" rtlCol="0" anchor="ctr"/>
          <a:lstStyle/>
          <a:p>
            <a:pPr algn="l" indent="0" marL="0">
              <a:buNone/>
            </a:pPr>
            <a:r>
              <a:rPr lang="en-US" sz="3000" b="1" dirty="0">
                <a:solidFill>
                  <a:srgbClr val="1E2A5C"/>
                </a:solidFill>
                <a:latin typeface="Pretendard" pitchFamily="34" charset="0"/>
                <a:ea typeface="Pretendard" pitchFamily="34" charset="-122"/>
                <a:cs typeface="Pretendard" pitchFamily="34" charset="-120"/>
              </a:rPr>
              <a:t>Azure AI Search</a:t>
            </a:r>
            <a:endParaRPr lang="en-US" sz="3000" dirty="0"/>
          </a:p>
        </p:txBody>
      </p:sp>
      <p:sp>
        <p:nvSpPr>
          <p:cNvPr id="30" name="Text 28"/>
          <p:cNvSpPr/>
          <p:nvPr/>
        </p:nvSpPr>
        <p:spPr>
          <a:xfrm>
            <a:off x="7818120" y="2907792"/>
            <a:ext cx="6300216" cy="393192"/>
          </a:xfrm>
          <a:prstGeom prst="rect">
            <a:avLst/>
          </a:prstGeom>
          <a:noFill/>
          <a:ln/>
        </p:spPr>
        <p:txBody>
          <a:bodyPr wrap="square" lIns="0" tIns="0" rIns="0" bIns="0" rtlCol="0" anchor="ctr"/>
          <a:lstStyle/>
          <a:p>
            <a:pPr algn="l" indent="0" marL="0">
              <a:buNone/>
            </a:pPr>
            <a:r>
              <a:rPr lang="en-US" sz="2300" b="1" dirty="0">
                <a:solidFill>
                  <a:srgbClr val="2E74C6"/>
                </a:solidFill>
                <a:latin typeface="Pretendard" pitchFamily="34" charset="0"/>
                <a:ea typeface="Pretendard" pitchFamily="34" charset="-122"/>
                <a:cs typeface="Pretendard" pitchFamily="34" charset="-120"/>
              </a:rPr>
              <a:t>512토큰·25% 중첩을 출발점으로</a:t>
            </a:r>
            <a:endParaRPr lang="en-US" sz="2300" dirty="0"/>
          </a:p>
        </p:txBody>
      </p:sp>
      <p:sp>
        <p:nvSpPr>
          <p:cNvPr id="31" name="Text 29"/>
          <p:cNvSpPr/>
          <p:nvPr/>
        </p:nvSpPr>
        <p:spPr>
          <a:xfrm>
            <a:off x="7891272" y="3584448"/>
            <a:ext cx="3438144" cy="301752"/>
          </a:xfrm>
          <a:prstGeom prst="rect">
            <a:avLst/>
          </a:prstGeom>
          <a:noFill/>
          <a:ln/>
        </p:spPr>
        <p:txBody>
          <a:bodyPr wrap="square" lIns="0" tIns="0" rIns="0" bIns="0" rtlCol="0" anchor="ctr"/>
          <a:lstStyle/>
          <a:p>
            <a:pPr algn="l" indent="0" marL="0">
              <a:buNone/>
            </a:pPr>
            <a:r>
              <a:rPr lang="en-US" sz="2000" b="1" dirty="0">
                <a:solidFill>
                  <a:srgbClr val="1E2A5C"/>
                </a:solidFill>
                <a:latin typeface="Pretendard" pitchFamily="34" charset="0"/>
                <a:ea typeface="Pretendard" pitchFamily="34" charset="-122"/>
                <a:cs typeface="Pretendard" pitchFamily="34" charset="-120"/>
              </a:rPr>
              <a:t>청크 A   512토큰</a:t>
            </a:r>
            <a:endParaRPr lang="en-US" sz="2000" dirty="0"/>
          </a:p>
        </p:txBody>
      </p:sp>
      <p:sp>
        <p:nvSpPr>
          <p:cNvPr id="32" name="Shape 30"/>
          <p:cNvSpPr/>
          <p:nvPr/>
        </p:nvSpPr>
        <p:spPr>
          <a:xfrm>
            <a:off x="7891272" y="4069080"/>
            <a:ext cx="3438144" cy="621792"/>
          </a:xfrm>
          <a:prstGeom prst="rect">
            <a:avLst/>
          </a:prstGeom>
          <a:solidFill>
            <a:srgbClr val="EEF3FA"/>
          </a:solidFill>
          <a:ln w="15240">
            <a:solidFill>
              <a:srgbClr val="1E2A5C"/>
            </a:solidFill>
            <a:prstDash val="solid"/>
          </a:ln>
        </p:spPr>
      </p:sp>
      <p:sp>
        <p:nvSpPr>
          <p:cNvPr id="33" name="Shape 31"/>
          <p:cNvSpPr/>
          <p:nvPr/>
        </p:nvSpPr>
        <p:spPr>
          <a:xfrm>
            <a:off x="10469880" y="4069080"/>
            <a:ext cx="859536" cy="621792"/>
          </a:xfrm>
          <a:prstGeom prst="rect">
            <a:avLst/>
          </a:prstGeom>
          <a:solidFill>
            <a:srgbClr val="2E74C6"/>
          </a:solidFill>
          <a:ln w="12700">
            <a:solidFill>
              <a:srgbClr val="2E74C6"/>
            </a:solidFill>
            <a:prstDash val="solid"/>
          </a:ln>
        </p:spPr>
      </p:sp>
      <p:sp>
        <p:nvSpPr>
          <p:cNvPr id="34" name="Text 32"/>
          <p:cNvSpPr/>
          <p:nvPr/>
        </p:nvSpPr>
        <p:spPr>
          <a:xfrm>
            <a:off x="7982712" y="4215384"/>
            <a:ext cx="2395728" cy="292608"/>
          </a:xfrm>
          <a:prstGeom prst="rect">
            <a:avLst/>
          </a:prstGeom>
          <a:noFill/>
          <a:ln/>
        </p:spPr>
        <p:txBody>
          <a:bodyPr wrap="square" lIns="0" tIns="0" rIns="0" bIns="0" rtlCol="0" anchor="ctr"/>
          <a:lstStyle/>
          <a:p>
            <a:pPr algn="ctr" indent="0" marL="0">
              <a:buNone/>
            </a:pPr>
            <a:r>
              <a:rPr lang="en-US" sz="2000" dirty="0">
                <a:solidFill>
                  <a:srgbClr val="1E2A5C"/>
                </a:solidFill>
                <a:latin typeface="Pretendard" pitchFamily="34" charset="0"/>
                <a:ea typeface="Pretendard" pitchFamily="34" charset="-122"/>
                <a:cs typeface="Pretendard" pitchFamily="34" charset="-120"/>
              </a:rPr>
              <a:t>384토큰</a:t>
            </a:r>
            <a:endParaRPr lang="en-US" sz="2000" dirty="0"/>
          </a:p>
        </p:txBody>
      </p:sp>
      <p:sp>
        <p:nvSpPr>
          <p:cNvPr id="35" name="Text 33"/>
          <p:cNvSpPr/>
          <p:nvPr/>
        </p:nvSpPr>
        <p:spPr>
          <a:xfrm>
            <a:off x="10469880" y="4215384"/>
            <a:ext cx="859536" cy="292608"/>
          </a:xfrm>
          <a:prstGeom prst="rect">
            <a:avLst/>
          </a:prstGeom>
          <a:noFill/>
          <a:ln/>
        </p:spPr>
        <p:txBody>
          <a:bodyPr wrap="square" lIns="0" tIns="0" rIns="0" bIns="0" rtlCol="0" anchor="ctr"/>
          <a:lstStyle/>
          <a:p>
            <a:pPr algn="ctr" indent="0" marL="0">
              <a:buNone/>
            </a:pPr>
            <a:r>
              <a:rPr lang="en-US" sz="2000" b="1" dirty="0">
                <a:solidFill>
                  <a:srgbClr val="FFFFFF"/>
                </a:solidFill>
                <a:latin typeface="Pretendard" pitchFamily="34" charset="0"/>
                <a:ea typeface="Pretendard" pitchFamily="34" charset="-122"/>
                <a:cs typeface="Pretendard" pitchFamily="34" charset="-120"/>
              </a:rPr>
              <a:t>128</a:t>
            </a:r>
            <a:endParaRPr lang="en-US" sz="2000" dirty="0"/>
          </a:p>
        </p:txBody>
      </p:sp>
      <p:sp>
        <p:nvSpPr>
          <p:cNvPr id="36" name="Shape 34"/>
          <p:cNvSpPr/>
          <p:nvPr/>
        </p:nvSpPr>
        <p:spPr>
          <a:xfrm>
            <a:off x="10899648" y="4700016"/>
            <a:ext cx="0" cy="822960"/>
          </a:xfrm>
          <a:prstGeom prst="line">
            <a:avLst/>
          </a:prstGeom>
          <a:noFill/>
          <a:ln w="21590">
            <a:solidFill>
              <a:srgbClr val="2E74C6"/>
            </a:solidFill>
            <a:prstDash val="solid"/>
            <a:tailEnd type="triangle"/>
          </a:ln>
        </p:spPr>
      </p:sp>
      <p:sp>
        <p:nvSpPr>
          <p:cNvPr id="37" name="Text 35"/>
          <p:cNvSpPr/>
          <p:nvPr/>
        </p:nvSpPr>
        <p:spPr>
          <a:xfrm>
            <a:off x="7891272" y="5047488"/>
            <a:ext cx="2432304" cy="630936"/>
          </a:xfrm>
          <a:prstGeom prst="rect">
            <a:avLst/>
          </a:prstGeom>
          <a:noFill/>
          <a:ln/>
        </p:spPr>
        <p:txBody>
          <a:bodyPr wrap="square" lIns="0" tIns="0" rIns="0" bIns="0" rtlCol="0" anchor="ctr"/>
          <a:lstStyle/>
          <a:p>
            <a:pPr algn="l" indent="0" marL="0">
              <a:buNone/>
            </a:pPr>
            <a:r>
              <a:rPr lang="en-US" sz="1900" b="1" dirty="0">
                <a:solidFill>
                  <a:srgbClr val="2E74C6"/>
                </a:solidFill>
                <a:latin typeface="Pretendard" pitchFamily="34" charset="0"/>
                <a:ea typeface="Pretendard" pitchFamily="34" charset="-122"/>
                <a:cs typeface="Pretendard" pitchFamily="34" charset="-120"/>
              </a:rPr>
              <a:t>같은 128토큰을</a:t>
            </a:r>
            <a:endParaRPr lang="en-US" sz="1900" dirty="0"/>
          </a:p>
          <a:p>
            <a:pPr algn="l" indent="0" marL="0">
              <a:buNone/>
            </a:pPr>
            <a:r>
              <a:rPr lang="en-US" sz="1900" b="1" dirty="0">
                <a:solidFill>
                  <a:srgbClr val="2E74C6"/>
                </a:solidFill>
                <a:latin typeface="Pretendard" pitchFamily="34" charset="0"/>
                <a:ea typeface="Pretendard" pitchFamily="34" charset="-122"/>
                <a:cs typeface="Pretendard" pitchFamily="34" charset="-120"/>
              </a:rPr>
              <a:t>두 청크에 포함</a:t>
            </a:r>
            <a:endParaRPr lang="en-US" sz="1900" dirty="0"/>
          </a:p>
        </p:txBody>
      </p:sp>
      <p:sp>
        <p:nvSpPr>
          <p:cNvPr id="38" name="Text 36"/>
          <p:cNvSpPr/>
          <p:nvPr/>
        </p:nvSpPr>
        <p:spPr>
          <a:xfrm>
            <a:off x="11420856" y="5020056"/>
            <a:ext cx="2487168" cy="301752"/>
          </a:xfrm>
          <a:prstGeom prst="rect">
            <a:avLst/>
          </a:prstGeom>
          <a:noFill/>
          <a:ln/>
        </p:spPr>
        <p:txBody>
          <a:bodyPr wrap="square" lIns="0" tIns="0" rIns="0" bIns="0" rtlCol="0" anchor="ctr"/>
          <a:lstStyle/>
          <a:p>
            <a:pPr algn="l" indent="0" marL="0">
              <a:buNone/>
            </a:pPr>
            <a:r>
              <a:rPr lang="en-US" sz="1900" b="1" dirty="0">
                <a:solidFill>
                  <a:srgbClr val="1E2A5C"/>
                </a:solidFill>
                <a:latin typeface="Pretendard" pitchFamily="34" charset="0"/>
                <a:ea typeface="Pretendard" pitchFamily="34" charset="-122"/>
                <a:cs typeface="Pretendard" pitchFamily="34" charset="-120"/>
              </a:rPr>
              <a:t>청크 B   512토큰</a:t>
            </a:r>
            <a:endParaRPr lang="en-US" sz="1900" dirty="0"/>
          </a:p>
        </p:txBody>
      </p:sp>
      <p:sp>
        <p:nvSpPr>
          <p:cNvPr id="39" name="Shape 37"/>
          <p:cNvSpPr/>
          <p:nvPr/>
        </p:nvSpPr>
        <p:spPr>
          <a:xfrm>
            <a:off x="10469880" y="5577840"/>
            <a:ext cx="3438144" cy="621792"/>
          </a:xfrm>
          <a:prstGeom prst="rect">
            <a:avLst/>
          </a:prstGeom>
          <a:solidFill>
            <a:srgbClr val="EEF3FA"/>
          </a:solidFill>
          <a:ln w="15240">
            <a:solidFill>
              <a:srgbClr val="1E2A5C"/>
            </a:solidFill>
            <a:prstDash val="solid"/>
          </a:ln>
        </p:spPr>
      </p:sp>
      <p:sp>
        <p:nvSpPr>
          <p:cNvPr id="40" name="Shape 38"/>
          <p:cNvSpPr/>
          <p:nvPr/>
        </p:nvSpPr>
        <p:spPr>
          <a:xfrm>
            <a:off x="10469880" y="5577840"/>
            <a:ext cx="859536" cy="621792"/>
          </a:xfrm>
          <a:prstGeom prst="rect">
            <a:avLst/>
          </a:prstGeom>
          <a:solidFill>
            <a:srgbClr val="2E74C6"/>
          </a:solidFill>
          <a:ln w="12700">
            <a:solidFill>
              <a:srgbClr val="2E74C6"/>
            </a:solidFill>
            <a:prstDash val="solid"/>
          </a:ln>
        </p:spPr>
      </p:sp>
      <p:sp>
        <p:nvSpPr>
          <p:cNvPr id="41" name="Text 39"/>
          <p:cNvSpPr/>
          <p:nvPr/>
        </p:nvSpPr>
        <p:spPr>
          <a:xfrm>
            <a:off x="10469880" y="5724144"/>
            <a:ext cx="859536" cy="292608"/>
          </a:xfrm>
          <a:prstGeom prst="rect">
            <a:avLst/>
          </a:prstGeom>
          <a:noFill/>
          <a:ln/>
        </p:spPr>
        <p:txBody>
          <a:bodyPr wrap="square" lIns="0" tIns="0" rIns="0" bIns="0" rtlCol="0" anchor="ctr"/>
          <a:lstStyle/>
          <a:p>
            <a:pPr algn="ctr" indent="0" marL="0">
              <a:buNone/>
            </a:pPr>
            <a:r>
              <a:rPr lang="en-US" sz="2000" b="1" dirty="0">
                <a:solidFill>
                  <a:srgbClr val="FFFFFF"/>
                </a:solidFill>
                <a:latin typeface="Pretendard" pitchFamily="34" charset="0"/>
                <a:ea typeface="Pretendard" pitchFamily="34" charset="-122"/>
                <a:cs typeface="Pretendard" pitchFamily="34" charset="-120"/>
              </a:rPr>
              <a:t>128</a:t>
            </a:r>
            <a:endParaRPr lang="en-US" sz="2000" dirty="0"/>
          </a:p>
        </p:txBody>
      </p:sp>
      <p:sp>
        <p:nvSpPr>
          <p:cNvPr id="42" name="Text 40"/>
          <p:cNvSpPr/>
          <p:nvPr/>
        </p:nvSpPr>
        <p:spPr>
          <a:xfrm>
            <a:off x="11420856" y="5724144"/>
            <a:ext cx="2395728" cy="292608"/>
          </a:xfrm>
          <a:prstGeom prst="rect">
            <a:avLst/>
          </a:prstGeom>
          <a:noFill/>
          <a:ln/>
        </p:spPr>
        <p:txBody>
          <a:bodyPr wrap="square" lIns="0" tIns="0" rIns="0" bIns="0" rtlCol="0" anchor="ctr"/>
          <a:lstStyle/>
          <a:p>
            <a:pPr algn="ctr" indent="0" marL="0">
              <a:buNone/>
            </a:pPr>
            <a:r>
              <a:rPr lang="en-US" sz="2000" dirty="0">
                <a:solidFill>
                  <a:srgbClr val="1E2A5C"/>
                </a:solidFill>
                <a:latin typeface="Pretendard" pitchFamily="34" charset="0"/>
                <a:ea typeface="Pretendard" pitchFamily="34" charset="-122"/>
                <a:cs typeface="Pretendard" pitchFamily="34" charset="-120"/>
              </a:rPr>
              <a:t>384토큰</a:t>
            </a:r>
            <a:endParaRPr lang="en-US" sz="2000" dirty="0"/>
          </a:p>
        </p:txBody>
      </p:sp>
      <p:sp>
        <p:nvSpPr>
          <p:cNvPr id="43" name="Text 41"/>
          <p:cNvSpPr/>
          <p:nvPr/>
        </p:nvSpPr>
        <p:spPr>
          <a:xfrm>
            <a:off x="7818120" y="6656832"/>
            <a:ext cx="6300216" cy="347472"/>
          </a:xfrm>
          <a:prstGeom prst="rect">
            <a:avLst/>
          </a:prstGeom>
          <a:noFill/>
          <a:ln/>
        </p:spPr>
        <p:txBody>
          <a:bodyPr wrap="square" lIns="0" tIns="0" rIns="0" bIns="0" rtlCol="0" anchor="ctr"/>
          <a:lstStyle/>
          <a:p>
            <a:pPr algn="l" indent="0" marL="0">
              <a:buNone/>
            </a:pPr>
            <a:r>
              <a:rPr lang="en-US" sz="1800" dirty="0">
                <a:solidFill>
                  <a:srgbClr val="4A5364"/>
                </a:solidFill>
                <a:latin typeface="Pretendard" pitchFamily="34" charset="0"/>
                <a:ea typeface="Pretendard" pitchFamily="34" charset="-122"/>
                <a:cs typeface="Pretendard" pitchFamily="34" charset="-120"/>
              </a:rPr>
              <a:t>문서 구조와 평가 질문에 맞춰 크기·중첩을 조정합니다.</a:t>
            </a:r>
            <a:endParaRPr lang="en-US" sz="1800" dirty="0"/>
          </a:p>
        </p:txBody>
      </p:sp>
      <p:sp>
        <p:nvSpPr>
          <p:cNvPr id="44" name="Shape 42"/>
          <p:cNvSpPr/>
          <p:nvPr/>
        </p:nvSpPr>
        <p:spPr>
          <a:xfrm>
            <a:off x="512064" y="7232904"/>
            <a:ext cx="13606272" cy="393192"/>
          </a:xfrm>
          <a:prstGeom prst="rect">
            <a:avLst/>
          </a:prstGeom>
          <a:solidFill>
            <a:srgbClr val="EEF3FA"/>
          </a:solidFill>
          <a:ln w="12700">
            <a:solidFill>
              <a:srgbClr val="EEF3FA"/>
            </a:solidFill>
            <a:prstDash val="solid"/>
          </a:ln>
        </p:spPr>
      </p:sp>
      <p:sp>
        <p:nvSpPr>
          <p:cNvPr id="45" name="Text 43"/>
          <p:cNvSpPr/>
          <p:nvPr/>
        </p:nvSpPr>
        <p:spPr>
          <a:xfrm>
            <a:off x="694944" y="7287768"/>
            <a:ext cx="13240512" cy="274320"/>
          </a:xfrm>
          <a:prstGeom prst="rect">
            <a:avLst/>
          </a:prstGeom>
          <a:noFill/>
          <a:ln/>
        </p:spPr>
        <p:txBody>
          <a:bodyPr wrap="square" lIns="0" tIns="0" rIns="0" bIns="0" rtlCol="0" anchor="ctr"/>
          <a:lstStyle/>
          <a:p>
            <a:pPr algn="ctr" indent="0" marL="0">
              <a:buNone/>
            </a:pPr>
            <a:r>
              <a:rPr lang="en-US" sz="1800" b="1" dirty="0">
                <a:solidFill>
                  <a:srgbClr val="1E2A5C"/>
                </a:solidFill>
                <a:latin typeface="Pretendard" pitchFamily="34" charset="0"/>
                <a:ea typeface="Pretendard" pitchFamily="34" charset="-122"/>
                <a:cs typeface="Pretendard" pitchFamily="34" charset="-120"/>
              </a:rPr>
              <a:t>정제 시점은 별도 설계 결정입니다. 두 사례가 청킹 전·후의 순서를 강제하지는 않습니다.</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Pretendar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retendard"/>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design-agentic-ai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청킹 설계와 Best Practice</dc:title>
  <dc:subject>청크 구성과 청킹 설계 및 공식 사례</dc:subject>
  <dc:creator>design-agentic-ai</dc:creator>
  <cp:lastModifiedBy>design-agentic-ai</cp:lastModifiedBy>
  <cp:revision>1</cp:revision>
  <dcterms:created xsi:type="dcterms:W3CDTF">2026-10-01T11:53:39Z</dcterms:created>
  <dcterms:modified xsi:type="dcterms:W3CDTF">2026-10-01T11:53:39Z</dcterms:modified>
</cp:coreProperties>
</file>