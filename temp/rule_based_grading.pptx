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Lst>
  <p:notesMasterIdLst>
    <p:notesMasterId r:id="rId3"/>
  </p:notesMasterIdLst>
  <p:sldSz cx="14630400" cy="8229600"/>
  <p:notesSz cx="8229600" cy="146304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notesMaster" Target="notesMasters/notesMaster1.xml"/><Relationship Id="rId4" Type="http://schemas.openxmlformats.org/officeDocument/2006/relationships/presProps" Target="presProps.xml"/><Relationship Id="rId5" Type="http://schemas.openxmlformats.org/officeDocument/2006/relationships/viewProps" Target="viewProps.xml"/><Relationship Id="rId6" Type="http://schemas.openxmlformats.org/officeDocument/2006/relationships/theme" Target="theme/theme1.xml"/><Relationship Id="rId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CRAG 원 논문도 채점에 큰 LLM이 아니라 경량 평가자를 쓰고, 신뢰도에 따라 행동을 나눔. 재설계안은 그 평가자를 점수·문자열 신호와 규칙으로 대신하는 것임.
상한·하한을 둘 다 갖는 것은 주 점수 하나뿐임. 모드마다 주 점수를 하나만 정하고 두 점수를 섞지 않음. hybrid 융합 점수는 눈금이 또 다르므로 판정에 쓰지 않거나, 쓰려면 기준을 따로 정함.
조정할 숫자는 모드당 4개 정도(주 점수 상한·하한, 최소 격차, 최소 겹침)로 적게 유지함. 숫자가 늘수록 보정 부담과 평가셋 과적합 위험이 커짐.
평가셋에서 하한은 '이보다 낮으면 거의 다 오답', 상한은 '이보다 높으면 거의 다 정답'인 지점으로 정함. 사이 구간은 일부러 애매로 남겨 재검색·LLM 평가자에게 넘김.
한계: 규칙은 '주제는 맞지만 답이 없는 문서'를 못 거름. 이 빈틈은 답변 후 근거 검증(인용문 원문 대조)과 애매 구간의 LLM 평가자가 메움.</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MASTER">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02920" y="7754112"/>
            <a:ext cx="13624560" cy="18288"/>
          </a:xfrm>
          <a:prstGeom prst="rect">
            <a:avLst/>
          </a:prstGeom>
          <a:solidFill>
            <a:srgbClr val="E9ECF3"/>
          </a:solidFill>
          <a:ln/>
        </p:spPr>
      </p:sp>
      <p:sp>
        <p:nvSpPr>
          <p:cNvPr id="3" name="Text 1"/>
          <p:cNvSpPr/>
          <p:nvPr/>
        </p:nvSpPr>
        <p:spPr>
          <a:xfrm>
            <a:off x="502920" y="7818120"/>
            <a:ext cx="7315200" cy="292608"/>
          </a:xfrm>
          <a:prstGeom prst="rect">
            <a:avLst/>
          </a:prstGeom>
          <a:noFill/>
          <a:ln/>
        </p:spPr>
        <p:txBody>
          <a:bodyPr wrap="square" rtlCol="0" anchor="ctr"/>
          <a:lstStyle/>
          <a:p>
            <a:pPr indent="0" marL="0">
              <a:buNone/>
            </a:pPr>
            <a:r>
              <a:rPr lang="en-US" sz="1400" dirty="0">
                <a:solidFill>
                  <a:srgbClr val="7C8598"/>
                </a:solidFill>
                <a:latin typeface="Pretendard" pitchFamily="34" charset="0"/>
                <a:ea typeface="Pretendard" pitchFamily="34" charset="-122"/>
                <a:cs typeface="Pretendard" pitchFamily="34" charset="-120"/>
              </a:rPr>
              <a:t>design-agentic-ai  ·  검색 결과 규칙 기반 채점</a:t>
            </a:r>
            <a:endParaRPr lang="en-US" sz="1400" dirty="0"/>
          </a:p>
        </p:txBody>
      </p:sp>
      <p:sp>
        <p:nvSpPr>
          <p:cNvPr id="25" name="Slide Number Placeholder 0"/>
          <p:cNvSpPr>
            <a:spLocks noGrp="1"/>
          </p:cNvSpPr>
          <p:nvPr>
            <p:ph type="sldNum" sz="quarter" idx="4294967295"/>
          </p:nvPr>
        </p:nvSpPr>
        <p:spPr>
          <a:xfrm>
            <a:off x="13578840" y="7818120"/>
            <a:ext cx="548640" cy="292608"/>
          </a:xfrm>
          <a:prstGeom prst="rect">
            <a:avLst/>
          </a:prstGeom>
          <a:extLst>
            <a:ext uri="{C572A759-6A51-4108-AA02-DFA0A04FC94B}">
              <ma14:wrappingTextBoxFlag xmlns:ma14="http://schemas.microsoft.com/office/mac/drawingml/2011/main" val="0"/>
            </a:ext>
          </a:extLst>
        </p:spPr>
        <p:txBody>
          <a:bodyPr/>
          <a:lstStyle>
            <a:lvl1pPr>
              <a:defRPr sz="1400">
                <a:solidFill>
                  <a:srgbClr val="7C8598"/>
                </a:solidFill>
                <a:latin typeface="Pretendard"/>
                <a:ea typeface="Pretendard"/>
                <a:cs typeface="Pretendard"/>
              </a:defRPr>
            </a:lvl1pPr>
          </a:lstStyle>
          <a:p>
            <a:pPr algn="r"/>
            <a:fld id="{F7021451-1387-4CA6-816F-3879F97B5CBC}" type="slidenum">
              <a:rPr b="0" lang="en-US"/>
              <a:t>1002</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3578840" y="7818120"/>
            <a:ext cx="548640" cy="292608"/>
          </a:xfrm>
          <a:prstGeom prst="rect">
            <a:avLst/>
          </a:prstGeom>
          <a:extLst>
            <a:ext uri="{C572A759-6A51-4108-AA02-DFA0A04FC94B}">
              <ma14:wrappingTextBoxFlag xmlns:ma14="http://schemas.microsoft.com/office/mac/drawingml/2011/main" val="0"/>
            </a:ext>
          </a:extLst>
        </p:spPr>
        <p:txBody>
          <a:bodyPr/>
          <a:lstStyle>
            <a:lvl1pPr>
              <a:defRPr sz="1400">
                <a:solidFill>
                  <a:srgbClr val="7C8598"/>
                </a:solidFill>
                <a:latin typeface="Pretendard"/>
                <a:ea typeface="Pretendard"/>
                <a:cs typeface="Pretendard"/>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hyperlink" Target="https://github.com/cna-bootcamp/aistudy/blob/main/agentic-ai/textbook/10.RAG.md" TargetMode="External"/><Relationship Id="rId2" Type="http://schemas.openxmlformats.org/officeDocument/2006/relationships/hyperlink" Target="https://arxiv.org/abs/2401.15884" TargetMode="External"/><Relationship Id="rId3" Type="http://schemas.openxmlformats.org/officeDocument/2006/relationships/slideLayout" Target="../slideLayouts/slideLayout2.xml"/><Relationship Id="rId4" Type="http://schemas.openxmlformats.org/officeDocument/2006/relationships/notesSlide" Target="../notesSlides/notesSlide1.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nvSpPr>
        <p:spPr>
          <a:xfrm>
            <a:off x="502920" y="347472"/>
            <a:ext cx="10972800" cy="292608"/>
          </a:xfrm>
          <a:prstGeom prst="rect">
            <a:avLst/>
          </a:prstGeom>
          <a:noFill/>
          <a:ln/>
        </p:spPr>
        <p:txBody>
          <a:bodyPr wrap="square" rtlCol="0" anchor="ctr"/>
          <a:lstStyle/>
          <a:p>
            <a:pPr indent="0" marL="0">
              <a:buNone/>
            </a:pPr>
            <a:r>
              <a:rPr lang="en-US" sz="1500" b="1" dirty="0">
                <a:solidFill>
                  <a:srgbClr val="7C8598"/>
                </a:solidFill>
                <a:latin typeface="Pretendard" pitchFamily="34" charset="0"/>
                <a:ea typeface="Pretendard" pitchFamily="34" charset="-122"/>
                <a:cs typeface="Pretendard" pitchFamily="34" charset="-120"/>
              </a:rPr>
              <a:t>Ⅲ. 문서 검색 아키텍처 › 6. 규칙 기반 채점</a:t>
            </a:r>
            <a:endParaRPr lang="en-US" sz="1500" dirty="0"/>
          </a:p>
        </p:txBody>
      </p:sp>
      <p:sp>
        <p:nvSpPr>
          <p:cNvPr id="3" name="Text 1"/>
          <p:cNvSpPr/>
          <p:nvPr/>
        </p:nvSpPr>
        <p:spPr>
          <a:xfrm>
            <a:off x="502920" y="640080"/>
            <a:ext cx="12801600" cy="685800"/>
          </a:xfrm>
          <a:prstGeom prst="rect">
            <a:avLst/>
          </a:prstGeom>
          <a:noFill/>
          <a:ln/>
        </p:spPr>
        <p:txBody>
          <a:bodyPr wrap="square" rtlCol="0" anchor="ctr"/>
          <a:lstStyle/>
          <a:p>
            <a:pPr indent="0" marL="0">
              <a:buNone/>
            </a:pPr>
            <a:r>
              <a:rPr lang="en-US" sz="4800" b="1" dirty="0">
                <a:solidFill>
                  <a:srgbClr val="1E2A5C"/>
                </a:solidFill>
                <a:latin typeface="Pretendard" pitchFamily="34" charset="0"/>
                <a:ea typeface="Pretendard" pitchFamily="34" charset="-122"/>
                <a:cs typeface="Pretendard" pitchFamily="34" charset="-120"/>
              </a:rPr>
              <a:t>검색 결과 규칙 기반 채점</a:t>
            </a:r>
            <a:endParaRPr lang="en-US" sz="4800" dirty="0"/>
          </a:p>
        </p:txBody>
      </p:sp>
      <p:sp>
        <p:nvSpPr>
          <p:cNvPr id="4" name="Shape 2"/>
          <p:cNvSpPr/>
          <p:nvPr/>
        </p:nvSpPr>
        <p:spPr>
          <a:xfrm>
            <a:off x="502920" y="1389888"/>
            <a:ext cx="13624560" cy="36576"/>
          </a:xfrm>
          <a:prstGeom prst="rect">
            <a:avLst/>
          </a:prstGeom>
          <a:solidFill>
            <a:srgbClr val="D9E0EC"/>
          </a:solidFill>
          <a:ln/>
        </p:spPr>
      </p:sp>
      <p:sp>
        <p:nvSpPr>
          <p:cNvPr id="5" name="Shape 3"/>
          <p:cNvSpPr/>
          <p:nvPr/>
        </p:nvSpPr>
        <p:spPr>
          <a:xfrm>
            <a:off x="502920" y="1389888"/>
            <a:ext cx="1920240" cy="36576"/>
          </a:xfrm>
          <a:prstGeom prst="rect">
            <a:avLst/>
          </a:prstGeom>
          <a:solidFill>
            <a:srgbClr val="2E74C6"/>
          </a:solidFill>
          <a:ln/>
        </p:spPr>
      </p:sp>
      <p:sp>
        <p:nvSpPr>
          <p:cNvPr id="6" name="Text 4"/>
          <p:cNvSpPr/>
          <p:nvPr/>
        </p:nvSpPr>
        <p:spPr>
          <a:xfrm>
            <a:off x="502920" y="1499616"/>
            <a:ext cx="13624560" cy="438912"/>
          </a:xfrm>
          <a:prstGeom prst="rect">
            <a:avLst/>
          </a:prstGeom>
          <a:noFill/>
          <a:ln/>
        </p:spPr>
        <p:txBody>
          <a:bodyPr wrap="square" rtlCol="0" anchor="ctr"/>
          <a:lstStyle/>
          <a:p>
            <a:pPr indent="0" marL="0">
              <a:buNone/>
            </a:pPr>
            <a:r>
              <a:rPr lang="en-US" sz="1800" dirty="0">
                <a:solidFill>
                  <a:srgbClr val="4A5364"/>
                </a:solidFill>
                <a:latin typeface="Pretendard" pitchFamily="34" charset="0"/>
                <a:ea typeface="Pretendard" pitchFamily="34" charset="-122"/>
                <a:cs typeface="Pretendard" pitchFamily="34" charset="-120"/>
              </a:rPr>
              <a:t>신호 계산 → 판정 규칙 → 행동 3단계로 LLM 없이 채점함 — 규칙으로 가르지 못한 「애매」만 재검색·LLM으로 넘김</a:t>
            </a:r>
            <a:endParaRPr lang="en-US" sz="1800" dirty="0"/>
          </a:p>
        </p:txBody>
      </p:sp>
      <p:sp>
        <p:nvSpPr>
          <p:cNvPr id="7" name="Shape 5"/>
          <p:cNvSpPr/>
          <p:nvPr/>
        </p:nvSpPr>
        <p:spPr>
          <a:xfrm>
            <a:off x="502920" y="2057400"/>
            <a:ext cx="6172200" cy="457200"/>
          </a:xfrm>
          <a:prstGeom prst="roundRect">
            <a:avLst>
              <a:gd name="adj" fmla="val 12000"/>
            </a:avLst>
          </a:prstGeom>
          <a:solidFill>
            <a:srgbClr val="1E2A5C"/>
          </a:solidFill>
          <a:ln/>
        </p:spPr>
      </p:sp>
      <p:sp>
        <p:nvSpPr>
          <p:cNvPr id="8" name="Text 6"/>
          <p:cNvSpPr/>
          <p:nvPr/>
        </p:nvSpPr>
        <p:spPr>
          <a:xfrm>
            <a:off x="502920" y="2057400"/>
            <a:ext cx="6172200" cy="457200"/>
          </a:xfrm>
          <a:prstGeom prst="rect">
            <a:avLst/>
          </a:prstGeom>
          <a:noFill/>
          <a:ln/>
        </p:spPr>
        <p:txBody>
          <a:bodyPr wrap="square" rtlCol="0" anchor="ctr"/>
          <a:lstStyle/>
          <a:p>
            <a:pPr algn="ctr" indent="0" marL="0">
              <a:buNone/>
            </a:pPr>
            <a:r>
              <a:rPr lang="en-US" sz="2000" b="1" dirty="0">
                <a:solidFill>
                  <a:srgbClr val="FFFFFF"/>
                </a:solidFill>
                <a:latin typeface="Pretendard" pitchFamily="34" charset="0"/>
                <a:ea typeface="Pretendard" pitchFamily="34" charset="-122"/>
                <a:cs typeface="Pretendard" pitchFamily="34" charset="-120"/>
              </a:rPr>
              <a:t>① 신호별 기준</a:t>
            </a:r>
            <a:endParaRPr lang="en-US" sz="2000" dirty="0"/>
          </a:p>
        </p:txBody>
      </p:sp>
      <p:sp>
        <p:nvSpPr>
          <p:cNvPr id="9" name="Shape 7"/>
          <p:cNvSpPr/>
          <p:nvPr/>
        </p:nvSpPr>
        <p:spPr>
          <a:xfrm>
            <a:off x="6967728" y="2057400"/>
            <a:ext cx="4114800" cy="457200"/>
          </a:xfrm>
          <a:prstGeom prst="roundRect">
            <a:avLst>
              <a:gd name="adj" fmla="val 12000"/>
            </a:avLst>
          </a:prstGeom>
          <a:solidFill>
            <a:srgbClr val="1E2A5C"/>
          </a:solidFill>
          <a:ln/>
        </p:spPr>
      </p:sp>
      <p:sp>
        <p:nvSpPr>
          <p:cNvPr id="10" name="Text 8"/>
          <p:cNvSpPr/>
          <p:nvPr/>
        </p:nvSpPr>
        <p:spPr>
          <a:xfrm>
            <a:off x="6967728" y="2057400"/>
            <a:ext cx="4114800" cy="457200"/>
          </a:xfrm>
          <a:prstGeom prst="rect">
            <a:avLst/>
          </a:prstGeom>
          <a:noFill/>
          <a:ln/>
        </p:spPr>
        <p:txBody>
          <a:bodyPr wrap="square" rtlCol="0" anchor="ctr"/>
          <a:lstStyle/>
          <a:p>
            <a:pPr algn="ctr" indent="0" marL="0">
              <a:buNone/>
            </a:pPr>
            <a:r>
              <a:rPr lang="en-US" sz="2000" b="1" dirty="0">
                <a:solidFill>
                  <a:srgbClr val="FFFFFF"/>
                </a:solidFill>
                <a:latin typeface="Pretendard" pitchFamily="34" charset="0"/>
                <a:ea typeface="Pretendard" pitchFamily="34" charset="-122"/>
                <a:cs typeface="Pretendard" pitchFamily="34" charset="-120"/>
              </a:rPr>
              <a:t>② 판정 규칙</a:t>
            </a:r>
            <a:endParaRPr lang="en-US" sz="2000" dirty="0"/>
          </a:p>
        </p:txBody>
      </p:sp>
      <p:sp>
        <p:nvSpPr>
          <p:cNvPr id="11" name="Shape 9"/>
          <p:cNvSpPr/>
          <p:nvPr/>
        </p:nvSpPr>
        <p:spPr>
          <a:xfrm>
            <a:off x="11375136" y="2057400"/>
            <a:ext cx="2752344" cy="457200"/>
          </a:xfrm>
          <a:prstGeom prst="roundRect">
            <a:avLst>
              <a:gd name="adj" fmla="val 12000"/>
            </a:avLst>
          </a:prstGeom>
          <a:solidFill>
            <a:srgbClr val="2E74C6"/>
          </a:solidFill>
          <a:ln/>
        </p:spPr>
      </p:sp>
      <p:sp>
        <p:nvSpPr>
          <p:cNvPr id="12" name="Text 10"/>
          <p:cNvSpPr/>
          <p:nvPr/>
        </p:nvSpPr>
        <p:spPr>
          <a:xfrm>
            <a:off x="11375136" y="2057400"/>
            <a:ext cx="2752344" cy="457200"/>
          </a:xfrm>
          <a:prstGeom prst="rect">
            <a:avLst/>
          </a:prstGeom>
          <a:noFill/>
          <a:ln/>
        </p:spPr>
        <p:txBody>
          <a:bodyPr wrap="square" rtlCol="0" anchor="ctr"/>
          <a:lstStyle/>
          <a:p>
            <a:pPr algn="ctr" indent="0" marL="0">
              <a:buNone/>
            </a:pPr>
            <a:r>
              <a:rPr lang="en-US" sz="2000" b="1" dirty="0">
                <a:solidFill>
                  <a:srgbClr val="FFFFFF"/>
                </a:solidFill>
                <a:latin typeface="Pretendard" pitchFamily="34" charset="0"/>
                <a:ea typeface="Pretendard" pitchFamily="34" charset="-122"/>
                <a:cs typeface="Pretendard" pitchFamily="34" charset="-120"/>
              </a:rPr>
              <a:t>③ 행동</a:t>
            </a:r>
            <a:endParaRPr lang="en-US" sz="2000" dirty="0"/>
          </a:p>
        </p:txBody>
      </p:sp>
      <p:graphicFrame>
        <p:nvGraphicFramePr>
          <p:cNvPr id="2" name="Table 0"/>
          <p:cNvGraphicFramePr>
            <a:graphicFrameLocks noGrp="1"/>
          </p:cNvGraphicFramePr>
          <p:nvPr>
            <p:extLst>
              <p:ext uri="{D42A27DB-BD31-4B8C-83A1-F6EECF244321}">
                <p14:modId xmlns:p14="http://schemas.microsoft.com/office/powerpoint/2010/main" val="1579011935"/>
              </p:ext>
            </p:extLst>
          </p:nvPr>
        </p:nvGraphicFramePr>
        <p:xfrm>
          <a:off x="502920" y="2606040"/>
          <a:ext cx="6172200" cy="914400"/>
        </p:xfrm>
        <a:graphic>
          <a:graphicData uri="http://schemas.openxmlformats.org/drawingml/2006/table">
            <a:tbl>
              <a:tblPr/>
              <a:tblGrid>
                <a:gridCol w="1463040"/>
                <a:gridCol w="1600200"/>
                <a:gridCol w="1600200"/>
                <a:gridCol w="1508760"/>
              </a:tblGrid>
              <a:tr h="457200">
                <a:tc>
                  <a:txBody>
                    <a:bodyPr/>
                    <a:lstStyle/>
                    <a:p>
                      <a:pPr indent="0" marL="0">
                        <a:buNone/>
                      </a:pPr>
                      <a:r>
                        <a:rPr lang="en-US" sz="1400" b="1" dirty="0">
                          <a:solidFill>
                            <a:srgbClr val="1E2A5C"/>
                          </a:solidFill>
                          <a:latin typeface="Pretendard" pitchFamily="34" charset="0"/>
                          <a:ea typeface="Pretendard" pitchFamily="34" charset="-122"/>
                          <a:cs typeface="Pretendard" pitchFamily="34" charset="-120"/>
                        </a:rPr>
                        <a:t>신호</a:t>
                      </a:r>
                      <a:endParaRPr lang="en-US" sz="1400" dirty="0">
                        <a:latin typeface="Pretendard" charset="0"/>
                        <a:ea typeface="Pretendard" charset="0"/>
                        <a:cs typeface="Pretendard" charset="0"/>
                      </a:endParaRPr>
                    </a:p>
                  </a:txBody>
                  <a:tcPr marL="73152" marR="73152" marT="18288" marB="18288" anchor="ctr">
                    <a:lnL w="12700" cap="flat" cmpd="sng" algn="ctr">
                      <a:solidFill>
                        <a:srgbClr val="EDF0F6"/>
                      </a:solidFill>
                      <a:prstDash val="solid"/>
                      <a:round/>
                      <a:headEnd type="none" w="med" len="med"/>
                      <a:tailEnd type="none" w="med" len="med"/>
                    </a:lnL>
                    <a:lnR w="12700" cap="flat" cmpd="sng" algn="ctr">
                      <a:solidFill>
                        <a:srgbClr val="EDF0F6"/>
                      </a:solidFill>
                      <a:prstDash val="solid"/>
                      <a:round/>
                      <a:headEnd type="none" w="med" len="med"/>
                      <a:tailEnd type="none" w="med" len="med"/>
                    </a:lnR>
                    <a:lnT w="12700" cap="flat" cmpd="sng" algn="ctr">
                      <a:solidFill>
                        <a:srgbClr val="EDF0F6"/>
                      </a:solidFill>
                      <a:prstDash val="solid"/>
                      <a:round/>
                      <a:headEnd type="none" w="med" len="med"/>
                      <a:tailEnd type="none" w="med" len="med"/>
                    </a:lnT>
                    <a:lnB w="12700" cap="flat" cmpd="sng" algn="ctr">
                      <a:solidFill>
                        <a:srgbClr val="EDF0F6"/>
                      </a:solidFill>
                      <a:prstDash val="solid"/>
                      <a:round/>
                      <a:headEnd type="none" w="med" len="med"/>
                      <a:tailEnd type="none" w="med" len="med"/>
                    </a:lnB>
                    <a:solidFill>
                      <a:srgbClr val="E2EEF9"/>
                    </a:solidFill>
                  </a:tcPr>
                </a:tc>
                <a:tc>
                  <a:txBody>
                    <a:bodyPr/>
                    <a:lstStyle/>
                    <a:p>
                      <a:pPr indent="0" marL="0">
                        <a:buNone/>
                      </a:pPr>
                      <a:r>
                        <a:rPr lang="en-US" sz="1400" b="1" dirty="0">
                          <a:solidFill>
                            <a:srgbClr val="1E2A5C"/>
                          </a:solidFill>
                          <a:latin typeface="Pretendard" pitchFamily="34" charset="0"/>
                          <a:ea typeface="Pretendard" pitchFamily="34" charset="-122"/>
                          <a:cs typeface="Pretendard" pitchFamily="34" charset="-120"/>
                        </a:rPr>
                        <a:t>값의 형태</a:t>
                      </a:r>
                      <a:endParaRPr lang="en-US" sz="1400" dirty="0">
                        <a:latin typeface="Pretendard" charset="0"/>
                        <a:ea typeface="Pretendard" charset="0"/>
                        <a:cs typeface="Pretendard" charset="0"/>
                      </a:endParaRPr>
                    </a:p>
                  </a:txBody>
                  <a:tcPr marL="73152" marR="73152" marT="18288" marB="18288" anchor="ctr">
                    <a:lnL w="12700" cap="flat" cmpd="sng" algn="ctr">
                      <a:solidFill>
                        <a:srgbClr val="EDF0F6"/>
                      </a:solidFill>
                      <a:prstDash val="solid"/>
                      <a:round/>
                      <a:headEnd type="none" w="med" len="med"/>
                      <a:tailEnd type="none" w="med" len="med"/>
                    </a:lnL>
                    <a:lnR w="12700" cap="flat" cmpd="sng" algn="ctr">
                      <a:solidFill>
                        <a:srgbClr val="EDF0F6"/>
                      </a:solidFill>
                      <a:prstDash val="solid"/>
                      <a:round/>
                      <a:headEnd type="none" w="med" len="med"/>
                      <a:tailEnd type="none" w="med" len="med"/>
                    </a:lnR>
                    <a:lnT w="12700" cap="flat" cmpd="sng" algn="ctr">
                      <a:solidFill>
                        <a:srgbClr val="EDF0F6"/>
                      </a:solidFill>
                      <a:prstDash val="solid"/>
                      <a:round/>
                      <a:headEnd type="none" w="med" len="med"/>
                      <a:tailEnd type="none" w="med" len="med"/>
                    </a:lnT>
                    <a:lnB w="12700" cap="flat" cmpd="sng" algn="ctr">
                      <a:solidFill>
                        <a:srgbClr val="EDF0F6"/>
                      </a:solidFill>
                      <a:prstDash val="solid"/>
                      <a:round/>
                      <a:headEnd type="none" w="med" len="med"/>
                      <a:tailEnd type="none" w="med" len="med"/>
                    </a:lnB>
                    <a:solidFill>
                      <a:srgbClr val="E2EEF9"/>
                    </a:solidFill>
                  </a:tcPr>
                </a:tc>
                <a:tc>
                  <a:txBody>
                    <a:bodyPr/>
                    <a:lstStyle/>
                    <a:p>
                      <a:pPr indent="0" marL="0">
                        <a:buNone/>
                      </a:pPr>
                      <a:r>
                        <a:rPr lang="en-US" sz="1400" b="1" dirty="0">
                          <a:solidFill>
                            <a:srgbClr val="1E2A5C"/>
                          </a:solidFill>
                          <a:latin typeface="Pretendard" pitchFamily="34" charset="0"/>
                          <a:ea typeface="Pretendard" pitchFamily="34" charset="-122"/>
                          <a:cs typeface="Pretendard" pitchFamily="34" charset="-120"/>
                        </a:rPr>
                        <a:t>기준</a:t>
                      </a:r>
                      <a:endParaRPr lang="en-US" sz="1400" dirty="0">
                        <a:latin typeface="Pretendard" charset="0"/>
                        <a:ea typeface="Pretendard" charset="0"/>
                        <a:cs typeface="Pretendard" charset="0"/>
                      </a:endParaRPr>
                    </a:p>
                  </a:txBody>
                  <a:tcPr marL="73152" marR="73152" marT="18288" marB="18288" anchor="ctr">
                    <a:lnL w="12700" cap="flat" cmpd="sng" algn="ctr">
                      <a:solidFill>
                        <a:srgbClr val="EDF0F6"/>
                      </a:solidFill>
                      <a:prstDash val="solid"/>
                      <a:round/>
                      <a:headEnd type="none" w="med" len="med"/>
                      <a:tailEnd type="none" w="med" len="med"/>
                    </a:lnL>
                    <a:lnR w="12700" cap="flat" cmpd="sng" algn="ctr">
                      <a:solidFill>
                        <a:srgbClr val="EDF0F6"/>
                      </a:solidFill>
                      <a:prstDash val="solid"/>
                      <a:round/>
                      <a:headEnd type="none" w="med" len="med"/>
                      <a:tailEnd type="none" w="med" len="med"/>
                    </a:lnR>
                    <a:lnT w="12700" cap="flat" cmpd="sng" algn="ctr">
                      <a:solidFill>
                        <a:srgbClr val="EDF0F6"/>
                      </a:solidFill>
                      <a:prstDash val="solid"/>
                      <a:round/>
                      <a:headEnd type="none" w="med" len="med"/>
                      <a:tailEnd type="none" w="med" len="med"/>
                    </a:lnT>
                    <a:lnB w="12700" cap="flat" cmpd="sng" algn="ctr">
                      <a:solidFill>
                        <a:srgbClr val="EDF0F6"/>
                      </a:solidFill>
                      <a:prstDash val="solid"/>
                      <a:round/>
                      <a:headEnd type="none" w="med" len="med"/>
                      <a:tailEnd type="none" w="med" len="med"/>
                    </a:lnB>
                    <a:solidFill>
                      <a:srgbClr val="E2EEF9"/>
                    </a:solidFill>
                  </a:tcPr>
                </a:tc>
                <a:tc>
                  <a:txBody>
                    <a:bodyPr/>
                    <a:lstStyle/>
                    <a:p>
                      <a:pPr indent="0" marL="0">
                        <a:buNone/>
                      </a:pPr>
                      <a:r>
                        <a:rPr lang="en-US" sz="1400" b="1" dirty="0">
                          <a:solidFill>
                            <a:srgbClr val="1E2A5C"/>
                          </a:solidFill>
                          <a:latin typeface="Pretendard" pitchFamily="34" charset="0"/>
                          <a:ea typeface="Pretendard" pitchFamily="34" charset="-122"/>
                          <a:cs typeface="Pretendard" pitchFamily="34" charset="-120"/>
                        </a:rPr>
                        <a:t>판정 역할</a:t>
                      </a:r>
                      <a:endParaRPr lang="en-US" sz="1400" dirty="0">
                        <a:latin typeface="Pretendard" charset="0"/>
                        <a:ea typeface="Pretendard" charset="0"/>
                        <a:cs typeface="Pretendard" charset="0"/>
                      </a:endParaRPr>
                    </a:p>
                  </a:txBody>
                  <a:tcPr marL="73152" marR="73152" marT="18288" marB="18288" anchor="ctr">
                    <a:lnL w="12700" cap="flat" cmpd="sng" algn="ctr">
                      <a:solidFill>
                        <a:srgbClr val="EDF0F6"/>
                      </a:solidFill>
                      <a:prstDash val="solid"/>
                      <a:round/>
                      <a:headEnd type="none" w="med" len="med"/>
                      <a:tailEnd type="none" w="med" len="med"/>
                    </a:lnL>
                    <a:lnR w="12700" cap="flat" cmpd="sng" algn="ctr">
                      <a:solidFill>
                        <a:srgbClr val="EDF0F6"/>
                      </a:solidFill>
                      <a:prstDash val="solid"/>
                      <a:round/>
                      <a:headEnd type="none" w="med" len="med"/>
                      <a:tailEnd type="none" w="med" len="med"/>
                    </a:lnR>
                    <a:lnT w="12700" cap="flat" cmpd="sng" algn="ctr">
                      <a:solidFill>
                        <a:srgbClr val="EDF0F6"/>
                      </a:solidFill>
                      <a:prstDash val="solid"/>
                      <a:round/>
                      <a:headEnd type="none" w="med" len="med"/>
                      <a:tailEnd type="none" w="med" len="med"/>
                    </a:lnT>
                    <a:lnB w="12700" cap="flat" cmpd="sng" algn="ctr">
                      <a:solidFill>
                        <a:srgbClr val="EDF0F6"/>
                      </a:solidFill>
                      <a:prstDash val="solid"/>
                      <a:round/>
                      <a:headEnd type="none" w="med" len="med"/>
                      <a:tailEnd type="none" w="med" len="med"/>
                    </a:lnB>
                    <a:solidFill>
                      <a:srgbClr val="E2EEF9"/>
                    </a:solidFill>
                  </a:tcPr>
                </a:tc>
              </a:tr>
              <a:tr h="457200">
                <a:tc>
                  <a:txBody>
                    <a:bodyPr/>
                    <a:lstStyle/>
                    <a:p>
                      <a:pPr indent="0" marL="0">
                        <a:buNone/>
                      </a:pPr>
                      <a:r>
                        <a:rPr lang="en-US" sz="1400" b="1" dirty="0">
                          <a:solidFill>
                            <a:srgbClr val="1E2A5C"/>
                          </a:solidFill>
                          <a:latin typeface="Pretendard" pitchFamily="34" charset="0"/>
                          <a:ea typeface="Pretendard" pitchFamily="34" charset="-122"/>
                          <a:cs typeface="Pretendard" pitchFamily="34" charset="-120"/>
                        </a:rPr>
                        <a:t>관련도(Vector)</a:t>
                      </a:r>
                      <a:endParaRPr lang="en-US" sz="1400" dirty="0">
                        <a:latin typeface="Pretendard" charset="0"/>
                        <a:ea typeface="Pretendard" charset="0"/>
                        <a:cs typeface="Pretendard" charset="0"/>
                      </a:endParaRPr>
                    </a:p>
                  </a:txBody>
                  <a:tcPr marL="73152" marR="73152" marT="18288" marB="18288" anchor="ctr">
                    <a:lnL w="12700" cap="flat" cmpd="sng" algn="ctr">
                      <a:solidFill>
                        <a:srgbClr val="EDF0F6"/>
                      </a:solidFill>
                      <a:prstDash val="solid"/>
                      <a:round/>
                      <a:headEnd type="none" w="med" len="med"/>
                      <a:tailEnd type="none" w="med" len="med"/>
                    </a:lnL>
                    <a:lnR w="12700" cap="flat" cmpd="sng" algn="ctr">
                      <a:solidFill>
                        <a:srgbClr val="EDF0F6"/>
                      </a:solidFill>
                      <a:prstDash val="solid"/>
                      <a:round/>
                      <a:headEnd type="none" w="med" len="med"/>
                      <a:tailEnd type="none" w="med" len="med"/>
                    </a:lnR>
                    <a:lnT w="12700" cap="flat" cmpd="sng" algn="ctr">
                      <a:solidFill>
                        <a:srgbClr val="EDF0F6"/>
                      </a:solidFill>
                      <a:prstDash val="solid"/>
                      <a:round/>
                      <a:headEnd type="none" w="med" len="med"/>
                      <a:tailEnd type="none" w="med" len="med"/>
                    </a:lnT>
                    <a:lnB w="12700" cap="flat" cmpd="sng" algn="ctr">
                      <a:solidFill>
                        <a:srgbClr val="EDF0F6"/>
                      </a:solidFill>
                      <a:prstDash val="solid"/>
                      <a:round/>
                      <a:headEnd type="none" w="med" len="med"/>
                      <a:tailEnd type="none" w="med" len="med"/>
                    </a:lnB>
                    <a:solidFill>
                      <a:srgbClr val="EEF3FA"/>
                    </a:solidFill>
                  </a:tcPr>
                </a:tc>
                <a:tc>
                  <a:txBody>
                    <a:bodyPr/>
                    <a:lstStyle/>
                    <a:p>
                      <a:pPr indent="0" marL="0">
                        <a:buNone/>
                      </a:pPr>
                      <a:r>
                        <a:rPr lang="en-US" sz="1400" dirty="0">
                          <a:solidFill>
                            <a:srgbClr val="3B4557"/>
                          </a:solidFill>
                          <a:latin typeface="Pretendard" pitchFamily="34" charset="0"/>
                          <a:ea typeface="Pretendard" pitchFamily="34" charset="-122"/>
                          <a:cs typeface="Pretendard" pitchFamily="34" charset="-120"/>
                        </a:rPr>
                        <a:t>연속 점수</a:t>
                      </a:r>
                      <a:endParaRPr lang="en-US" sz="1400" dirty="0">
                        <a:latin typeface="Pretendard" charset="0"/>
                        <a:ea typeface="Pretendard" charset="0"/>
                        <a:cs typeface="Pretendard" charset="0"/>
                      </a:endParaRPr>
                    </a:p>
                  </a:txBody>
                  <a:tcPr marL="73152" marR="73152" marT="18288" marB="18288" anchor="ctr">
                    <a:lnL w="12700" cap="flat" cmpd="sng" algn="ctr">
                      <a:solidFill>
                        <a:srgbClr val="EDF0F6"/>
                      </a:solidFill>
                      <a:prstDash val="solid"/>
                      <a:round/>
                      <a:headEnd type="none" w="med" len="med"/>
                      <a:tailEnd type="none" w="med" len="med"/>
                    </a:lnL>
                    <a:lnR w="12700" cap="flat" cmpd="sng" algn="ctr">
                      <a:solidFill>
                        <a:srgbClr val="EDF0F6"/>
                      </a:solidFill>
                      <a:prstDash val="solid"/>
                      <a:round/>
                      <a:headEnd type="none" w="med" len="med"/>
                      <a:tailEnd type="none" w="med" len="med"/>
                    </a:lnR>
                    <a:lnT w="12700" cap="flat" cmpd="sng" algn="ctr">
                      <a:solidFill>
                        <a:srgbClr val="EDF0F6"/>
                      </a:solidFill>
                      <a:prstDash val="solid"/>
                      <a:round/>
                      <a:headEnd type="none" w="med" len="med"/>
                      <a:tailEnd type="none" w="med" len="med"/>
                    </a:lnT>
                    <a:lnB w="12700" cap="flat" cmpd="sng" algn="ctr">
                      <a:solidFill>
                        <a:srgbClr val="EDF0F6"/>
                      </a:solidFill>
                      <a:prstDash val="solid"/>
                      <a:round/>
                      <a:headEnd type="none" w="med" len="med"/>
                      <a:tailEnd type="none" w="med" len="med"/>
                    </a:lnB>
                    <a:solidFill>
                      <a:srgbClr val="EEF3FA"/>
                    </a:solidFill>
                  </a:tcPr>
                </a:tc>
                <a:tc>
                  <a:txBody>
                    <a:bodyPr/>
                    <a:lstStyle/>
                    <a:p>
                      <a:pPr indent="0" marL="0">
                        <a:buNone/>
                      </a:pPr>
                      <a:r>
                        <a:rPr lang="en-US" sz="1400" b="1" dirty="0">
                          <a:solidFill>
                            <a:srgbClr val="1E2A5C"/>
                          </a:solidFill>
                          <a:latin typeface="Pretendard" pitchFamily="34" charset="0"/>
                          <a:ea typeface="Pretendard" pitchFamily="34" charset="-122"/>
                          <a:cs typeface="Pretendard" pitchFamily="34" charset="-120"/>
                        </a:rPr>
                        <a:t>상한 + 하한</a:t>
                      </a:r>
                      <a:endParaRPr lang="en-US" sz="1400" dirty="0">
                        <a:latin typeface="Pretendard" charset="0"/>
                        <a:ea typeface="Pretendard" charset="0"/>
                        <a:cs typeface="Pretendard" charset="0"/>
                      </a:endParaRPr>
                    </a:p>
                  </a:txBody>
                  <a:tcPr marL="73152" marR="73152" marT="18288" marB="18288" anchor="ctr">
                    <a:lnL w="12700" cap="flat" cmpd="sng" algn="ctr">
                      <a:solidFill>
                        <a:srgbClr val="EDF0F6"/>
                      </a:solidFill>
                      <a:prstDash val="solid"/>
                      <a:round/>
                      <a:headEnd type="none" w="med" len="med"/>
                      <a:tailEnd type="none" w="med" len="med"/>
                    </a:lnL>
                    <a:lnR w="12700" cap="flat" cmpd="sng" algn="ctr">
                      <a:solidFill>
                        <a:srgbClr val="EDF0F6"/>
                      </a:solidFill>
                      <a:prstDash val="solid"/>
                      <a:round/>
                      <a:headEnd type="none" w="med" len="med"/>
                      <a:tailEnd type="none" w="med" len="med"/>
                    </a:lnR>
                    <a:lnT w="12700" cap="flat" cmpd="sng" algn="ctr">
                      <a:solidFill>
                        <a:srgbClr val="EDF0F6"/>
                      </a:solidFill>
                      <a:prstDash val="solid"/>
                      <a:round/>
                      <a:headEnd type="none" w="med" len="med"/>
                      <a:tailEnd type="none" w="med" len="med"/>
                    </a:lnT>
                    <a:lnB w="12700" cap="flat" cmpd="sng" algn="ctr">
                      <a:solidFill>
                        <a:srgbClr val="EDF0F6"/>
                      </a:solidFill>
                      <a:prstDash val="solid"/>
                      <a:round/>
                      <a:headEnd type="none" w="med" len="med"/>
                      <a:tailEnd type="none" w="med" len="med"/>
                    </a:lnB>
                    <a:solidFill>
                      <a:srgbClr val="EEF3FA"/>
                    </a:solidFill>
                  </a:tcPr>
                </a:tc>
                <a:tc>
                  <a:txBody>
                    <a:bodyPr/>
                    <a:lstStyle/>
                    <a:p>
                      <a:pPr indent="0" marL="0">
                        <a:buNone/>
                      </a:pPr>
                      <a:r>
                        <a:rPr lang="en-US" sz="1400" dirty="0">
                          <a:solidFill>
                            <a:srgbClr val="3B4557"/>
                          </a:solidFill>
                          <a:latin typeface="Pretendard" pitchFamily="34" charset="0"/>
                          <a:ea typeface="Pretendard" pitchFamily="34" charset="-122"/>
                          <a:cs typeface="Pretendard" pitchFamily="34" charset="-120"/>
                        </a:rPr>
                        <a:t>3구간 분할</a:t>
                      </a:r>
                      <a:endParaRPr lang="en-US" sz="1400" dirty="0">
                        <a:latin typeface="Pretendard" charset="0"/>
                        <a:ea typeface="Pretendard" charset="0"/>
                        <a:cs typeface="Pretendard" charset="0"/>
                      </a:endParaRPr>
                    </a:p>
                  </a:txBody>
                  <a:tcPr marL="73152" marR="73152" marT="18288" marB="18288" anchor="ctr">
                    <a:lnL w="12700" cap="flat" cmpd="sng" algn="ctr">
                      <a:solidFill>
                        <a:srgbClr val="EDF0F6"/>
                      </a:solidFill>
                      <a:prstDash val="solid"/>
                      <a:round/>
                      <a:headEnd type="none" w="med" len="med"/>
                      <a:tailEnd type="none" w="med" len="med"/>
                    </a:lnL>
                    <a:lnR w="12700" cap="flat" cmpd="sng" algn="ctr">
                      <a:solidFill>
                        <a:srgbClr val="EDF0F6"/>
                      </a:solidFill>
                      <a:prstDash val="solid"/>
                      <a:round/>
                      <a:headEnd type="none" w="med" len="med"/>
                      <a:tailEnd type="none" w="med" len="med"/>
                    </a:lnR>
                    <a:lnT w="12700" cap="flat" cmpd="sng" algn="ctr">
                      <a:solidFill>
                        <a:srgbClr val="EDF0F6"/>
                      </a:solidFill>
                      <a:prstDash val="solid"/>
                      <a:round/>
                      <a:headEnd type="none" w="med" len="med"/>
                      <a:tailEnd type="none" w="med" len="med"/>
                    </a:lnT>
                    <a:lnB w="12700" cap="flat" cmpd="sng" algn="ctr">
                      <a:solidFill>
                        <a:srgbClr val="EDF0F6"/>
                      </a:solidFill>
                      <a:prstDash val="solid"/>
                      <a:round/>
                      <a:headEnd type="none" w="med" len="med"/>
                      <a:tailEnd type="none" w="med" len="med"/>
                    </a:lnB>
                    <a:solidFill>
                      <a:srgbClr val="EEF3FA"/>
                    </a:solidFill>
                  </a:tcPr>
                </a:tc>
              </a:tr>
              <a:tr h="457200">
                <a:tc>
                  <a:txBody>
                    <a:bodyPr/>
                    <a:lstStyle/>
                    <a:p>
                      <a:pPr indent="0" marL="0">
                        <a:buNone/>
                      </a:pPr>
                      <a:r>
                        <a:rPr lang="en-US" sz="1400" b="1" dirty="0">
                          <a:solidFill>
                            <a:srgbClr val="1E2A5C"/>
                          </a:solidFill>
                          <a:latin typeface="Pretendard" pitchFamily="34" charset="0"/>
                          <a:ea typeface="Pretendard" pitchFamily="34" charset="-122"/>
                          <a:cs typeface="Pretendard" pitchFamily="34" charset="-120"/>
                        </a:rPr>
                        <a:t>Rerank</a:t>
                      </a:r>
                      <a:endParaRPr lang="en-US" sz="1400" dirty="0">
                        <a:latin typeface="Pretendard" charset="0"/>
                        <a:ea typeface="Pretendard" charset="0"/>
                        <a:cs typeface="Pretendard" charset="0"/>
                      </a:endParaRPr>
                    </a:p>
                  </a:txBody>
                  <a:tcPr marL="73152" marR="73152" marT="18288" marB="18288" anchor="ctr">
                    <a:lnL w="12700" cap="flat" cmpd="sng" algn="ctr">
                      <a:solidFill>
                        <a:srgbClr val="EDF0F6"/>
                      </a:solidFill>
                      <a:prstDash val="solid"/>
                      <a:round/>
                      <a:headEnd type="none" w="med" len="med"/>
                      <a:tailEnd type="none" w="med" len="med"/>
                    </a:lnL>
                    <a:lnR w="12700" cap="flat" cmpd="sng" algn="ctr">
                      <a:solidFill>
                        <a:srgbClr val="EDF0F6"/>
                      </a:solidFill>
                      <a:prstDash val="solid"/>
                      <a:round/>
                      <a:headEnd type="none" w="med" len="med"/>
                      <a:tailEnd type="none" w="med" len="med"/>
                    </a:lnR>
                    <a:lnT w="12700" cap="flat" cmpd="sng" algn="ctr">
                      <a:solidFill>
                        <a:srgbClr val="EDF0F6"/>
                      </a:solidFill>
                      <a:prstDash val="solid"/>
                      <a:round/>
                      <a:headEnd type="none" w="med" len="med"/>
                      <a:tailEnd type="none" w="med" len="med"/>
                    </a:lnT>
                    <a:lnB w="12700" cap="flat" cmpd="sng" algn="ctr">
                      <a:solidFill>
                        <a:srgbClr val="EDF0F6"/>
                      </a:solidFill>
                      <a:prstDash val="solid"/>
                      <a:round/>
                      <a:headEnd type="none" w="med" len="med"/>
                      <a:tailEnd type="none" w="med" len="med"/>
                    </a:lnB>
                    <a:solidFill>
                      <a:srgbClr val="EEF3FA"/>
                    </a:solidFill>
                  </a:tcPr>
                </a:tc>
                <a:tc>
                  <a:txBody>
                    <a:bodyPr/>
                    <a:lstStyle/>
                    <a:p>
                      <a:pPr indent="0" marL="0">
                        <a:buNone/>
                      </a:pPr>
                      <a:r>
                        <a:rPr lang="en-US" sz="1400" dirty="0">
                          <a:solidFill>
                            <a:srgbClr val="3B4557"/>
                          </a:solidFill>
                          <a:latin typeface="Pretendard" pitchFamily="34" charset="0"/>
                          <a:ea typeface="Pretendard" pitchFamily="34" charset="-122"/>
                          <a:cs typeface="Pretendard" pitchFamily="34" charset="-120"/>
                        </a:rPr>
                        <a:t>연속 점수(다른 눈금)</a:t>
                      </a:r>
                      <a:endParaRPr lang="en-US" sz="1400" dirty="0">
                        <a:latin typeface="Pretendard" charset="0"/>
                        <a:ea typeface="Pretendard" charset="0"/>
                        <a:cs typeface="Pretendard" charset="0"/>
                      </a:endParaRPr>
                    </a:p>
                  </a:txBody>
                  <a:tcPr marL="73152" marR="73152" marT="18288" marB="18288" anchor="ctr">
                    <a:lnL w="12700" cap="flat" cmpd="sng" algn="ctr">
                      <a:solidFill>
                        <a:srgbClr val="EDF0F6"/>
                      </a:solidFill>
                      <a:prstDash val="solid"/>
                      <a:round/>
                      <a:headEnd type="none" w="med" len="med"/>
                      <a:tailEnd type="none" w="med" len="med"/>
                    </a:lnL>
                    <a:lnR w="12700" cap="flat" cmpd="sng" algn="ctr">
                      <a:solidFill>
                        <a:srgbClr val="EDF0F6"/>
                      </a:solidFill>
                      <a:prstDash val="solid"/>
                      <a:round/>
                      <a:headEnd type="none" w="med" len="med"/>
                      <a:tailEnd type="none" w="med" len="med"/>
                    </a:lnR>
                    <a:lnT w="12700" cap="flat" cmpd="sng" algn="ctr">
                      <a:solidFill>
                        <a:srgbClr val="EDF0F6"/>
                      </a:solidFill>
                      <a:prstDash val="solid"/>
                      <a:round/>
                      <a:headEnd type="none" w="med" len="med"/>
                      <a:tailEnd type="none" w="med" len="med"/>
                    </a:lnT>
                    <a:lnB w="12700" cap="flat" cmpd="sng" algn="ctr">
                      <a:solidFill>
                        <a:srgbClr val="EDF0F6"/>
                      </a:solidFill>
                      <a:prstDash val="solid"/>
                      <a:round/>
                      <a:headEnd type="none" w="med" len="med"/>
                      <a:tailEnd type="none" w="med" len="med"/>
                    </a:lnB>
                    <a:solidFill>
                      <a:srgbClr val="EEF3FA"/>
                    </a:solidFill>
                  </a:tcPr>
                </a:tc>
                <a:tc>
                  <a:txBody>
                    <a:bodyPr/>
                    <a:lstStyle/>
                    <a:p>
                      <a:pPr indent="0" marL="0">
                        <a:buNone/>
                      </a:pPr>
                      <a:r>
                        <a:rPr lang="en-US" sz="1400" b="1" dirty="0">
                          <a:solidFill>
                            <a:srgbClr val="1E2A5C"/>
                          </a:solidFill>
                          <a:latin typeface="Pretendard" pitchFamily="34" charset="0"/>
                          <a:ea typeface="Pretendard" pitchFamily="34" charset="-122"/>
                          <a:cs typeface="Pretendard" pitchFamily="34" charset="-120"/>
                        </a:rPr>
                        <a:t>상한 + 하한(별도)</a:t>
                      </a:r>
                      <a:endParaRPr lang="en-US" sz="1400" dirty="0">
                        <a:latin typeface="Pretendard" charset="0"/>
                        <a:ea typeface="Pretendard" charset="0"/>
                        <a:cs typeface="Pretendard" charset="0"/>
                      </a:endParaRPr>
                    </a:p>
                  </a:txBody>
                  <a:tcPr marL="73152" marR="73152" marT="18288" marB="18288" anchor="ctr">
                    <a:lnL w="12700" cap="flat" cmpd="sng" algn="ctr">
                      <a:solidFill>
                        <a:srgbClr val="EDF0F6"/>
                      </a:solidFill>
                      <a:prstDash val="solid"/>
                      <a:round/>
                      <a:headEnd type="none" w="med" len="med"/>
                      <a:tailEnd type="none" w="med" len="med"/>
                    </a:lnL>
                    <a:lnR w="12700" cap="flat" cmpd="sng" algn="ctr">
                      <a:solidFill>
                        <a:srgbClr val="EDF0F6"/>
                      </a:solidFill>
                      <a:prstDash val="solid"/>
                      <a:round/>
                      <a:headEnd type="none" w="med" len="med"/>
                      <a:tailEnd type="none" w="med" len="med"/>
                    </a:lnR>
                    <a:lnT w="12700" cap="flat" cmpd="sng" algn="ctr">
                      <a:solidFill>
                        <a:srgbClr val="EDF0F6"/>
                      </a:solidFill>
                      <a:prstDash val="solid"/>
                      <a:round/>
                      <a:headEnd type="none" w="med" len="med"/>
                      <a:tailEnd type="none" w="med" len="med"/>
                    </a:lnT>
                    <a:lnB w="12700" cap="flat" cmpd="sng" algn="ctr">
                      <a:solidFill>
                        <a:srgbClr val="EDF0F6"/>
                      </a:solidFill>
                      <a:prstDash val="solid"/>
                      <a:round/>
                      <a:headEnd type="none" w="med" len="med"/>
                      <a:tailEnd type="none" w="med" len="med"/>
                    </a:lnB>
                    <a:solidFill>
                      <a:srgbClr val="EEF3FA"/>
                    </a:solidFill>
                  </a:tcPr>
                </a:tc>
                <a:tc>
                  <a:txBody>
                    <a:bodyPr/>
                    <a:lstStyle/>
                    <a:p>
                      <a:pPr indent="0" marL="0">
                        <a:buNone/>
                      </a:pPr>
                      <a:r>
                        <a:rPr lang="en-US" sz="1400" dirty="0">
                          <a:solidFill>
                            <a:srgbClr val="3B4557"/>
                          </a:solidFill>
                          <a:latin typeface="Pretendard" pitchFamily="34" charset="0"/>
                          <a:ea typeface="Pretendard" pitchFamily="34" charset="-122"/>
                          <a:cs typeface="Pretendard" pitchFamily="34" charset="-120"/>
                        </a:rPr>
                        <a:t>rerank 모드 3구간</a:t>
                      </a:r>
                      <a:endParaRPr lang="en-US" sz="1400" dirty="0">
                        <a:latin typeface="Pretendard" charset="0"/>
                        <a:ea typeface="Pretendard" charset="0"/>
                        <a:cs typeface="Pretendard" charset="0"/>
                      </a:endParaRPr>
                    </a:p>
                  </a:txBody>
                  <a:tcPr marL="73152" marR="73152" marT="18288" marB="18288" anchor="ctr">
                    <a:lnL w="12700" cap="flat" cmpd="sng" algn="ctr">
                      <a:solidFill>
                        <a:srgbClr val="EDF0F6"/>
                      </a:solidFill>
                      <a:prstDash val="solid"/>
                      <a:round/>
                      <a:headEnd type="none" w="med" len="med"/>
                      <a:tailEnd type="none" w="med" len="med"/>
                    </a:lnL>
                    <a:lnR w="12700" cap="flat" cmpd="sng" algn="ctr">
                      <a:solidFill>
                        <a:srgbClr val="EDF0F6"/>
                      </a:solidFill>
                      <a:prstDash val="solid"/>
                      <a:round/>
                      <a:headEnd type="none" w="med" len="med"/>
                      <a:tailEnd type="none" w="med" len="med"/>
                    </a:lnR>
                    <a:lnT w="12700" cap="flat" cmpd="sng" algn="ctr">
                      <a:solidFill>
                        <a:srgbClr val="EDF0F6"/>
                      </a:solidFill>
                      <a:prstDash val="solid"/>
                      <a:round/>
                      <a:headEnd type="none" w="med" len="med"/>
                      <a:tailEnd type="none" w="med" len="med"/>
                    </a:lnT>
                    <a:lnB w="12700" cap="flat" cmpd="sng" algn="ctr">
                      <a:solidFill>
                        <a:srgbClr val="EDF0F6"/>
                      </a:solidFill>
                      <a:prstDash val="solid"/>
                      <a:round/>
                      <a:headEnd type="none" w="med" len="med"/>
                      <a:tailEnd type="none" w="med" len="med"/>
                    </a:lnB>
                    <a:solidFill>
                      <a:srgbClr val="EEF3FA"/>
                    </a:solidFill>
                  </a:tcPr>
                </a:tc>
              </a:tr>
              <a:tr h="457200">
                <a:tc>
                  <a:txBody>
                    <a:bodyPr/>
                    <a:lstStyle/>
                    <a:p>
                      <a:pPr indent="0" marL="0">
                        <a:buNone/>
                      </a:pPr>
                      <a:r>
                        <a:rPr lang="en-US" sz="1400" b="1" dirty="0">
                          <a:solidFill>
                            <a:srgbClr val="1E2A5C"/>
                          </a:solidFill>
                          <a:latin typeface="Pretendard" pitchFamily="34" charset="0"/>
                          <a:ea typeface="Pretendard" pitchFamily="34" charset="-122"/>
                          <a:cs typeface="Pretendard" pitchFamily="34" charset="-120"/>
                        </a:rPr>
                        <a:t>점수 격차</a:t>
                      </a:r>
                      <a:endParaRPr lang="en-US" sz="1400" dirty="0">
                        <a:latin typeface="Pretendard" charset="0"/>
                        <a:ea typeface="Pretendard" charset="0"/>
                        <a:cs typeface="Pretendard" charset="0"/>
                      </a:endParaRPr>
                    </a:p>
                  </a:txBody>
                  <a:tcPr marL="73152" marR="73152" marT="18288" marB="18288" anchor="ctr">
                    <a:lnL w="12700" cap="flat" cmpd="sng" algn="ctr">
                      <a:solidFill>
                        <a:srgbClr val="EDF0F6"/>
                      </a:solidFill>
                      <a:prstDash val="solid"/>
                      <a:round/>
                      <a:headEnd type="none" w="med" len="med"/>
                      <a:tailEnd type="none" w="med" len="med"/>
                    </a:lnL>
                    <a:lnR w="12700" cap="flat" cmpd="sng" algn="ctr">
                      <a:solidFill>
                        <a:srgbClr val="EDF0F6"/>
                      </a:solidFill>
                      <a:prstDash val="solid"/>
                      <a:round/>
                      <a:headEnd type="none" w="med" len="med"/>
                      <a:tailEnd type="none" w="med" len="med"/>
                    </a:lnR>
                    <a:lnT w="12700" cap="flat" cmpd="sng" algn="ctr">
                      <a:solidFill>
                        <a:srgbClr val="EDF0F6"/>
                      </a:solidFill>
                      <a:prstDash val="solid"/>
                      <a:round/>
                      <a:headEnd type="none" w="med" len="med"/>
                      <a:tailEnd type="none" w="med" len="med"/>
                    </a:lnT>
                    <a:lnB w="12700" cap="flat" cmpd="sng" algn="ctr">
                      <a:solidFill>
                        <a:srgbClr val="EDF0F6"/>
                      </a:solidFill>
                      <a:prstDash val="solid"/>
                      <a:round/>
                      <a:headEnd type="none" w="med" len="med"/>
                      <a:tailEnd type="none" w="med" len="med"/>
                    </a:lnB>
                    <a:solidFill>
                      <a:srgbClr val="FFFFFF"/>
                    </a:solidFill>
                  </a:tcPr>
                </a:tc>
                <a:tc>
                  <a:txBody>
                    <a:bodyPr/>
                    <a:lstStyle/>
                    <a:p>
                      <a:pPr indent="0" marL="0">
                        <a:buNone/>
                      </a:pPr>
                      <a:r>
                        <a:rPr lang="en-US" sz="1400" dirty="0">
                          <a:solidFill>
                            <a:srgbClr val="3B4557"/>
                          </a:solidFill>
                          <a:latin typeface="Pretendard" pitchFamily="34" charset="0"/>
                          <a:ea typeface="Pretendard" pitchFamily="34" charset="-122"/>
                          <a:cs typeface="Pretendard" pitchFamily="34" charset="-120"/>
                        </a:rPr>
                        <a:t>1위 − 2위</a:t>
                      </a:r>
                      <a:endParaRPr lang="en-US" sz="1400" dirty="0">
                        <a:latin typeface="Pretendard" charset="0"/>
                        <a:ea typeface="Pretendard" charset="0"/>
                        <a:cs typeface="Pretendard" charset="0"/>
                      </a:endParaRPr>
                    </a:p>
                  </a:txBody>
                  <a:tcPr marL="73152" marR="73152" marT="18288" marB="18288" anchor="ctr">
                    <a:lnL w="12700" cap="flat" cmpd="sng" algn="ctr">
                      <a:solidFill>
                        <a:srgbClr val="EDF0F6"/>
                      </a:solidFill>
                      <a:prstDash val="solid"/>
                      <a:round/>
                      <a:headEnd type="none" w="med" len="med"/>
                      <a:tailEnd type="none" w="med" len="med"/>
                    </a:lnL>
                    <a:lnR w="12700" cap="flat" cmpd="sng" algn="ctr">
                      <a:solidFill>
                        <a:srgbClr val="EDF0F6"/>
                      </a:solidFill>
                      <a:prstDash val="solid"/>
                      <a:round/>
                      <a:headEnd type="none" w="med" len="med"/>
                      <a:tailEnd type="none" w="med" len="med"/>
                    </a:lnR>
                    <a:lnT w="12700" cap="flat" cmpd="sng" algn="ctr">
                      <a:solidFill>
                        <a:srgbClr val="EDF0F6"/>
                      </a:solidFill>
                      <a:prstDash val="solid"/>
                      <a:round/>
                      <a:headEnd type="none" w="med" len="med"/>
                      <a:tailEnd type="none" w="med" len="med"/>
                    </a:lnT>
                    <a:lnB w="12700" cap="flat" cmpd="sng" algn="ctr">
                      <a:solidFill>
                        <a:srgbClr val="EDF0F6"/>
                      </a:solidFill>
                      <a:prstDash val="solid"/>
                      <a:round/>
                      <a:headEnd type="none" w="med" len="med"/>
                      <a:tailEnd type="none" w="med" len="med"/>
                    </a:lnB>
                    <a:solidFill>
                      <a:srgbClr val="FFFFFF"/>
                    </a:solidFill>
                  </a:tcPr>
                </a:tc>
                <a:tc>
                  <a:txBody>
                    <a:bodyPr/>
                    <a:lstStyle/>
                    <a:p>
                      <a:pPr indent="0" marL="0">
                        <a:buNone/>
                      </a:pPr>
                      <a:r>
                        <a:rPr lang="en-US" sz="1400" dirty="0">
                          <a:solidFill>
                            <a:srgbClr val="3B4557"/>
                          </a:solidFill>
                          <a:latin typeface="Pretendard" pitchFamily="34" charset="0"/>
                          <a:ea typeface="Pretendard" pitchFamily="34" charset="-122"/>
                          <a:cs typeface="Pretendard" pitchFamily="34" charset="-120"/>
                        </a:rPr>
                        <a:t>최소 격차</a:t>
                      </a:r>
                      <a:endParaRPr lang="en-US" sz="1400" dirty="0">
                        <a:latin typeface="Pretendard" charset="0"/>
                        <a:ea typeface="Pretendard" charset="0"/>
                        <a:cs typeface="Pretendard" charset="0"/>
                      </a:endParaRPr>
                    </a:p>
                  </a:txBody>
                  <a:tcPr marL="73152" marR="73152" marT="18288" marB="18288" anchor="ctr">
                    <a:lnL w="12700" cap="flat" cmpd="sng" algn="ctr">
                      <a:solidFill>
                        <a:srgbClr val="EDF0F6"/>
                      </a:solidFill>
                      <a:prstDash val="solid"/>
                      <a:round/>
                      <a:headEnd type="none" w="med" len="med"/>
                      <a:tailEnd type="none" w="med" len="med"/>
                    </a:lnL>
                    <a:lnR w="12700" cap="flat" cmpd="sng" algn="ctr">
                      <a:solidFill>
                        <a:srgbClr val="EDF0F6"/>
                      </a:solidFill>
                      <a:prstDash val="solid"/>
                      <a:round/>
                      <a:headEnd type="none" w="med" len="med"/>
                      <a:tailEnd type="none" w="med" len="med"/>
                    </a:lnR>
                    <a:lnT w="12700" cap="flat" cmpd="sng" algn="ctr">
                      <a:solidFill>
                        <a:srgbClr val="EDF0F6"/>
                      </a:solidFill>
                      <a:prstDash val="solid"/>
                      <a:round/>
                      <a:headEnd type="none" w="med" len="med"/>
                      <a:tailEnd type="none" w="med" len="med"/>
                    </a:lnT>
                    <a:lnB w="12700" cap="flat" cmpd="sng" algn="ctr">
                      <a:solidFill>
                        <a:srgbClr val="EDF0F6"/>
                      </a:solidFill>
                      <a:prstDash val="solid"/>
                      <a:round/>
                      <a:headEnd type="none" w="med" len="med"/>
                      <a:tailEnd type="none" w="med" len="med"/>
                    </a:lnB>
                    <a:solidFill>
                      <a:srgbClr val="FFFFFF"/>
                    </a:solidFill>
                  </a:tcPr>
                </a:tc>
                <a:tc>
                  <a:txBody>
                    <a:bodyPr/>
                    <a:lstStyle/>
                    <a:p>
                      <a:pPr indent="0" marL="0">
                        <a:buNone/>
                      </a:pPr>
                      <a:r>
                        <a:rPr lang="en-US" sz="1400" dirty="0">
                          <a:solidFill>
                            <a:srgbClr val="3B4557"/>
                          </a:solidFill>
                          <a:latin typeface="Pretendard" pitchFamily="34" charset="0"/>
                          <a:ea typeface="Pretendard" pitchFamily="34" charset="-122"/>
                          <a:cs typeface="Pretendard" pitchFamily="34" charset="-120"/>
                        </a:rPr>
                        <a:t>미달 시 애매 강등</a:t>
                      </a:r>
                      <a:endParaRPr lang="en-US" sz="1400" dirty="0">
                        <a:latin typeface="Pretendard" charset="0"/>
                        <a:ea typeface="Pretendard" charset="0"/>
                        <a:cs typeface="Pretendard" charset="0"/>
                      </a:endParaRPr>
                    </a:p>
                  </a:txBody>
                  <a:tcPr marL="73152" marR="73152" marT="18288" marB="18288" anchor="ctr">
                    <a:lnL w="12700" cap="flat" cmpd="sng" algn="ctr">
                      <a:solidFill>
                        <a:srgbClr val="EDF0F6"/>
                      </a:solidFill>
                      <a:prstDash val="solid"/>
                      <a:round/>
                      <a:headEnd type="none" w="med" len="med"/>
                      <a:tailEnd type="none" w="med" len="med"/>
                    </a:lnL>
                    <a:lnR w="12700" cap="flat" cmpd="sng" algn="ctr">
                      <a:solidFill>
                        <a:srgbClr val="EDF0F6"/>
                      </a:solidFill>
                      <a:prstDash val="solid"/>
                      <a:round/>
                      <a:headEnd type="none" w="med" len="med"/>
                      <a:tailEnd type="none" w="med" len="med"/>
                    </a:lnR>
                    <a:lnT w="12700" cap="flat" cmpd="sng" algn="ctr">
                      <a:solidFill>
                        <a:srgbClr val="EDF0F6"/>
                      </a:solidFill>
                      <a:prstDash val="solid"/>
                      <a:round/>
                      <a:headEnd type="none" w="med" len="med"/>
                      <a:tailEnd type="none" w="med" len="med"/>
                    </a:lnT>
                    <a:lnB w="12700" cap="flat" cmpd="sng" algn="ctr">
                      <a:solidFill>
                        <a:srgbClr val="EDF0F6"/>
                      </a:solidFill>
                      <a:prstDash val="solid"/>
                      <a:round/>
                      <a:headEnd type="none" w="med" len="med"/>
                      <a:tailEnd type="none" w="med" len="med"/>
                    </a:lnB>
                    <a:solidFill>
                      <a:srgbClr val="FFFFFF"/>
                    </a:solidFill>
                  </a:tcPr>
                </a:tc>
              </a:tr>
              <a:tr h="457200">
                <a:tc>
                  <a:txBody>
                    <a:bodyPr/>
                    <a:lstStyle/>
                    <a:p>
                      <a:pPr indent="0" marL="0">
                        <a:buNone/>
                      </a:pPr>
                      <a:r>
                        <a:rPr lang="en-US" sz="1400" b="1" dirty="0">
                          <a:solidFill>
                            <a:srgbClr val="1E2A5C"/>
                          </a:solidFill>
                          <a:latin typeface="Pretendard" pitchFamily="34" charset="0"/>
                          <a:ea typeface="Pretendard" pitchFamily="34" charset="-122"/>
                          <a:cs typeface="Pretendard" pitchFamily="34" charset="-120"/>
                        </a:rPr>
                        <a:t>핵심어 일치</a:t>
                      </a:r>
                      <a:endParaRPr lang="en-US" sz="1400" dirty="0">
                        <a:latin typeface="Pretendard" charset="0"/>
                        <a:ea typeface="Pretendard" charset="0"/>
                        <a:cs typeface="Pretendard" charset="0"/>
                      </a:endParaRPr>
                    </a:p>
                  </a:txBody>
                  <a:tcPr marL="73152" marR="73152" marT="18288" marB="18288" anchor="ctr">
                    <a:lnL w="12700" cap="flat" cmpd="sng" algn="ctr">
                      <a:solidFill>
                        <a:srgbClr val="EDF0F6"/>
                      </a:solidFill>
                      <a:prstDash val="solid"/>
                      <a:round/>
                      <a:headEnd type="none" w="med" len="med"/>
                      <a:tailEnd type="none" w="med" len="med"/>
                    </a:lnL>
                    <a:lnR w="12700" cap="flat" cmpd="sng" algn="ctr">
                      <a:solidFill>
                        <a:srgbClr val="EDF0F6"/>
                      </a:solidFill>
                      <a:prstDash val="solid"/>
                      <a:round/>
                      <a:headEnd type="none" w="med" len="med"/>
                      <a:tailEnd type="none" w="med" len="med"/>
                    </a:lnR>
                    <a:lnT w="12700" cap="flat" cmpd="sng" algn="ctr">
                      <a:solidFill>
                        <a:srgbClr val="EDF0F6"/>
                      </a:solidFill>
                      <a:prstDash val="solid"/>
                      <a:round/>
                      <a:headEnd type="none" w="med" len="med"/>
                      <a:tailEnd type="none" w="med" len="med"/>
                    </a:lnT>
                    <a:lnB w="12700" cap="flat" cmpd="sng" algn="ctr">
                      <a:solidFill>
                        <a:srgbClr val="EDF0F6"/>
                      </a:solidFill>
                      <a:prstDash val="solid"/>
                      <a:round/>
                      <a:headEnd type="none" w="med" len="med"/>
                      <a:tailEnd type="none" w="med" len="med"/>
                    </a:lnB>
                    <a:solidFill>
                      <a:srgbClr val="F5F8FC"/>
                    </a:solidFill>
                  </a:tcPr>
                </a:tc>
                <a:tc>
                  <a:txBody>
                    <a:bodyPr/>
                    <a:lstStyle/>
                    <a:p>
                      <a:pPr indent="0" marL="0">
                        <a:buNone/>
                      </a:pPr>
                      <a:r>
                        <a:rPr lang="en-US" sz="1400" dirty="0">
                          <a:solidFill>
                            <a:srgbClr val="3B4557"/>
                          </a:solidFill>
                          <a:latin typeface="Pretendard" pitchFamily="34" charset="0"/>
                          <a:ea typeface="Pretendard" pitchFamily="34" charset="-122"/>
                          <a:cs typeface="Pretendard" pitchFamily="34" charset="-120"/>
                        </a:rPr>
                        <a:t>예 / 아니오</a:t>
                      </a:r>
                      <a:endParaRPr lang="en-US" sz="1400" dirty="0">
                        <a:latin typeface="Pretendard" charset="0"/>
                        <a:ea typeface="Pretendard" charset="0"/>
                        <a:cs typeface="Pretendard" charset="0"/>
                      </a:endParaRPr>
                    </a:p>
                  </a:txBody>
                  <a:tcPr marL="73152" marR="73152" marT="18288" marB="18288" anchor="ctr">
                    <a:lnL w="12700" cap="flat" cmpd="sng" algn="ctr">
                      <a:solidFill>
                        <a:srgbClr val="EDF0F6"/>
                      </a:solidFill>
                      <a:prstDash val="solid"/>
                      <a:round/>
                      <a:headEnd type="none" w="med" len="med"/>
                      <a:tailEnd type="none" w="med" len="med"/>
                    </a:lnL>
                    <a:lnR w="12700" cap="flat" cmpd="sng" algn="ctr">
                      <a:solidFill>
                        <a:srgbClr val="EDF0F6"/>
                      </a:solidFill>
                      <a:prstDash val="solid"/>
                      <a:round/>
                      <a:headEnd type="none" w="med" len="med"/>
                      <a:tailEnd type="none" w="med" len="med"/>
                    </a:lnR>
                    <a:lnT w="12700" cap="flat" cmpd="sng" algn="ctr">
                      <a:solidFill>
                        <a:srgbClr val="EDF0F6"/>
                      </a:solidFill>
                      <a:prstDash val="solid"/>
                      <a:round/>
                      <a:headEnd type="none" w="med" len="med"/>
                      <a:tailEnd type="none" w="med" len="med"/>
                    </a:lnT>
                    <a:lnB w="12700" cap="flat" cmpd="sng" algn="ctr">
                      <a:solidFill>
                        <a:srgbClr val="EDF0F6"/>
                      </a:solidFill>
                      <a:prstDash val="solid"/>
                      <a:round/>
                      <a:headEnd type="none" w="med" len="med"/>
                      <a:tailEnd type="none" w="med" len="med"/>
                    </a:lnB>
                    <a:solidFill>
                      <a:srgbClr val="F5F8FC"/>
                    </a:solidFill>
                  </a:tcPr>
                </a:tc>
                <a:tc>
                  <a:txBody>
                    <a:bodyPr/>
                    <a:lstStyle/>
                    <a:p>
                      <a:pPr indent="0" marL="0">
                        <a:buNone/>
                      </a:pPr>
                      <a:r>
                        <a:rPr lang="en-US" sz="1400" dirty="0">
                          <a:solidFill>
                            <a:srgbClr val="3B4557"/>
                          </a:solidFill>
                          <a:latin typeface="Pretendard" pitchFamily="34" charset="0"/>
                          <a:ea typeface="Pretendard" pitchFamily="34" charset="-122"/>
                          <a:cs typeface="Pretendard" pitchFamily="34" charset="-120"/>
                        </a:rPr>
                        <a:t>—</a:t>
                      </a:r>
                      <a:endParaRPr lang="en-US" sz="1400" dirty="0">
                        <a:latin typeface="Pretendard" charset="0"/>
                        <a:ea typeface="Pretendard" charset="0"/>
                        <a:cs typeface="Pretendard" charset="0"/>
                      </a:endParaRPr>
                    </a:p>
                  </a:txBody>
                  <a:tcPr marL="73152" marR="73152" marT="18288" marB="18288" anchor="ctr">
                    <a:lnL w="12700" cap="flat" cmpd="sng" algn="ctr">
                      <a:solidFill>
                        <a:srgbClr val="EDF0F6"/>
                      </a:solidFill>
                      <a:prstDash val="solid"/>
                      <a:round/>
                      <a:headEnd type="none" w="med" len="med"/>
                      <a:tailEnd type="none" w="med" len="med"/>
                    </a:lnL>
                    <a:lnR w="12700" cap="flat" cmpd="sng" algn="ctr">
                      <a:solidFill>
                        <a:srgbClr val="EDF0F6"/>
                      </a:solidFill>
                      <a:prstDash val="solid"/>
                      <a:round/>
                      <a:headEnd type="none" w="med" len="med"/>
                      <a:tailEnd type="none" w="med" len="med"/>
                    </a:lnR>
                    <a:lnT w="12700" cap="flat" cmpd="sng" algn="ctr">
                      <a:solidFill>
                        <a:srgbClr val="EDF0F6"/>
                      </a:solidFill>
                      <a:prstDash val="solid"/>
                      <a:round/>
                      <a:headEnd type="none" w="med" len="med"/>
                      <a:tailEnd type="none" w="med" len="med"/>
                    </a:lnT>
                    <a:lnB w="12700" cap="flat" cmpd="sng" algn="ctr">
                      <a:solidFill>
                        <a:srgbClr val="EDF0F6"/>
                      </a:solidFill>
                      <a:prstDash val="solid"/>
                      <a:round/>
                      <a:headEnd type="none" w="med" len="med"/>
                      <a:tailEnd type="none" w="med" len="med"/>
                    </a:lnB>
                    <a:solidFill>
                      <a:srgbClr val="F5F8FC"/>
                    </a:solidFill>
                  </a:tcPr>
                </a:tc>
                <a:tc>
                  <a:txBody>
                    <a:bodyPr/>
                    <a:lstStyle/>
                    <a:p>
                      <a:pPr indent="0" marL="0">
                        <a:buNone/>
                      </a:pPr>
                      <a:r>
                        <a:rPr lang="en-US" sz="1400" dirty="0">
                          <a:solidFill>
                            <a:srgbClr val="3B4557"/>
                          </a:solidFill>
                          <a:latin typeface="Pretendard" pitchFamily="34" charset="0"/>
                          <a:ea typeface="Pretendard" pitchFamily="34" charset="-122"/>
                          <a:cs typeface="Pretendard" pitchFamily="34" charset="-120"/>
                        </a:rPr>
                        <a:t>없으면 부정확</a:t>
                      </a:r>
                      <a:endParaRPr lang="en-US" sz="1400" dirty="0">
                        <a:latin typeface="Pretendard" charset="0"/>
                        <a:ea typeface="Pretendard" charset="0"/>
                        <a:cs typeface="Pretendard" charset="0"/>
                      </a:endParaRPr>
                    </a:p>
                  </a:txBody>
                  <a:tcPr marL="73152" marR="73152" marT="18288" marB="18288" anchor="ctr">
                    <a:lnL w="12700" cap="flat" cmpd="sng" algn="ctr">
                      <a:solidFill>
                        <a:srgbClr val="EDF0F6"/>
                      </a:solidFill>
                      <a:prstDash val="solid"/>
                      <a:round/>
                      <a:headEnd type="none" w="med" len="med"/>
                      <a:tailEnd type="none" w="med" len="med"/>
                    </a:lnL>
                    <a:lnR w="12700" cap="flat" cmpd="sng" algn="ctr">
                      <a:solidFill>
                        <a:srgbClr val="EDF0F6"/>
                      </a:solidFill>
                      <a:prstDash val="solid"/>
                      <a:round/>
                      <a:headEnd type="none" w="med" len="med"/>
                      <a:tailEnd type="none" w="med" len="med"/>
                    </a:lnR>
                    <a:lnT w="12700" cap="flat" cmpd="sng" algn="ctr">
                      <a:solidFill>
                        <a:srgbClr val="EDF0F6"/>
                      </a:solidFill>
                      <a:prstDash val="solid"/>
                      <a:round/>
                      <a:headEnd type="none" w="med" len="med"/>
                      <a:tailEnd type="none" w="med" len="med"/>
                    </a:lnT>
                    <a:lnB w="12700" cap="flat" cmpd="sng" algn="ctr">
                      <a:solidFill>
                        <a:srgbClr val="EDF0F6"/>
                      </a:solidFill>
                      <a:prstDash val="solid"/>
                      <a:round/>
                      <a:headEnd type="none" w="med" len="med"/>
                      <a:tailEnd type="none" w="med" len="med"/>
                    </a:lnB>
                    <a:solidFill>
                      <a:srgbClr val="F5F8FC"/>
                    </a:solidFill>
                  </a:tcPr>
                </a:tc>
              </a:tr>
              <a:tr h="457200">
                <a:tc>
                  <a:txBody>
                    <a:bodyPr/>
                    <a:lstStyle/>
                    <a:p>
                      <a:pPr indent="0" marL="0">
                        <a:buNone/>
                      </a:pPr>
                      <a:r>
                        <a:rPr lang="en-US" sz="1400" b="1" dirty="0">
                          <a:solidFill>
                            <a:srgbClr val="1E2A5C"/>
                          </a:solidFill>
                          <a:latin typeface="Pretendard" pitchFamily="34" charset="0"/>
                          <a:ea typeface="Pretendard" pitchFamily="34" charset="-122"/>
                          <a:cs typeface="Pretendard" pitchFamily="34" charset="-120"/>
                        </a:rPr>
                        <a:t>검색기 합의</a:t>
                      </a:r>
                      <a:endParaRPr lang="en-US" sz="1400" dirty="0">
                        <a:latin typeface="Pretendard" charset="0"/>
                        <a:ea typeface="Pretendard" charset="0"/>
                        <a:cs typeface="Pretendard" charset="0"/>
                      </a:endParaRPr>
                    </a:p>
                  </a:txBody>
                  <a:tcPr marL="73152" marR="73152" marT="18288" marB="18288" anchor="ctr">
                    <a:lnL w="12700" cap="flat" cmpd="sng" algn="ctr">
                      <a:solidFill>
                        <a:srgbClr val="EDF0F6"/>
                      </a:solidFill>
                      <a:prstDash val="solid"/>
                      <a:round/>
                      <a:headEnd type="none" w="med" len="med"/>
                      <a:tailEnd type="none" w="med" len="med"/>
                    </a:lnL>
                    <a:lnR w="12700" cap="flat" cmpd="sng" algn="ctr">
                      <a:solidFill>
                        <a:srgbClr val="EDF0F6"/>
                      </a:solidFill>
                      <a:prstDash val="solid"/>
                      <a:round/>
                      <a:headEnd type="none" w="med" len="med"/>
                      <a:tailEnd type="none" w="med" len="med"/>
                    </a:lnR>
                    <a:lnT w="12700" cap="flat" cmpd="sng" algn="ctr">
                      <a:solidFill>
                        <a:srgbClr val="EDF0F6"/>
                      </a:solidFill>
                      <a:prstDash val="solid"/>
                      <a:round/>
                      <a:headEnd type="none" w="med" len="med"/>
                      <a:tailEnd type="none" w="med" len="med"/>
                    </a:lnT>
                    <a:lnB w="12700" cap="flat" cmpd="sng" algn="ctr">
                      <a:solidFill>
                        <a:srgbClr val="EDF0F6"/>
                      </a:solidFill>
                      <a:prstDash val="solid"/>
                      <a:round/>
                      <a:headEnd type="none" w="med" len="med"/>
                      <a:tailEnd type="none" w="med" len="med"/>
                    </a:lnB>
                    <a:solidFill>
                      <a:srgbClr val="FFFFFF"/>
                    </a:solidFill>
                  </a:tcPr>
                </a:tc>
                <a:tc>
                  <a:txBody>
                    <a:bodyPr/>
                    <a:lstStyle/>
                    <a:p>
                      <a:pPr indent="0" marL="0">
                        <a:buNone/>
                      </a:pPr>
                      <a:r>
                        <a:rPr lang="en-US" sz="1400" dirty="0">
                          <a:solidFill>
                            <a:srgbClr val="3B4557"/>
                          </a:solidFill>
                          <a:latin typeface="Pretendard" pitchFamily="34" charset="0"/>
                          <a:ea typeface="Pretendard" pitchFamily="34" charset="-122"/>
                          <a:cs typeface="Pretendard" pitchFamily="34" charset="-120"/>
                        </a:rPr>
                        <a:t>상위 k 겹침 수</a:t>
                      </a:r>
                      <a:endParaRPr lang="en-US" sz="1400" dirty="0">
                        <a:latin typeface="Pretendard" charset="0"/>
                        <a:ea typeface="Pretendard" charset="0"/>
                        <a:cs typeface="Pretendard" charset="0"/>
                      </a:endParaRPr>
                    </a:p>
                  </a:txBody>
                  <a:tcPr marL="73152" marR="73152" marT="18288" marB="18288" anchor="ctr">
                    <a:lnL w="12700" cap="flat" cmpd="sng" algn="ctr">
                      <a:solidFill>
                        <a:srgbClr val="EDF0F6"/>
                      </a:solidFill>
                      <a:prstDash val="solid"/>
                      <a:round/>
                      <a:headEnd type="none" w="med" len="med"/>
                      <a:tailEnd type="none" w="med" len="med"/>
                    </a:lnL>
                    <a:lnR w="12700" cap="flat" cmpd="sng" algn="ctr">
                      <a:solidFill>
                        <a:srgbClr val="EDF0F6"/>
                      </a:solidFill>
                      <a:prstDash val="solid"/>
                      <a:round/>
                      <a:headEnd type="none" w="med" len="med"/>
                      <a:tailEnd type="none" w="med" len="med"/>
                    </a:lnR>
                    <a:lnT w="12700" cap="flat" cmpd="sng" algn="ctr">
                      <a:solidFill>
                        <a:srgbClr val="EDF0F6"/>
                      </a:solidFill>
                      <a:prstDash val="solid"/>
                      <a:round/>
                      <a:headEnd type="none" w="med" len="med"/>
                      <a:tailEnd type="none" w="med" len="med"/>
                    </a:lnT>
                    <a:lnB w="12700" cap="flat" cmpd="sng" algn="ctr">
                      <a:solidFill>
                        <a:srgbClr val="EDF0F6"/>
                      </a:solidFill>
                      <a:prstDash val="solid"/>
                      <a:round/>
                      <a:headEnd type="none" w="med" len="med"/>
                      <a:tailEnd type="none" w="med" len="med"/>
                    </a:lnB>
                    <a:solidFill>
                      <a:srgbClr val="FFFFFF"/>
                    </a:solidFill>
                  </a:tcPr>
                </a:tc>
                <a:tc>
                  <a:txBody>
                    <a:bodyPr/>
                    <a:lstStyle/>
                    <a:p>
                      <a:pPr indent="0" marL="0">
                        <a:buNone/>
                      </a:pPr>
                      <a:r>
                        <a:rPr lang="en-US" sz="1400" dirty="0">
                          <a:solidFill>
                            <a:srgbClr val="3B4557"/>
                          </a:solidFill>
                          <a:latin typeface="Pretendard" pitchFamily="34" charset="0"/>
                          <a:ea typeface="Pretendard" pitchFamily="34" charset="-122"/>
                          <a:cs typeface="Pretendard" pitchFamily="34" charset="-120"/>
                        </a:rPr>
                        <a:t>최소 겹침</a:t>
                      </a:r>
                      <a:endParaRPr lang="en-US" sz="1400" dirty="0">
                        <a:latin typeface="Pretendard" charset="0"/>
                        <a:ea typeface="Pretendard" charset="0"/>
                        <a:cs typeface="Pretendard" charset="0"/>
                      </a:endParaRPr>
                    </a:p>
                  </a:txBody>
                  <a:tcPr marL="73152" marR="73152" marT="18288" marB="18288" anchor="ctr">
                    <a:lnL w="12700" cap="flat" cmpd="sng" algn="ctr">
                      <a:solidFill>
                        <a:srgbClr val="EDF0F6"/>
                      </a:solidFill>
                      <a:prstDash val="solid"/>
                      <a:round/>
                      <a:headEnd type="none" w="med" len="med"/>
                      <a:tailEnd type="none" w="med" len="med"/>
                    </a:lnL>
                    <a:lnR w="12700" cap="flat" cmpd="sng" algn="ctr">
                      <a:solidFill>
                        <a:srgbClr val="EDF0F6"/>
                      </a:solidFill>
                      <a:prstDash val="solid"/>
                      <a:round/>
                      <a:headEnd type="none" w="med" len="med"/>
                      <a:tailEnd type="none" w="med" len="med"/>
                    </a:lnR>
                    <a:lnT w="12700" cap="flat" cmpd="sng" algn="ctr">
                      <a:solidFill>
                        <a:srgbClr val="EDF0F6"/>
                      </a:solidFill>
                      <a:prstDash val="solid"/>
                      <a:round/>
                      <a:headEnd type="none" w="med" len="med"/>
                      <a:tailEnd type="none" w="med" len="med"/>
                    </a:lnT>
                    <a:lnB w="12700" cap="flat" cmpd="sng" algn="ctr">
                      <a:solidFill>
                        <a:srgbClr val="EDF0F6"/>
                      </a:solidFill>
                      <a:prstDash val="solid"/>
                      <a:round/>
                      <a:headEnd type="none" w="med" len="med"/>
                      <a:tailEnd type="none" w="med" len="med"/>
                    </a:lnB>
                    <a:solidFill>
                      <a:srgbClr val="FFFFFF"/>
                    </a:solidFill>
                  </a:tcPr>
                </a:tc>
                <a:tc>
                  <a:txBody>
                    <a:bodyPr/>
                    <a:lstStyle/>
                    <a:p>
                      <a:pPr indent="0" marL="0">
                        <a:buNone/>
                      </a:pPr>
                      <a:r>
                        <a:rPr lang="en-US" sz="1400" dirty="0">
                          <a:solidFill>
                            <a:srgbClr val="3B4557"/>
                          </a:solidFill>
                          <a:latin typeface="Pretendard" pitchFamily="34" charset="0"/>
                          <a:ea typeface="Pretendard" pitchFamily="34" charset="-122"/>
                          <a:cs typeface="Pretendard" pitchFamily="34" charset="-120"/>
                        </a:rPr>
                        <a:t>미달 시 애매 강등</a:t>
                      </a:r>
                      <a:endParaRPr lang="en-US" sz="1400" dirty="0">
                        <a:latin typeface="Pretendard" charset="0"/>
                        <a:ea typeface="Pretendard" charset="0"/>
                        <a:cs typeface="Pretendard" charset="0"/>
                      </a:endParaRPr>
                    </a:p>
                  </a:txBody>
                  <a:tcPr marL="73152" marR="73152" marT="18288" marB="18288" anchor="ctr">
                    <a:lnL w="12700" cap="flat" cmpd="sng" algn="ctr">
                      <a:solidFill>
                        <a:srgbClr val="EDF0F6"/>
                      </a:solidFill>
                      <a:prstDash val="solid"/>
                      <a:round/>
                      <a:headEnd type="none" w="med" len="med"/>
                      <a:tailEnd type="none" w="med" len="med"/>
                    </a:lnL>
                    <a:lnR w="12700" cap="flat" cmpd="sng" algn="ctr">
                      <a:solidFill>
                        <a:srgbClr val="EDF0F6"/>
                      </a:solidFill>
                      <a:prstDash val="solid"/>
                      <a:round/>
                      <a:headEnd type="none" w="med" len="med"/>
                      <a:tailEnd type="none" w="med" len="med"/>
                    </a:lnR>
                    <a:lnT w="12700" cap="flat" cmpd="sng" algn="ctr">
                      <a:solidFill>
                        <a:srgbClr val="EDF0F6"/>
                      </a:solidFill>
                      <a:prstDash val="solid"/>
                      <a:round/>
                      <a:headEnd type="none" w="med" len="med"/>
                      <a:tailEnd type="none" w="med" len="med"/>
                    </a:lnT>
                    <a:lnB w="12700" cap="flat" cmpd="sng" algn="ctr">
                      <a:solidFill>
                        <a:srgbClr val="EDF0F6"/>
                      </a:solidFill>
                      <a:prstDash val="solid"/>
                      <a:round/>
                      <a:headEnd type="none" w="med" len="med"/>
                      <a:tailEnd type="none" w="med" len="med"/>
                    </a:lnB>
                    <a:solidFill>
                      <a:srgbClr val="FFFFFF"/>
                    </a:solidFill>
                  </a:tcPr>
                </a:tc>
              </a:tr>
              <a:tr h="457200">
                <a:tc>
                  <a:txBody>
                    <a:bodyPr/>
                    <a:lstStyle/>
                    <a:p>
                      <a:pPr indent="0" marL="0">
                        <a:buNone/>
                      </a:pPr>
                      <a:r>
                        <a:rPr lang="en-US" sz="1400" b="1" dirty="0">
                          <a:solidFill>
                            <a:srgbClr val="1E2A5C"/>
                          </a:solidFill>
                          <a:latin typeface="Pretendard" pitchFamily="34" charset="0"/>
                          <a:ea typeface="Pretendard" pitchFamily="34" charset="-122"/>
                          <a:cs typeface="Pretendard" pitchFamily="34" charset="-120"/>
                        </a:rPr>
                        <a:t>하위 질문 충족</a:t>
                      </a:r>
                      <a:endParaRPr lang="en-US" sz="1400" dirty="0">
                        <a:latin typeface="Pretendard" charset="0"/>
                        <a:ea typeface="Pretendard" charset="0"/>
                        <a:cs typeface="Pretendard" charset="0"/>
                      </a:endParaRPr>
                    </a:p>
                  </a:txBody>
                  <a:tcPr marL="73152" marR="73152" marT="18288" marB="18288" anchor="ctr">
                    <a:lnL w="12700" cap="flat" cmpd="sng" algn="ctr">
                      <a:solidFill>
                        <a:srgbClr val="EDF0F6"/>
                      </a:solidFill>
                      <a:prstDash val="solid"/>
                      <a:round/>
                      <a:headEnd type="none" w="med" len="med"/>
                      <a:tailEnd type="none" w="med" len="med"/>
                    </a:lnL>
                    <a:lnR w="12700" cap="flat" cmpd="sng" algn="ctr">
                      <a:solidFill>
                        <a:srgbClr val="EDF0F6"/>
                      </a:solidFill>
                      <a:prstDash val="solid"/>
                      <a:round/>
                      <a:headEnd type="none" w="med" len="med"/>
                      <a:tailEnd type="none" w="med" len="med"/>
                    </a:lnR>
                    <a:lnT w="12700" cap="flat" cmpd="sng" algn="ctr">
                      <a:solidFill>
                        <a:srgbClr val="EDF0F6"/>
                      </a:solidFill>
                      <a:prstDash val="solid"/>
                      <a:round/>
                      <a:headEnd type="none" w="med" len="med"/>
                      <a:tailEnd type="none" w="med" len="med"/>
                    </a:lnT>
                    <a:lnB w="12700" cap="flat" cmpd="sng" algn="ctr">
                      <a:solidFill>
                        <a:srgbClr val="EDF0F6"/>
                      </a:solidFill>
                      <a:prstDash val="solid"/>
                      <a:round/>
                      <a:headEnd type="none" w="med" len="med"/>
                      <a:tailEnd type="none" w="med" len="med"/>
                    </a:lnB>
                    <a:solidFill>
                      <a:srgbClr val="F5F8FC"/>
                    </a:solidFill>
                  </a:tcPr>
                </a:tc>
                <a:tc>
                  <a:txBody>
                    <a:bodyPr/>
                    <a:lstStyle/>
                    <a:p>
                      <a:pPr indent="0" marL="0">
                        <a:buNone/>
                      </a:pPr>
                      <a:r>
                        <a:rPr lang="en-US" sz="1400" dirty="0">
                          <a:solidFill>
                            <a:srgbClr val="3B4557"/>
                          </a:solidFill>
                          <a:latin typeface="Pretendard" pitchFamily="34" charset="0"/>
                          <a:ea typeface="Pretendard" pitchFamily="34" charset="-122"/>
                          <a:cs typeface="Pretendard" pitchFamily="34" charset="-120"/>
                        </a:rPr>
                        <a:t>하위 질문별 판정</a:t>
                      </a:r>
                      <a:endParaRPr lang="en-US" sz="1400" dirty="0">
                        <a:latin typeface="Pretendard" charset="0"/>
                        <a:ea typeface="Pretendard" charset="0"/>
                        <a:cs typeface="Pretendard" charset="0"/>
                      </a:endParaRPr>
                    </a:p>
                  </a:txBody>
                  <a:tcPr marL="73152" marR="73152" marT="18288" marB="18288" anchor="ctr">
                    <a:lnL w="12700" cap="flat" cmpd="sng" algn="ctr">
                      <a:solidFill>
                        <a:srgbClr val="EDF0F6"/>
                      </a:solidFill>
                      <a:prstDash val="solid"/>
                      <a:round/>
                      <a:headEnd type="none" w="med" len="med"/>
                      <a:tailEnd type="none" w="med" len="med"/>
                    </a:lnL>
                    <a:lnR w="12700" cap="flat" cmpd="sng" algn="ctr">
                      <a:solidFill>
                        <a:srgbClr val="EDF0F6"/>
                      </a:solidFill>
                      <a:prstDash val="solid"/>
                      <a:round/>
                      <a:headEnd type="none" w="med" len="med"/>
                      <a:tailEnd type="none" w="med" len="med"/>
                    </a:lnR>
                    <a:lnT w="12700" cap="flat" cmpd="sng" algn="ctr">
                      <a:solidFill>
                        <a:srgbClr val="EDF0F6"/>
                      </a:solidFill>
                      <a:prstDash val="solid"/>
                      <a:round/>
                      <a:headEnd type="none" w="med" len="med"/>
                      <a:tailEnd type="none" w="med" len="med"/>
                    </a:lnT>
                    <a:lnB w="12700" cap="flat" cmpd="sng" algn="ctr">
                      <a:solidFill>
                        <a:srgbClr val="EDF0F6"/>
                      </a:solidFill>
                      <a:prstDash val="solid"/>
                      <a:round/>
                      <a:headEnd type="none" w="med" len="med"/>
                      <a:tailEnd type="none" w="med" len="med"/>
                    </a:lnB>
                    <a:solidFill>
                      <a:srgbClr val="F5F8FC"/>
                    </a:solidFill>
                  </a:tcPr>
                </a:tc>
                <a:tc>
                  <a:txBody>
                    <a:bodyPr/>
                    <a:lstStyle/>
                    <a:p>
                      <a:pPr indent="0" marL="0">
                        <a:buNone/>
                      </a:pPr>
                      <a:r>
                        <a:rPr lang="en-US" sz="1400" dirty="0">
                          <a:solidFill>
                            <a:srgbClr val="3B4557"/>
                          </a:solidFill>
                          <a:latin typeface="Pretendard" pitchFamily="34" charset="0"/>
                          <a:ea typeface="Pretendard" pitchFamily="34" charset="-122"/>
                          <a:cs typeface="Pretendard" pitchFamily="34" charset="-120"/>
                        </a:rPr>
                        <a:t>주 점수 기준 재사용</a:t>
                      </a:r>
                      <a:endParaRPr lang="en-US" sz="1400" dirty="0">
                        <a:latin typeface="Pretendard" charset="0"/>
                        <a:ea typeface="Pretendard" charset="0"/>
                        <a:cs typeface="Pretendard" charset="0"/>
                      </a:endParaRPr>
                    </a:p>
                  </a:txBody>
                  <a:tcPr marL="73152" marR="73152" marT="18288" marB="18288" anchor="ctr">
                    <a:lnL w="12700" cap="flat" cmpd="sng" algn="ctr">
                      <a:solidFill>
                        <a:srgbClr val="EDF0F6"/>
                      </a:solidFill>
                      <a:prstDash val="solid"/>
                      <a:round/>
                      <a:headEnd type="none" w="med" len="med"/>
                      <a:tailEnd type="none" w="med" len="med"/>
                    </a:lnL>
                    <a:lnR w="12700" cap="flat" cmpd="sng" algn="ctr">
                      <a:solidFill>
                        <a:srgbClr val="EDF0F6"/>
                      </a:solidFill>
                      <a:prstDash val="solid"/>
                      <a:round/>
                      <a:headEnd type="none" w="med" len="med"/>
                      <a:tailEnd type="none" w="med" len="med"/>
                    </a:lnR>
                    <a:lnT w="12700" cap="flat" cmpd="sng" algn="ctr">
                      <a:solidFill>
                        <a:srgbClr val="EDF0F6"/>
                      </a:solidFill>
                      <a:prstDash val="solid"/>
                      <a:round/>
                      <a:headEnd type="none" w="med" len="med"/>
                      <a:tailEnd type="none" w="med" len="med"/>
                    </a:lnT>
                    <a:lnB w="12700" cap="flat" cmpd="sng" algn="ctr">
                      <a:solidFill>
                        <a:srgbClr val="EDF0F6"/>
                      </a:solidFill>
                      <a:prstDash val="solid"/>
                      <a:round/>
                      <a:headEnd type="none" w="med" len="med"/>
                      <a:tailEnd type="none" w="med" len="med"/>
                    </a:lnB>
                    <a:solidFill>
                      <a:srgbClr val="F5F8FC"/>
                    </a:solidFill>
                  </a:tcPr>
                </a:tc>
                <a:tc>
                  <a:txBody>
                    <a:bodyPr/>
                    <a:lstStyle/>
                    <a:p>
                      <a:pPr indent="0" marL="0">
                        <a:buNone/>
                      </a:pPr>
                      <a:r>
                        <a:rPr lang="en-US" sz="1400" dirty="0">
                          <a:solidFill>
                            <a:srgbClr val="3B4557"/>
                          </a:solidFill>
                          <a:latin typeface="Pretendard" pitchFamily="34" charset="0"/>
                          <a:ea typeface="Pretendard" pitchFamily="34" charset="-122"/>
                          <a:cs typeface="Pretendard" pitchFamily="34" charset="-120"/>
                        </a:rPr>
                        <a:t>일부 충족 시 애매</a:t>
                      </a:r>
                      <a:endParaRPr lang="en-US" sz="1400" dirty="0">
                        <a:latin typeface="Pretendard" charset="0"/>
                        <a:ea typeface="Pretendard" charset="0"/>
                        <a:cs typeface="Pretendard" charset="0"/>
                      </a:endParaRPr>
                    </a:p>
                  </a:txBody>
                  <a:tcPr marL="73152" marR="73152" marT="18288" marB="18288" anchor="ctr">
                    <a:lnL w="12700" cap="flat" cmpd="sng" algn="ctr">
                      <a:solidFill>
                        <a:srgbClr val="EDF0F6"/>
                      </a:solidFill>
                      <a:prstDash val="solid"/>
                      <a:round/>
                      <a:headEnd type="none" w="med" len="med"/>
                      <a:tailEnd type="none" w="med" len="med"/>
                    </a:lnL>
                    <a:lnR w="12700" cap="flat" cmpd="sng" algn="ctr">
                      <a:solidFill>
                        <a:srgbClr val="EDF0F6"/>
                      </a:solidFill>
                      <a:prstDash val="solid"/>
                      <a:round/>
                      <a:headEnd type="none" w="med" len="med"/>
                      <a:tailEnd type="none" w="med" len="med"/>
                    </a:lnR>
                    <a:lnT w="12700" cap="flat" cmpd="sng" algn="ctr">
                      <a:solidFill>
                        <a:srgbClr val="EDF0F6"/>
                      </a:solidFill>
                      <a:prstDash val="solid"/>
                      <a:round/>
                      <a:headEnd type="none" w="med" len="med"/>
                      <a:tailEnd type="none" w="med" len="med"/>
                    </a:lnT>
                    <a:lnB w="12700" cap="flat" cmpd="sng" algn="ctr">
                      <a:solidFill>
                        <a:srgbClr val="EDF0F6"/>
                      </a:solidFill>
                      <a:prstDash val="solid"/>
                      <a:round/>
                      <a:headEnd type="none" w="med" len="med"/>
                      <a:tailEnd type="none" w="med" len="med"/>
                    </a:lnB>
                    <a:solidFill>
                      <a:srgbClr val="F5F8FC"/>
                    </a:solidFill>
                  </a:tcPr>
                </a:tc>
              </a:tr>
              <a:tr h="457200">
                <a:tc>
                  <a:txBody>
                    <a:bodyPr/>
                    <a:lstStyle/>
                    <a:p>
                      <a:pPr indent="0" marL="0">
                        <a:buNone/>
                      </a:pPr>
                      <a:r>
                        <a:rPr lang="en-US" sz="1400" b="1" dirty="0">
                          <a:solidFill>
                            <a:srgbClr val="1E2A5C"/>
                          </a:solidFill>
                          <a:latin typeface="Pretendard" pitchFamily="34" charset="0"/>
                          <a:ea typeface="Pretendard" pitchFamily="34" charset="-122"/>
                          <a:cs typeface="Pretendard" pitchFamily="34" charset="-120"/>
                        </a:rPr>
                        <a:t>결과 건수</a:t>
                      </a:r>
                      <a:endParaRPr lang="en-US" sz="1400" dirty="0">
                        <a:latin typeface="Pretendard" charset="0"/>
                        <a:ea typeface="Pretendard" charset="0"/>
                        <a:cs typeface="Pretendard" charset="0"/>
                      </a:endParaRPr>
                    </a:p>
                  </a:txBody>
                  <a:tcPr marL="73152" marR="73152" marT="18288" marB="18288" anchor="ctr">
                    <a:lnL w="12700" cap="flat" cmpd="sng" algn="ctr">
                      <a:solidFill>
                        <a:srgbClr val="EDF0F6"/>
                      </a:solidFill>
                      <a:prstDash val="solid"/>
                      <a:round/>
                      <a:headEnd type="none" w="med" len="med"/>
                      <a:tailEnd type="none" w="med" len="med"/>
                    </a:lnL>
                    <a:lnR w="12700" cap="flat" cmpd="sng" algn="ctr">
                      <a:solidFill>
                        <a:srgbClr val="EDF0F6"/>
                      </a:solidFill>
                      <a:prstDash val="solid"/>
                      <a:round/>
                      <a:headEnd type="none" w="med" len="med"/>
                      <a:tailEnd type="none" w="med" len="med"/>
                    </a:lnR>
                    <a:lnT w="12700" cap="flat" cmpd="sng" algn="ctr">
                      <a:solidFill>
                        <a:srgbClr val="EDF0F6"/>
                      </a:solidFill>
                      <a:prstDash val="solid"/>
                      <a:round/>
                      <a:headEnd type="none" w="med" len="med"/>
                      <a:tailEnd type="none" w="med" len="med"/>
                    </a:lnT>
                    <a:lnB w="12700" cap="flat" cmpd="sng" algn="ctr">
                      <a:solidFill>
                        <a:srgbClr val="EDF0F6"/>
                      </a:solidFill>
                      <a:prstDash val="solid"/>
                      <a:round/>
                      <a:headEnd type="none" w="med" len="med"/>
                      <a:tailEnd type="none" w="med" len="med"/>
                    </a:lnB>
                    <a:solidFill>
                      <a:srgbClr val="FFFFFF"/>
                    </a:solidFill>
                  </a:tcPr>
                </a:tc>
                <a:tc>
                  <a:txBody>
                    <a:bodyPr/>
                    <a:lstStyle/>
                    <a:p>
                      <a:pPr indent="0" marL="0">
                        <a:buNone/>
                      </a:pPr>
                      <a:r>
                        <a:rPr lang="en-US" sz="1400" dirty="0">
                          <a:solidFill>
                            <a:srgbClr val="3B4557"/>
                          </a:solidFill>
                          <a:latin typeface="Pretendard" pitchFamily="34" charset="0"/>
                          <a:ea typeface="Pretendard" pitchFamily="34" charset="-122"/>
                          <a:cs typeface="Pretendard" pitchFamily="34" charset="-120"/>
                        </a:rPr>
                        <a:t>개수</a:t>
                      </a:r>
                      <a:endParaRPr lang="en-US" sz="1400" dirty="0">
                        <a:latin typeface="Pretendard" charset="0"/>
                        <a:ea typeface="Pretendard" charset="0"/>
                        <a:cs typeface="Pretendard" charset="0"/>
                      </a:endParaRPr>
                    </a:p>
                  </a:txBody>
                  <a:tcPr marL="73152" marR="73152" marT="18288" marB="18288" anchor="ctr">
                    <a:lnL w="12700" cap="flat" cmpd="sng" algn="ctr">
                      <a:solidFill>
                        <a:srgbClr val="EDF0F6"/>
                      </a:solidFill>
                      <a:prstDash val="solid"/>
                      <a:round/>
                      <a:headEnd type="none" w="med" len="med"/>
                      <a:tailEnd type="none" w="med" len="med"/>
                    </a:lnL>
                    <a:lnR w="12700" cap="flat" cmpd="sng" algn="ctr">
                      <a:solidFill>
                        <a:srgbClr val="EDF0F6"/>
                      </a:solidFill>
                      <a:prstDash val="solid"/>
                      <a:round/>
                      <a:headEnd type="none" w="med" len="med"/>
                      <a:tailEnd type="none" w="med" len="med"/>
                    </a:lnR>
                    <a:lnT w="12700" cap="flat" cmpd="sng" algn="ctr">
                      <a:solidFill>
                        <a:srgbClr val="EDF0F6"/>
                      </a:solidFill>
                      <a:prstDash val="solid"/>
                      <a:round/>
                      <a:headEnd type="none" w="med" len="med"/>
                      <a:tailEnd type="none" w="med" len="med"/>
                    </a:lnT>
                    <a:lnB w="12700" cap="flat" cmpd="sng" algn="ctr">
                      <a:solidFill>
                        <a:srgbClr val="EDF0F6"/>
                      </a:solidFill>
                      <a:prstDash val="solid"/>
                      <a:round/>
                      <a:headEnd type="none" w="med" len="med"/>
                      <a:tailEnd type="none" w="med" len="med"/>
                    </a:lnB>
                    <a:solidFill>
                      <a:srgbClr val="FFFFFF"/>
                    </a:solidFill>
                  </a:tcPr>
                </a:tc>
                <a:tc>
                  <a:txBody>
                    <a:bodyPr/>
                    <a:lstStyle/>
                    <a:p>
                      <a:pPr indent="0" marL="0">
                        <a:buNone/>
                      </a:pPr>
                      <a:r>
                        <a:rPr lang="en-US" sz="1400" dirty="0">
                          <a:solidFill>
                            <a:srgbClr val="3B4557"/>
                          </a:solidFill>
                          <a:latin typeface="Pretendard" pitchFamily="34" charset="0"/>
                          <a:ea typeface="Pretendard" pitchFamily="34" charset="-122"/>
                          <a:cs typeface="Pretendard" pitchFamily="34" charset="-120"/>
                        </a:rPr>
                        <a:t>0건 여부</a:t>
                      </a:r>
                      <a:endParaRPr lang="en-US" sz="1400" dirty="0">
                        <a:latin typeface="Pretendard" charset="0"/>
                        <a:ea typeface="Pretendard" charset="0"/>
                        <a:cs typeface="Pretendard" charset="0"/>
                      </a:endParaRPr>
                    </a:p>
                  </a:txBody>
                  <a:tcPr marL="73152" marR="73152" marT="18288" marB="18288" anchor="ctr">
                    <a:lnL w="12700" cap="flat" cmpd="sng" algn="ctr">
                      <a:solidFill>
                        <a:srgbClr val="EDF0F6"/>
                      </a:solidFill>
                      <a:prstDash val="solid"/>
                      <a:round/>
                      <a:headEnd type="none" w="med" len="med"/>
                      <a:tailEnd type="none" w="med" len="med"/>
                    </a:lnL>
                    <a:lnR w="12700" cap="flat" cmpd="sng" algn="ctr">
                      <a:solidFill>
                        <a:srgbClr val="EDF0F6"/>
                      </a:solidFill>
                      <a:prstDash val="solid"/>
                      <a:round/>
                      <a:headEnd type="none" w="med" len="med"/>
                      <a:tailEnd type="none" w="med" len="med"/>
                    </a:lnR>
                    <a:lnT w="12700" cap="flat" cmpd="sng" algn="ctr">
                      <a:solidFill>
                        <a:srgbClr val="EDF0F6"/>
                      </a:solidFill>
                      <a:prstDash val="solid"/>
                      <a:round/>
                      <a:headEnd type="none" w="med" len="med"/>
                      <a:tailEnd type="none" w="med" len="med"/>
                    </a:lnT>
                    <a:lnB w="12700" cap="flat" cmpd="sng" algn="ctr">
                      <a:solidFill>
                        <a:srgbClr val="EDF0F6"/>
                      </a:solidFill>
                      <a:prstDash val="solid"/>
                      <a:round/>
                      <a:headEnd type="none" w="med" len="med"/>
                      <a:tailEnd type="none" w="med" len="med"/>
                    </a:lnB>
                    <a:solidFill>
                      <a:srgbClr val="FFFFFF"/>
                    </a:solidFill>
                  </a:tcPr>
                </a:tc>
                <a:tc>
                  <a:txBody>
                    <a:bodyPr/>
                    <a:lstStyle/>
                    <a:p>
                      <a:pPr indent="0" marL="0">
                        <a:buNone/>
                      </a:pPr>
                      <a:r>
                        <a:rPr lang="en-US" sz="1400" dirty="0">
                          <a:solidFill>
                            <a:srgbClr val="3B4557"/>
                          </a:solidFill>
                          <a:latin typeface="Pretendard" pitchFamily="34" charset="0"/>
                          <a:ea typeface="Pretendard" pitchFamily="34" charset="-122"/>
                          <a:cs typeface="Pretendard" pitchFamily="34" charset="-120"/>
                        </a:rPr>
                        <a:t>0건이면 부정확</a:t>
                      </a:r>
                      <a:endParaRPr lang="en-US" sz="1400" dirty="0">
                        <a:latin typeface="Pretendard" charset="0"/>
                        <a:ea typeface="Pretendard" charset="0"/>
                        <a:cs typeface="Pretendard" charset="0"/>
                      </a:endParaRPr>
                    </a:p>
                  </a:txBody>
                  <a:tcPr marL="73152" marR="73152" marT="18288" marB="18288" anchor="ctr">
                    <a:lnL w="12700" cap="flat" cmpd="sng" algn="ctr">
                      <a:solidFill>
                        <a:srgbClr val="EDF0F6"/>
                      </a:solidFill>
                      <a:prstDash val="solid"/>
                      <a:round/>
                      <a:headEnd type="none" w="med" len="med"/>
                      <a:tailEnd type="none" w="med" len="med"/>
                    </a:lnL>
                    <a:lnR w="12700" cap="flat" cmpd="sng" algn="ctr">
                      <a:solidFill>
                        <a:srgbClr val="EDF0F6"/>
                      </a:solidFill>
                      <a:prstDash val="solid"/>
                      <a:round/>
                      <a:headEnd type="none" w="med" len="med"/>
                      <a:tailEnd type="none" w="med" len="med"/>
                    </a:lnR>
                    <a:lnT w="12700" cap="flat" cmpd="sng" algn="ctr">
                      <a:solidFill>
                        <a:srgbClr val="EDF0F6"/>
                      </a:solidFill>
                      <a:prstDash val="solid"/>
                      <a:round/>
                      <a:headEnd type="none" w="med" len="med"/>
                      <a:tailEnd type="none" w="med" len="med"/>
                    </a:lnT>
                    <a:lnB w="12700" cap="flat" cmpd="sng" algn="ctr">
                      <a:solidFill>
                        <a:srgbClr val="EDF0F6"/>
                      </a:solidFill>
                      <a:prstDash val="solid"/>
                      <a:round/>
                      <a:headEnd type="none" w="med" len="med"/>
                      <a:tailEnd type="none" w="med" len="med"/>
                    </a:lnB>
                    <a:solidFill>
                      <a:srgbClr val="FFFFFF"/>
                    </a:solidFill>
                  </a:tcPr>
                </a:tc>
              </a:tr>
            </a:tbl>
          </a:graphicData>
        </a:graphic>
      </p:graphicFrame>
      <p:sp>
        <p:nvSpPr>
          <p:cNvPr id="14" name="Text 11"/>
          <p:cNvSpPr/>
          <p:nvPr/>
        </p:nvSpPr>
        <p:spPr>
          <a:xfrm>
            <a:off x="502920" y="6345936"/>
            <a:ext cx="6172200" cy="274320"/>
          </a:xfrm>
          <a:prstGeom prst="rect">
            <a:avLst/>
          </a:prstGeom>
          <a:noFill/>
          <a:ln/>
        </p:spPr>
        <p:txBody>
          <a:bodyPr wrap="square" lIns="0" tIns="0" rIns="0" bIns="0" rtlCol="0" anchor="ctr"/>
          <a:lstStyle/>
          <a:p>
            <a:pPr indent="0" marL="0">
              <a:buNone/>
            </a:pPr>
            <a:r>
              <a:rPr lang="en-US" sz="1400" dirty="0">
                <a:solidFill>
                  <a:srgbClr val="7C8598"/>
                </a:solidFill>
                <a:latin typeface="Pretendard" pitchFamily="34" charset="0"/>
                <a:ea typeface="Pretendard" pitchFamily="34" charset="-122"/>
                <a:cs typeface="Pretendard" pitchFamily="34" charset="-120"/>
              </a:rPr>
              <a:t>상한·하한은 주 점수(Vector 또는 Rerank)만 가짐 · 나머지는 판정을 낮추는 조건</a:t>
            </a:r>
            <a:endParaRPr lang="en-US" sz="1400" dirty="0"/>
          </a:p>
        </p:txBody>
      </p:sp>
      <p:sp>
        <p:nvSpPr>
          <p:cNvPr id="15" name="Shape 12"/>
          <p:cNvSpPr/>
          <p:nvPr/>
        </p:nvSpPr>
        <p:spPr>
          <a:xfrm>
            <a:off x="6711696" y="4457700"/>
            <a:ext cx="219456" cy="0"/>
          </a:xfrm>
          <a:prstGeom prst="line">
            <a:avLst/>
          </a:prstGeom>
          <a:noFill/>
          <a:ln w="19050">
            <a:solidFill>
              <a:srgbClr val="2E74C6"/>
            </a:solidFill>
            <a:prstDash val="solid"/>
            <a:tailEnd type="triangle"/>
          </a:ln>
        </p:spPr>
      </p:sp>
      <p:sp>
        <p:nvSpPr>
          <p:cNvPr id="16" name="Shape 13"/>
          <p:cNvSpPr/>
          <p:nvPr/>
        </p:nvSpPr>
        <p:spPr>
          <a:xfrm>
            <a:off x="6967728" y="2606040"/>
            <a:ext cx="4114800" cy="1161288"/>
          </a:xfrm>
          <a:prstGeom prst="roundRect">
            <a:avLst>
              <a:gd name="adj" fmla="val 6299"/>
            </a:avLst>
          </a:prstGeom>
          <a:solidFill>
            <a:srgbClr val="F5F8FC"/>
          </a:solidFill>
          <a:ln w="12700">
            <a:solidFill>
              <a:srgbClr val="D9E0EC"/>
            </a:solidFill>
            <a:prstDash val="solid"/>
          </a:ln>
        </p:spPr>
      </p:sp>
      <p:sp>
        <p:nvSpPr>
          <p:cNvPr id="17" name="Shape 14"/>
          <p:cNvSpPr/>
          <p:nvPr/>
        </p:nvSpPr>
        <p:spPr>
          <a:xfrm>
            <a:off x="6967728" y="2606040"/>
            <a:ext cx="868680" cy="1161288"/>
          </a:xfrm>
          <a:prstGeom prst="roundRect">
            <a:avLst>
              <a:gd name="adj" fmla="val 8421"/>
            </a:avLst>
          </a:prstGeom>
          <a:solidFill>
            <a:srgbClr val="404155"/>
          </a:solidFill>
          <a:ln/>
        </p:spPr>
      </p:sp>
      <p:sp>
        <p:nvSpPr>
          <p:cNvPr id="18" name="Text 15"/>
          <p:cNvSpPr/>
          <p:nvPr/>
        </p:nvSpPr>
        <p:spPr>
          <a:xfrm>
            <a:off x="6967728" y="2606040"/>
            <a:ext cx="868680" cy="1161288"/>
          </a:xfrm>
          <a:prstGeom prst="rect">
            <a:avLst/>
          </a:prstGeom>
          <a:noFill/>
          <a:ln/>
        </p:spPr>
        <p:txBody>
          <a:bodyPr wrap="square" lIns="0" tIns="0" rIns="0" bIns="0" rtlCol="0" anchor="ctr"/>
          <a:lstStyle/>
          <a:p>
            <a:pPr algn="ctr" indent="0" marL="0">
              <a:buNone/>
            </a:pPr>
            <a:r>
              <a:rPr lang="en-US" sz="1700" b="1" dirty="0">
                <a:solidFill>
                  <a:srgbClr val="FFFFFF"/>
                </a:solidFill>
                <a:latin typeface="Pretendard" pitchFamily="34" charset="0"/>
                <a:ea typeface="Pretendard" pitchFamily="34" charset="-122"/>
                <a:cs typeface="Pretendard" pitchFamily="34" charset="-120"/>
              </a:rPr>
              <a:t>부정확</a:t>
            </a:r>
            <a:endParaRPr lang="en-US" sz="1700" dirty="0"/>
          </a:p>
          <a:p>
            <a:pPr algn="ctr" indent="0" marL="0">
              <a:buNone/>
            </a:pPr>
            <a:r>
              <a:rPr lang="en-US" sz="1400" dirty="0">
                <a:solidFill>
                  <a:srgbClr val="FFFFFF"/>
                </a:solidFill>
                <a:latin typeface="Pretendard" pitchFamily="34" charset="0"/>
                <a:ea typeface="Pretendard" pitchFamily="34" charset="-122"/>
                <a:cs typeface="Pretendard" pitchFamily="34" charset="-120"/>
              </a:rPr>
              <a:t>하나라도</a:t>
            </a:r>
            <a:endParaRPr lang="en-US" sz="1700" dirty="0"/>
          </a:p>
        </p:txBody>
      </p:sp>
      <p:sp>
        <p:nvSpPr>
          <p:cNvPr id="19" name="Text 16"/>
          <p:cNvSpPr/>
          <p:nvPr/>
        </p:nvSpPr>
        <p:spPr>
          <a:xfrm>
            <a:off x="7973568" y="2606040"/>
            <a:ext cx="3044952" cy="1161288"/>
          </a:xfrm>
          <a:prstGeom prst="rect">
            <a:avLst/>
          </a:prstGeom>
          <a:noFill/>
          <a:ln/>
        </p:spPr>
        <p:txBody>
          <a:bodyPr wrap="square" lIns="0" tIns="0" rIns="0" bIns="0" rtlCol="0" anchor="ctr"/>
          <a:lstStyle/>
          <a:p>
            <a:pPr indent="0" marL="0">
              <a:spcAft>
                <a:spcPts val="300"/>
              </a:spcAft>
              <a:buNone/>
            </a:pPr>
            <a:r>
              <a:rPr lang="en-US" sz="1400" dirty="0">
                <a:solidFill>
                  <a:srgbClr val="2B3242"/>
                </a:solidFill>
                <a:latin typeface="Pretendard" pitchFamily="34" charset="0"/>
                <a:ea typeface="Pretendard" pitchFamily="34" charset="-122"/>
                <a:cs typeface="Pretendard" pitchFamily="34" charset="-120"/>
              </a:rPr>
              <a:t>· 결과 0건</a:t>
            </a:r>
            <a:endParaRPr lang="en-US" sz="1400" dirty="0"/>
          </a:p>
          <a:p>
            <a:pPr indent="0" marL="0">
              <a:spcAft>
                <a:spcPts val="300"/>
              </a:spcAft>
              <a:buNone/>
            </a:pPr>
            <a:r>
              <a:rPr lang="en-US" sz="1400" dirty="0">
                <a:solidFill>
                  <a:srgbClr val="2B3242"/>
                </a:solidFill>
                <a:latin typeface="Pretendard" pitchFamily="34" charset="0"/>
                <a:ea typeface="Pretendard" pitchFamily="34" charset="-122"/>
                <a:cs typeface="Pretendard" pitchFamily="34" charset="-120"/>
              </a:rPr>
              <a:t>· 주 점수 1위 &lt; 하한</a:t>
            </a:r>
            <a:endParaRPr lang="en-US" sz="1400" dirty="0"/>
          </a:p>
          <a:p>
            <a:pPr indent="0" marL="0">
              <a:spcAft>
                <a:spcPts val="300"/>
              </a:spcAft>
              <a:buNone/>
            </a:pPr>
            <a:r>
              <a:rPr lang="en-US" sz="1400" dirty="0">
                <a:solidFill>
                  <a:srgbClr val="2B3242"/>
                </a:solidFill>
                <a:latin typeface="Pretendard" pitchFamily="34" charset="0"/>
                <a:ea typeface="Pretendard" pitchFamily="34" charset="-122"/>
                <a:cs typeface="Pretendard" pitchFamily="34" charset="-120"/>
              </a:rPr>
              <a:t>· 핵심어(코드·상품명) 불일치</a:t>
            </a:r>
            <a:endParaRPr lang="en-US" sz="1400" dirty="0"/>
          </a:p>
        </p:txBody>
      </p:sp>
      <p:sp>
        <p:nvSpPr>
          <p:cNvPr id="20" name="Shape 17"/>
          <p:cNvSpPr/>
          <p:nvPr/>
        </p:nvSpPr>
        <p:spPr>
          <a:xfrm>
            <a:off x="11119104" y="3186684"/>
            <a:ext cx="219456" cy="0"/>
          </a:xfrm>
          <a:prstGeom prst="line">
            <a:avLst/>
          </a:prstGeom>
          <a:noFill/>
          <a:ln w="19050">
            <a:solidFill>
              <a:srgbClr val="404155"/>
            </a:solidFill>
            <a:prstDash val="solid"/>
            <a:tailEnd type="triangle"/>
          </a:ln>
        </p:spPr>
      </p:sp>
      <p:sp>
        <p:nvSpPr>
          <p:cNvPr id="21" name="Shape 18"/>
          <p:cNvSpPr/>
          <p:nvPr/>
        </p:nvSpPr>
        <p:spPr>
          <a:xfrm>
            <a:off x="11375136" y="2606040"/>
            <a:ext cx="2752344" cy="1161288"/>
          </a:xfrm>
          <a:prstGeom prst="roundRect">
            <a:avLst>
              <a:gd name="adj" fmla="val 6299"/>
            </a:avLst>
          </a:prstGeom>
          <a:solidFill>
            <a:srgbClr val="FFFFFF"/>
          </a:solidFill>
          <a:ln w="15875">
            <a:solidFill>
              <a:srgbClr val="404155"/>
            </a:solidFill>
            <a:prstDash val="solid"/>
          </a:ln>
        </p:spPr>
      </p:sp>
      <p:sp>
        <p:nvSpPr>
          <p:cNvPr id="22" name="Text 19"/>
          <p:cNvSpPr/>
          <p:nvPr/>
        </p:nvSpPr>
        <p:spPr>
          <a:xfrm>
            <a:off x="11512296" y="2606040"/>
            <a:ext cx="2523744" cy="1161288"/>
          </a:xfrm>
          <a:prstGeom prst="rect">
            <a:avLst/>
          </a:prstGeom>
          <a:noFill/>
          <a:ln/>
        </p:spPr>
        <p:txBody>
          <a:bodyPr wrap="square" lIns="0" tIns="0" rIns="0" bIns="0" rtlCol="0" anchor="ctr"/>
          <a:lstStyle/>
          <a:p>
            <a:pPr indent="0" marL="0">
              <a:spcAft>
                <a:spcPts val="400"/>
              </a:spcAft>
              <a:buNone/>
            </a:pPr>
            <a:r>
              <a:rPr lang="en-US" sz="1400" b="1" dirty="0">
                <a:solidFill>
                  <a:srgbClr val="1E2A5C"/>
                </a:solidFill>
                <a:latin typeface="Pretendard" pitchFamily="34" charset="0"/>
                <a:ea typeface="Pretendard" pitchFamily="34" charset="-122"/>
                <a:cs typeface="Pretendard" pitchFamily="34" charset="-120"/>
              </a:rPr>
              <a:t>대체 검색(웹 등)이 있으면 실행</a:t>
            </a:r>
            <a:endParaRPr lang="en-US" sz="1400" dirty="0"/>
          </a:p>
          <a:p>
            <a:pPr indent="0" marL="0">
              <a:spcAft>
                <a:spcPts val="400"/>
              </a:spcAft>
              <a:buNone/>
            </a:pPr>
            <a:r>
              <a:rPr lang="en-US" sz="1400" dirty="0">
                <a:solidFill>
                  <a:srgbClr val="4A5364"/>
                </a:solidFill>
                <a:latin typeface="Pretendard" pitchFamily="34" charset="0"/>
                <a:ea typeface="Pretendard" pitchFamily="34" charset="-122"/>
                <a:cs typeface="Pretendard" pitchFamily="34" charset="-120"/>
              </a:rPr>
              <a:t>없으면 「확인 필요」로 종료</a:t>
            </a:r>
            <a:endParaRPr lang="en-US" sz="1400" dirty="0"/>
          </a:p>
        </p:txBody>
      </p:sp>
      <p:sp>
        <p:nvSpPr>
          <p:cNvPr id="23" name="Shape 20"/>
          <p:cNvSpPr/>
          <p:nvPr/>
        </p:nvSpPr>
        <p:spPr>
          <a:xfrm>
            <a:off x="6967728" y="3877056"/>
            <a:ext cx="4114800" cy="1161288"/>
          </a:xfrm>
          <a:prstGeom prst="roundRect">
            <a:avLst>
              <a:gd name="adj" fmla="val 6299"/>
            </a:avLst>
          </a:prstGeom>
          <a:solidFill>
            <a:srgbClr val="F5F8FC"/>
          </a:solidFill>
          <a:ln w="12700">
            <a:solidFill>
              <a:srgbClr val="D9E0EC"/>
            </a:solidFill>
            <a:prstDash val="solid"/>
          </a:ln>
        </p:spPr>
      </p:sp>
      <p:sp>
        <p:nvSpPr>
          <p:cNvPr id="24" name="Shape 21"/>
          <p:cNvSpPr/>
          <p:nvPr/>
        </p:nvSpPr>
        <p:spPr>
          <a:xfrm>
            <a:off x="6967728" y="3877056"/>
            <a:ext cx="868680" cy="1161288"/>
          </a:xfrm>
          <a:prstGeom prst="roundRect">
            <a:avLst>
              <a:gd name="adj" fmla="val 8421"/>
            </a:avLst>
          </a:prstGeom>
          <a:solidFill>
            <a:srgbClr val="1E2A5C"/>
          </a:solidFill>
          <a:ln/>
        </p:spPr>
      </p:sp>
      <p:sp>
        <p:nvSpPr>
          <p:cNvPr id="25" name="Text 22"/>
          <p:cNvSpPr/>
          <p:nvPr/>
        </p:nvSpPr>
        <p:spPr>
          <a:xfrm>
            <a:off x="6967728" y="3877056"/>
            <a:ext cx="868680" cy="1161288"/>
          </a:xfrm>
          <a:prstGeom prst="rect">
            <a:avLst/>
          </a:prstGeom>
          <a:noFill/>
          <a:ln/>
        </p:spPr>
        <p:txBody>
          <a:bodyPr wrap="square" lIns="0" tIns="0" rIns="0" bIns="0" rtlCol="0" anchor="ctr"/>
          <a:lstStyle/>
          <a:p>
            <a:pPr algn="ctr" indent="0" marL="0">
              <a:buNone/>
            </a:pPr>
            <a:r>
              <a:rPr lang="en-US" sz="1700" b="1" dirty="0">
                <a:solidFill>
                  <a:srgbClr val="FFFFFF"/>
                </a:solidFill>
                <a:latin typeface="Pretendard" pitchFamily="34" charset="0"/>
                <a:ea typeface="Pretendard" pitchFamily="34" charset="-122"/>
                <a:cs typeface="Pretendard" pitchFamily="34" charset="-120"/>
              </a:rPr>
              <a:t>정확</a:t>
            </a:r>
            <a:endParaRPr lang="en-US" sz="1700" dirty="0"/>
          </a:p>
          <a:p>
            <a:pPr algn="ctr" indent="0" marL="0">
              <a:buNone/>
            </a:pPr>
            <a:r>
              <a:rPr lang="en-US" sz="1400" dirty="0">
                <a:solidFill>
                  <a:srgbClr val="FFFFFF"/>
                </a:solidFill>
                <a:latin typeface="Pretendard" pitchFamily="34" charset="0"/>
                <a:ea typeface="Pretendard" pitchFamily="34" charset="-122"/>
                <a:cs typeface="Pretendard" pitchFamily="34" charset="-120"/>
              </a:rPr>
              <a:t>모두</a:t>
            </a:r>
            <a:endParaRPr lang="en-US" sz="1700" dirty="0"/>
          </a:p>
        </p:txBody>
      </p:sp>
      <p:sp>
        <p:nvSpPr>
          <p:cNvPr id="26" name="Text 23"/>
          <p:cNvSpPr/>
          <p:nvPr/>
        </p:nvSpPr>
        <p:spPr>
          <a:xfrm>
            <a:off x="7973568" y="3877056"/>
            <a:ext cx="3044952" cy="1161288"/>
          </a:xfrm>
          <a:prstGeom prst="rect">
            <a:avLst/>
          </a:prstGeom>
          <a:noFill/>
          <a:ln/>
        </p:spPr>
        <p:txBody>
          <a:bodyPr wrap="square" lIns="0" tIns="0" rIns="0" bIns="0" rtlCol="0" anchor="ctr"/>
          <a:lstStyle/>
          <a:p>
            <a:pPr indent="0" marL="0">
              <a:spcAft>
                <a:spcPts val="300"/>
              </a:spcAft>
              <a:buNone/>
            </a:pPr>
            <a:r>
              <a:rPr lang="en-US" sz="1400" dirty="0">
                <a:solidFill>
                  <a:srgbClr val="2B3242"/>
                </a:solidFill>
                <a:latin typeface="Pretendard" pitchFamily="34" charset="0"/>
                <a:ea typeface="Pretendard" pitchFamily="34" charset="-122"/>
                <a:cs typeface="Pretendard" pitchFamily="34" charset="-120"/>
              </a:rPr>
              <a:t>· 주 점수 1위 ≥ 상한</a:t>
            </a:r>
            <a:endParaRPr lang="en-US" sz="1400" dirty="0"/>
          </a:p>
          <a:p>
            <a:pPr indent="0" marL="0">
              <a:spcAft>
                <a:spcPts val="300"/>
              </a:spcAft>
              <a:buNone/>
            </a:pPr>
            <a:r>
              <a:rPr lang="en-US" sz="1400" dirty="0">
                <a:solidFill>
                  <a:srgbClr val="2B3242"/>
                </a:solidFill>
                <a:latin typeface="Pretendard" pitchFamily="34" charset="0"/>
                <a:ea typeface="Pretendard" pitchFamily="34" charset="-122"/>
                <a:cs typeface="Pretendard" pitchFamily="34" charset="-120"/>
              </a:rPr>
              <a:t>· 핵심어 포함 · 하위 질문 모두 충족</a:t>
            </a:r>
            <a:endParaRPr lang="en-US" sz="1400" dirty="0"/>
          </a:p>
          <a:p>
            <a:pPr indent="0" marL="0">
              <a:spcAft>
                <a:spcPts val="300"/>
              </a:spcAft>
              <a:buNone/>
            </a:pPr>
            <a:r>
              <a:rPr lang="en-US" sz="1400" dirty="0">
                <a:solidFill>
                  <a:srgbClr val="2B3242"/>
                </a:solidFill>
                <a:latin typeface="Pretendard" pitchFamily="34" charset="0"/>
                <a:ea typeface="Pretendard" pitchFamily="34" charset="-122"/>
                <a:cs typeface="Pretendard" pitchFamily="34" charset="-120"/>
              </a:rPr>
              <a:t>· 격차·합의 기준 충족</a:t>
            </a:r>
            <a:endParaRPr lang="en-US" sz="1400" dirty="0"/>
          </a:p>
        </p:txBody>
      </p:sp>
      <p:sp>
        <p:nvSpPr>
          <p:cNvPr id="27" name="Shape 24"/>
          <p:cNvSpPr/>
          <p:nvPr/>
        </p:nvSpPr>
        <p:spPr>
          <a:xfrm>
            <a:off x="11119104" y="4457700"/>
            <a:ext cx="219456" cy="0"/>
          </a:xfrm>
          <a:prstGeom prst="line">
            <a:avLst/>
          </a:prstGeom>
          <a:noFill/>
          <a:ln w="19050">
            <a:solidFill>
              <a:srgbClr val="1E2A5C"/>
            </a:solidFill>
            <a:prstDash val="solid"/>
            <a:tailEnd type="triangle"/>
          </a:ln>
        </p:spPr>
      </p:sp>
      <p:sp>
        <p:nvSpPr>
          <p:cNvPr id="28" name="Shape 25"/>
          <p:cNvSpPr/>
          <p:nvPr/>
        </p:nvSpPr>
        <p:spPr>
          <a:xfrm>
            <a:off x="11375136" y="3877056"/>
            <a:ext cx="2752344" cy="1161288"/>
          </a:xfrm>
          <a:prstGeom prst="roundRect">
            <a:avLst>
              <a:gd name="adj" fmla="val 6299"/>
            </a:avLst>
          </a:prstGeom>
          <a:solidFill>
            <a:srgbClr val="FFFFFF"/>
          </a:solidFill>
          <a:ln w="15875">
            <a:solidFill>
              <a:srgbClr val="1E2A5C"/>
            </a:solidFill>
            <a:prstDash val="solid"/>
          </a:ln>
        </p:spPr>
      </p:sp>
      <p:sp>
        <p:nvSpPr>
          <p:cNvPr id="29" name="Text 26"/>
          <p:cNvSpPr/>
          <p:nvPr/>
        </p:nvSpPr>
        <p:spPr>
          <a:xfrm>
            <a:off x="11512296" y="3877056"/>
            <a:ext cx="2523744" cy="1161288"/>
          </a:xfrm>
          <a:prstGeom prst="rect">
            <a:avLst/>
          </a:prstGeom>
          <a:noFill/>
          <a:ln/>
        </p:spPr>
        <p:txBody>
          <a:bodyPr wrap="square" lIns="0" tIns="0" rIns="0" bIns="0" rtlCol="0" anchor="ctr"/>
          <a:lstStyle/>
          <a:p>
            <a:pPr indent="0" marL="0">
              <a:spcAft>
                <a:spcPts val="400"/>
              </a:spcAft>
              <a:buNone/>
            </a:pPr>
            <a:r>
              <a:rPr lang="en-US" sz="1400" b="1" dirty="0">
                <a:solidFill>
                  <a:srgbClr val="1E2A5C"/>
                </a:solidFill>
                <a:latin typeface="Pretendard" pitchFamily="34" charset="0"/>
                <a:ea typeface="Pretendard" pitchFamily="34" charset="-122"/>
                <a:cs typeface="Pretendard" pitchFamily="34" charset="-120"/>
              </a:rPr>
              <a:t>답변 생성으로 진행</a:t>
            </a:r>
            <a:endParaRPr lang="en-US" sz="1400" dirty="0"/>
          </a:p>
          <a:p>
            <a:pPr indent="0" marL="0">
              <a:spcAft>
                <a:spcPts val="400"/>
              </a:spcAft>
              <a:buNone/>
            </a:pPr>
            <a:r>
              <a:rPr lang="en-US" sz="1400" dirty="0">
                <a:solidFill>
                  <a:srgbClr val="4A5364"/>
                </a:solidFill>
                <a:latin typeface="Pretendard" pitchFamily="34" charset="0"/>
                <a:ea typeface="Pretendard" pitchFamily="34" charset="-122"/>
                <a:cs typeface="Pretendard" pitchFamily="34" charset="-120"/>
              </a:rPr>
              <a:t>판정 근거(신호값)는 로그로 남김</a:t>
            </a:r>
            <a:endParaRPr lang="en-US" sz="1400" dirty="0"/>
          </a:p>
        </p:txBody>
      </p:sp>
      <p:sp>
        <p:nvSpPr>
          <p:cNvPr id="30" name="Shape 27"/>
          <p:cNvSpPr/>
          <p:nvPr/>
        </p:nvSpPr>
        <p:spPr>
          <a:xfrm>
            <a:off x="6967728" y="5148072"/>
            <a:ext cx="4114800" cy="1161288"/>
          </a:xfrm>
          <a:prstGeom prst="roundRect">
            <a:avLst>
              <a:gd name="adj" fmla="val 6299"/>
            </a:avLst>
          </a:prstGeom>
          <a:solidFill>
            <a:srgbClr val="F5F8FC"/>
          </a:solidFill>
          <a:ln w="12700">
            <a:solidFill>
              <a:srgbClr val="D9E0EC"/>
            </a:solidFill>
            <a:prstDash val="solid"/>
          </a:ln>
        </p:spPr>
      </p:sp>
      <p:sp>
        <p:nvSpPr>
          <p:cNvPr id="31" name="Shape 28"/>
          <p:cNvSpPr/>
          <p:nvPr/>
        </p:nvSpPr>
        <p:spPr>
          <a:xfrm>
            <a:off x="6967728" y="5148072"/>
            <a:ext cx="868680" cy="1161288"/>
          </a:xfrm>
          <a:prstGeom prst="roundRect">
            <a:avLst>
              <a:gd name="adj" fmla="val 8421"/>
            </a:avLst>
          </a:prstGeom>
          <a:solidFill>
            <a:srgbClr val="2E74C6"/>
          </a:solidFill>
          <a:ln/>
        </p:spPr>
      </p:sp>
      <p:sp>
        <p:nvSpPr>
          <p:cNvPr id="32" name="Text 29"/>
          <p:cNvSpPr/>
          <p:nvPr/>
        </p:nvSpPr>
        <p:spPr>
          <a:xfrm>
            <a:off x="6967728" y="5148072"/>
            <a:ext cx="868680" cy="1161288"/>
          </a:xfrm>
          <a:prstGeom prst="rect">
            <a:avLst/>
          </a:prstGeom>
          <a:noFill/>
          <a:ln/>
        </p:spPr>
        <p:txBody>
          <a:bodyPr wrap="square" lIns="0" tIns="0" rIns="0" bIns="0" rtlCol="0" anchor="ctr"/>
          <a:lstStyle/>
          <a:p>
            <a:pPr algn="ctr" indent="0" marL="0">
              <a:buNone/>
            </a:pPr>
            <a:r>
              <a:rPr lang="en-US" sz="1700" b="1" dirty="0">
                <a:solidFill>
                  <a:srgbClr val="FFFFFF"/>
                </a:solidFill>
                <a:latin typeface="Pretendard" pitchFamily="34" charset="0"/>
                <a:ea typeface="Pretendard" pitchFamily="34" charset="-122"/>
                <a:cs typeface="Pretendard" pitchFamily="34" charset="-120"/>
              </a:rPr>
              <a:t>애매</a:t>
            </a:r>
            <a:endParaRPr lang="en-US" sz="1700" dirty="0"/>
          </a:p>
          <a:p>
            <a:pPr algn="ctr" indent="0" marL="0">
              <a:buNone/>
            </a:pPr>
            <a:r>
              <a:rPr lang="en-US" sz="1400" dirty="0">
                <a:solidFill>
                  <a:srgbClr val="FFFFFF"/>
                </a:solidFill>
                <a:latin typeface="Pretendard" pitchFamily="34" charset="0"/>
                <a:ea typeface="Pretendard" pitchFamily="34" charset="-122"/>
                <a:cs typeface="Pretendard" pitchFamily="34" charset="-120"/>
              </a:rPr>
              <a:t>나머지</a:t>
            </a:r>
            <a:endParaRPr lang="en-US" sz="1700" dirty="0"/>
          </a:p>
        </p:txBody>
      </p:sp>
      <p:sp>
        <p:nvSpPr>
          <p:cNvPr id="33" name="Text 30"/>
          <p:cNvSpPr/>
          <p:nvPr/>
        </p:nvSpPr>
        <p:spPr>
          <a:xfrm>
            <a:off x="7973568" y="5148072"/>
            <a:ext cx="3044952" cy="1161288"/>
          </a:xfrm>
          <a:prstGeom prst="rect">
            <a:avLst/>
          </a:prstGeom>
          <a:noFill/>
          <a:ln/>
        </p:spPr>
        <p:txBody>
          <a:bodyPr wrap="square" lIns="0" tIns="0" rIns="0" bIns="0" rtlCol="0" anchor="ctr"/>
          <a:lstStyle/>
          <a:p>
            <a:pPr indent="0" marL="0">
              <a:spcAft>
                <a:spcPts val="300"/>
              </a:spcAft>
              <a:buNone/>
            </a:pPr>
            <a:r>
              <a:rPr lang="en-US" sz="1400" dirty="0">
                <a:solidFill>
                  <a:srgbClr val="2B3242"/>
                </a:solidFill>
                <a:latin typeface="Pretendard" pitchFamily="34" charset="0"/>
                <a:ea typeface="Pretendard" pitchFamily="34" charset="-122"/>
                <a:cs typeface="Pretendard" pitchFamily="34" charset="-120"/>
              </a:rPr>
              <a:t>· 주 점수가 상한과 하한 사이</a:t>
            </a:r>
            <a:endParaRPr lang="en-US" sz="1400" dirty="0"/>
          </a:p>
          <a:p>
            <a:pPr indent="0" marL="0">
              <a:spcAft>
                <a:spcPts val="300"/>
              </a:spcAft>
              <a:buNone/>
            </a:pPr>
            <a:r>
              <a:rPr lang="en-US" sz="1400" dirty="0">
                <a:solidFill>
                  <a:srgbClr val="2B3242"/>
                </a:solidFill>
                <a:latin typeface="Pretendard" pitchFamily="34" charset="0"/>
                <a:ea typeface="Pretendard" pitchFamily="34" charset="-122"/>
                <a:cs typeface="Pretendard" pitchFamily="34" charset="-120"/>
              </a:rPr>
              <a:t>· 하위 질문 일부만 충족</a:t>
            </a:r>
            <a:endParaRPr lang="en-US" sz="1400" dirty="0"/>
          </a:p>
          <a:p>
            <a:pPr indent="0" marL="0">
              <a:spcAft>
                <a:spcPts val="300"/>
              </a:spcAft>
              <a:buNone/>
            </a:pPr>
            <a:r>
              <a:rPr lang="en-US" sz="1400" dirty="0">
                <a:solidFill>
                  <a:srgbClr val="2B3242"/>
                </a:solidFill>
                <a:latin typeface="Pretendard" pitchFamily="34" charset="0"/>
                <a:ea typeface="Pretendard" pitchFamily="34" charset="-122"/>
                <a:cs typeface="Pretendard" pitchFamily="34" charset="-120"/>
              </a:rPr>
              <a:t>· 격차·합의 미달로 강등</a:t>
            </a:r>
            <a:endParaRPr lang="en-US" sz="1400" dirty="0"/>
          </a:p>
        </p:txBody>
      </p:sp>
      <p:sp>
        <p:nvSpPr>
          <p:cNvPr id="34" name="Shape 31"/>
          <p:cNvSpPr/>
          <p:nvPr/>
        </p:nvSpPr>
        <p:spPr>
          <a:xfrm>
            <a:off x="11119104" y="5728716"/>
            <a:ext cx="219456" cy="0"/>
          </a:xfrm>
          <a:prstGeom prst="line">
            <a:avLst/>
          </a:prstGeom>
          <a:noFill/>
          <a:ln w="19050">
            <a:solidFill>
              <a:srgbClr val="2E74C6"/>
            </a:solidFill>
            <a:prstDash val="solid"/>
            <a:tailEnd type="triangle"/>
          </a:ln>
        </p:spPr>
      </p:sp>
      <p:sp>
        <p:nvSpPr>
          <p:cNvPr id="35" name="Shape 32"/>
          <p:cNvSpPr/>
          <p:nvPr/>
        </p:nvSpPr>
        <p:spPr>
          <a:xfrm>
            <a:off x="11375136" y="5148072"/>
            <a:ext cx="2752344" cy="1161288"/>
          </a:xfrm>
          <a:prstGeom prst="roundRect">
            <a:avLst>
              <a:gd name="adj" fmla="val 6299"/>
            </a:avLst>
          </a:prstGeom>
          <a:solidFill>
            <a:srgbClr val="FFFFFF"/>
          </a:solidFill>
          <a:ln w="15875">
            <a:solidFill>
              <a:srgbClr val="2E74C6"/>
            </a:solidFill>
            <a:prstDash val="solid"/>
          </a:ln>
        </p:spPr>
      </p:sp>
      <p:sp>
        <p:nvSpPr>
          <p:cNvPr id="36" name="Text 33"/>
          <p:cNvSpPr/>
          <p:nvPr/>
        </p:nvSpPr>
        <p:spPr>
          <a:xfrm>
            <a:off x="11512296" y="5148072"/>
            <a:ext cx="2523744" cy="1161288"/>
          </a:xfrm>
          <a:prstGeom prst="rect">
            <a:avLst/>
          </a:prstGeom>
          <a:noFill/>
          <a:ln/>
        </p:spPr>
        <p:txBody>
          <a:bodyPr wrap="square" lIns="0" tIns="0" rIns="0" bIns="0" rtlCol="0" anchor="ctr"/>
          <a:lstStyle/>
          <a:p>
            <a:pPr indent="0" marL="0">
              <a:spcAft>
                <a:spcPts val="400"/>
              </a:spcAft>
              <a:buNone/>
            </a:pPr>
            <a:r>
              <a:rPr lang="en-US" sz="1400" b="1" dirty="0">
                <a:solidFill>
                  <a:srgbClr val="1E2A5C"/>
                </a:solidFill>
                <a:latin typeface="Pretendard" pitchFamily="34" charset="0"/>
                <a:ea typeface="Pretendard" pitchFamily="34" charset="-122"/>
                <a:cs typeface="Pretendard" pitchFamily="34" charset="-120"/>
              </a:rPr>
              <a:t>질문 재작성 후 재검색(상한 있음)</a:t>
            </a:r>
            <a:endParaRPr lang="en-US" sz="1400" dirty="0"/>
          </a:p>
          <a:p>
            <a:pPr indent="0" marL="0">
              <a:spcAft>
                <a:spcPts val="400"/>
              </a:spcAft>
              <a:buNone/>
            </a:pPr>
            <a:r>
              <a:rPr lang="en-US" sz="1400" dirty="0">
                <a:solidFill>
                  <a:srgbClr val="4A5364"/>
                </a:solidFill>
                <a:latin typeface="Pretendard" pitchFamily="34" charset="0"/>
                <a:ea typeface="Pretendard" pitchFamily="34" charset="-122"/>
                <a:cs typeface="Pretendard" pitchFamily="34" charset="-120"/>
              </a:rPr>
              <a:t>여전히 애매 → LLM 평가자(선택)</a:t>
            </a:r>
            <a:endParaRPr lang="en-US" sz="1400" dirty="0"/>
          </a:p>
        </p:txBody>
      </p:sp>
      <p:sp>
        <p:nvSpPr>
          <p:cNvPr id="37" name="Text 34"/>
          <p:cNvSpPr/>
          <p:nvPr/>
        </p:nvSpPr>
        <p:spPr>
          <a:xfrm>
            <a:off x="6967728" y="6345936"/>
            <a:ext cx="7159752" cy="274320"/>
          </a:xfrm>
          <a:prstGeom prst="rect">
            <a:avLst/>
          </a:prstGeom>
          <a:noFill/>
          <a:ln/>
        </p:spPr>
        <p:txBody>
          <a:bodyPr wrap="square" lIns="0" tIns="0" rIns="0" bIns="0" rtlCol="0" anchor="ctr"/>
          <a:lstStyle/>
          <a:p>
            <a:pPr indent="0" marL="0">
              <a:buNone/>
            </a:pPr>
            <a:r>
              <a:rPr lang="en-US" sz="1400" dirty="0">
                <a:solidFill>
                  <a:srgbClr val="7C8598"/>
                </a:solidFill>
                <a:latin typeface="Pretendard" pitchFamily="34" charset="0"/>
                <a:ea typeface="Pretendard" pitchFamily="34" charset="-122"/>
                <a:cs typeface="Pretendard" pitchFamily="34" charset="-120"/>
              </a:rPr>
              <a:t>주 점수 = 모드별 하나(vector·hybrid → Vector, rerank → Rerank) · 위에서부터 차례로 검사</a:t>
            </a:r>
            <a:endParaRPr lang="en-US" sz="1400" dirty="0"/>
          </a:p>
        </p:txBody>
      </p:sp>
      <p:sp>
        <p:nvSpPr>
          <p:cNvPr id="38" name="Shape 35"/>
          <p:cNvSpPr/>
          <p:nvPr/>
        </p:nvSpPr>
        <p:spPr>
          <a:xfrm>
            <a:off x="502920" y="6784848"/>
            <a:ext cx="64008" cy="411480"/>
          </a:xfrm>
          <a:prstGeom prst="rect">
            <a:avLst/>
          </a:prstGeom>
          <a:solidFill>
            <a:srgbClr val="2E74C6"/>
          </a:solidFill>
          <a:ln/>
        </p:spPr>
      </p:sp>
      <p:sp>
        <p:nvSpPr>
          <p:cNvPr id="39" name="Text 36"/>
          <p:cNvSpPr/>
          <p:nvPr/>
        </p:nvSpPr>
        <p:spPr>
          <a:xfrm>
            <a:off x="685800" y="6784848"/>
            <a:ext cx="13441680" cy="411480"/>
          </a:xfrm>
          <a:prstGeom prst="rect">
            <a:avLst/>
          </a:prstGeom>
          <a:noFill/>
          <a:ln/>
        </p:spPr>
        <p:txBody>
          <a:bodyPr wrap="square" lIns="0" tIns="0" rIns="0" bIns="0" rtlCol="0" anchor="ctr"/>
          <a:lstStyle/>
          <a:p>
            <a:pPr indent="0" marL="0">
              <a:buNone/>
            </a:pPr>
            <a:r>
              <a:rPr lang="en-US" sz="1900" b="1" i="1" dirty="0">
                <a:solidFill>
                  <a:srgbClr val="1E2A5C"/>
                </a:solidFill>
                <a:latin typeface="Pretendard" pitchFamily="34" charset="0"/>
                <a:ea typeface="Pretendard" pitchFamily="34" charset="-122"/>
                <a:cs typeface="Pretendard" pitchFamily="34" charset="-120"/>
              </a:rPr>
              <a:t>기준값은 평가셋으로 결정</a:t>
            </a:r>
            <a:endParaRPr lang="en-US" sz="1900" dirty="0"/>
          </a:p>
        </p:txBody>
      </p:sp>
      <p:sp>
        <p:nvSpPr>
          <p:cNvPr id="40" name="Text 37"/>
          <p:cNvSpPr/>
          <p:nvPr/>
        </p:nvSpPr>
        <p:spPr>
          <a:xfrm>
            <a:off x="502920" y="7296912"/>
            <a:ext cx="13624560" cy="365760"/>
          </a:xfrm>
          <a:prstGeom prst="rect">
            <a:avLst/>
          </a:prstGeom>
          <a:noFill/>
          <a:ln/>
        </p:spPr>
        <p:txBody>
          <a:bodyPr wrap="square" rtlCol="0" anchor="ctr"/>
          <a:lstStyle/>
          <a:p>
            <a:pPr indent="0" marL="0">
              <a:buNone/>
            </a:pPr>
            <a:r>
              <a:rPr lang="en-US" sz="1400" b="1" dirty="0">
                <a:solidFill>
                  <a:srgbClr val="7C8598"/>
                </a:solidFill>
                <a:latin typeface="Pretendard" pitchFamily="34" charset="0"/>
                <a:ea typeface="Pretendard" pitchFamily="34" charset="-122"/>
                <a:cs typeface="Pretendard" pitchFamily="34" charset="-120"/>
              </a:rPr>
              <a:t>출처  </a:t>
            </a:r>
            <a:pPr indent="0" marL="0">
              <a:buNone/>
            </a:pPr>
            <a:r>
              <a:rPr lang="en-US" sz="1400" u="sng" dirty="0">
                <a:solidFill>
                  <a:srgbClr val="7C8598"/>
                </a:solidFill>
                <a:latin typeface="Pretendard" pitchFamily="34" charset="0"/>
                <a:ea typeface="Pretendard" pitchFamily="34" charset="-122"/>
                <a:cs typeface="Pretendard" pitchFamily="34" charset="-120"/>
                <a:hlinkClick r:id="rId1" invalidUrl="" action="" tgtFrame="" tooltip="" history="1" highlightClick="0" endSnd="0">
                  <a:extLst>
                    <a:ext uri="{A12FA001-AC4F-418D-AE19-62706E023703}">
                      <ahyp:hlinkClr xmlns:ahyp="http://schemas.microsoft.com/office/drawing/2018/hyperlinkcolor" val="tx"/>
                    </a:ext>
                  </a:extLst>
                </a:hlinkClick>
              </a:rPr>
              <a:t>교재 「10. RAG」 4.3 Post-Retrieval·5.3 CRAG</a:t>
            </a:r>
            <a:pPr indent="0" marL="0">
              <a:buNone/>
            </a:pPr>
            <a:r>
              <a:rPr lang="en-US" sz="1400" dirty="0">
                <a:solidFill>
                  <a:srgbClr val="7C8598"/>
                </a:solidFill>
                <a:latin typeface="Pretendard" pitchFamily="34" charset="0"/>
                <a:ea typeface="Pretendard" pitchFamily="34" charset="-122"/>
                <a:cs typeface="Pretendard" pitchFamily="34" charset="-120"/>
              </a:rPr>
              <a:t>  ·  </a:t>
            </a:r>
            <a:pPr indent="0" marL="0">
              <a:buNone/>
            </a:pPr>
            <a:r>
              <a:rPr lang="en-US" sz="1400" u="sng" dirty="0">
                <a:solidFill>
                  <a:srgbClr val="7C8598"/>
                </a:solidFill>
                <a:latin typeface="Pretendard" pitchFamily="34" charset="0"/>
                <a:ea typeface="Pretendard" pitchFamily="34" charset="-122"/>
                <a:cs typeface="Pretendard" pitchFamily="34" charset="-120"/>
                <a:hlinkClick r:id="rId2" invalidUrl="" action="" tgtFrame="" tooltip="" history="1" highlightClick="0" endSnd="0">
                  <a:extLst>
                    <a:ext uri="{A12FA001-AC4F-418D-AE19-62706E023703}">
                      <ahyp:hlinkClr xmlns:ahyp="http://schemas.microsoft.com/office/drawing/2018/hyperlinkcolor" val="tx"/>
                    </a:ext>
                  </a:extLst>
                </a:hlinkClick>
              </a:rPr>
              <a:t>CRAG, Yan et al.(2024) — 경량 평가자의 신뢰도로 행동 분기</a:t>
            </a:r>
            <a:endParaRPr lang="en-US" sz="1400" dirty="0"/>
          </a:p>
        </p:txBody>
      </p:sp>
      <p:sp>
        <p:nvSpPr>
          <p:cNvPr id="25" name="Slide Number Placeholder 0"/>
          <p:cNvSpPr>
            <a:spLocks noGrp="1"/>
          </p:cNvSpPr>
          <p:nvPr>
            <p:ph type="sldNum" sz="quarter" idx="4294967295"/>
          </p:nvPr>
        </p:nvSpPr>
        <p:spPr>
          <a:xfrm>
            <a:off x="13578840" y="7818120"/>
            <a:ext cx="548640" cy="292608"/>
          </a:xfrm>
          <a:prstGeom prst="rect">
            <a:avLst/>
          </a:prstGeom>
          <a:extLst>
            <a:ext uri="{C572A759-6A51-4108-AA02-DFA0A04FC94B}">
              <ma14:wrappingTextBoxFlag xmlns:ma14="http://schemas.microsoft.com/office/mac/drawingml/2011/main" val="0"/>
            </a:ext>
          </a:extLst>
        </p:spPr>
        <p:txBody>
          <a:bodyPr/>
          <a:lstStyle>
            <a:lvl1pPr>
              <a:defRPr sz="1400">
                <a:solidFill>
                  <a:srgbClr val="7C8598"/>
                </a:solidFill>
                <a:latin typeface="Pretendard"/>
                <a:ea typeface="Pretendard"/>
                <a:cs typeface="Pretendard"/>
              </a:defRPr>
            </a:lvl1pPr>
          </a:lstStyle>
          <a:p>
            <a:pPr algn="r"/>
            <a:fld id="{F7021451-1387-4CA6-816F-3879F97B5CBC}" type="slidenum">
              <a:rPr b="0" lang="en-US"/>
              <a:t>1</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Slides>
  <Notes>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vt:i4>
      </vt:variant>
    </vt:vector>
  </HeadingPairs>
  <TitlesOfParts>
    <vt:vector size="4" baseType="lpstr">
      <vt:lpstr>Arial</vt:lpstr>
      <vt:lpstr>Calibri</vt:lpstr>
      <vt:lpstr>Office Theme</vt:lpstr>
      <vt:lpstr>Slide 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검색 결과 규칙 기반 채점</dc:title>
  <dc:subject>PptxGenJS Presentation</dc:subject>
  <dc:creator>PptxGenJS</dc:creator>
  <cp:lastModifiedBy>PptxGenJS</cp:lastModifiedBy>
  <cp:revision>1</cp:revision>
  <dcterms:created xsi:type="dcterms:W3CDTF">2026-10-02T08:16:07Z</dcterms:created>
  <dcterms:modified xsi:type="dcterms:W3CDTF">2026-10-02T08:16:07Z</dcterms:modified>
</cp:coreProperties>
</file>